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4"/>
    <p:sldMasterId id="2147483660" r:id="rId5"/>
    <p:sldMasterId id="2147483672" r:id="rId6"/>
    <p:sldMasterId id="2147483684" r:id="rId7"/>
    <p:sldMasterId id="2147483648" r:id="rId8"/>
  </p:sldMasterIdLst>
  <p:notesMasterIdLst>
    <p:notesMasterId r:id="rId85"/>
  </p:notesMasterIdLst>
  <p:sldIdLst>
    <p:sldId id="256" r:id="rId9"/>
    <p:sldId id="322" r:id="rId10"/>
    <p:sldId id="257" r:id="rId11"/>
    <p:sldId id="258" r:id="rId12"/>
    <p:sldId id="323" r:id="rId13"/>
    <p:sldId id="259" r:id="rId14"/>
    <p:sldId id="260" r:id="rId15"/>
    <p:sldId id="261" r:id="rId16"/>
    <p:sldId id="262" r:id="rId17"/>
    <p:sldId id="263" r:id="rId18"/>
    <p:sldId id="267" r:id="rId19"/>
    <p:sldId id="324" r:id="rId20"/>
    <p:sldId id="391" r:id="rId21"/>
    <p:sldId id="392" r:id="rId22"/>
    <p:sldId id="393" r:id="rId23"/>
    <p:sldId id="394" r:id="rId24"/>
    <p:sldId id="395" r:id="rId25"/>
    <p:sldId id="396" r:id="rId26"/>
    <p:sldId id="397" r:id="rId27"/>
    <p:sldId id="398" r:id="rId28"/>
    <p:sldId id="399" r:id="rId29"/>
    <p:sldId id="268" r:id="rId30"/>
    <p:sldId id="299" r:id="rId31"/>
    <p:sldId id="292" r:id="rId32"/>
    <p:sldId id="315" r:id="rId33"/>
    <p:sldId id="316" r:id="rId34"/>
    <p:sldId id="317" r:id="rId35"/>
    <p:sldId id="304" r:id="rId36"/>
    <p:sldId id="305" r:id="rId37"/>
    <p:sldId id="307" r:id="rId38"/>
    <p:sldId id="309" r:id="rId39"/>
    <p:sldId id="300" r:id="rId40"/>
    <p:sldId id="313" r:id="rId41"/>
    <p:sldId id="318" r:id="rId42"/>
    <p:sldId id="301" r:id="rId43"/>
    <p:sldId id="312" r:id="rId44"/>
    <p:sldId id="319" r:id="rId45"/>
    <p:sldId id="295" r:id="rId46"/>
    <p:sldId id="296" r:id="rId47"/>
    <p:sldId id="297" r:id="rId48"/>
    <p:sldId id="298" r:id="rId49"/>
    <p:sldId id="388" r:id="rId50"/>
    <p:sldId id="389" r:id="rId51"/>
    <p:sldId id="390" r:id="rId52"/>
    <p:sldId id="320" r:id="rId53"/>
    <p:sldId id="321" r:id="rId54"/>
    <p:sldId id="333" r:id="rId55"/>
    <p:sldId id="334" r:id="rId56"/>
    <p:sldId id="335" r:id="rId57"/>
    <p:sldId id="275" r:id="rId58"/>
    <p:sldId id="325" r:id="rId59"/>
    <p:sldId id="326" r:id="rId60"/>
    <p:sldId id="327" r:id="rId61"/>
    <p:sldId id="328" r:id="rId62"/>
    <p:sldId id="264" r:id="rId63"/>
    <p:sldId id="265" r:id="rId64"/>
    <p:sldId id="329" r:id="rId65"/>
    <p:sldId id="330" r:id="rId66"/>
    <p:sldId id="331" r:id="rId67"/>
    <p:sldId id="269" r:id="rId68"/>
    <p:sldId id="270" r:id="rId69"/>
    <p:sldId id="271" r:id="rId70"/>
    <p:sldId id="272" r:id="rId71"/>
    <p:sldId id="273" r:id="rId72"/>
    <p:sldId id="332" r:id="rId73"/>
    <p:sldId id="336" r:id="rId74"/>
    <p:sldId id="282" r:id="rId75"/>
    <p:sldId id="337" r:id="rId76"/>
    <p:sldId id="338" r:id="rId77"/>
    <p:sldId id="339" r:id="rId78"/>
    <p:sldId id="374" r:id="rId79"/>
    <p:sldId id="375" r:id="rId80"/>
    <p:sldId id="376" r:id="rId81"/>
    <p:sldId id="377" r:id="rId82"/>
    <p:sldId id="378" r:id="rId83"/>
    <p:sldId id="387"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EF1803-F764-E8D0-2365-56E09F2FA74B}" v="9" dt="2026-01-27T03:40:19.6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tableStyles" Target="tableStyles.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5" Type="http://schemas.openxmlformats.org/officeDocument/2006/relationships/slideMaster" Target="slideMasters/slideMaster2.xml"/><Relationship Id="rId90" Type="http://schemas.microsoft.com/office/2016/11/relationships/changesInfo" Target="changesInfos/changesInfo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slide" Target="slides/slide69.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slide" Target="slides/slide72.xml"/><Relationship Id="rId85"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slide" Target="slides/slide75.xml"/><Relationship Id="rId88" Type="http://schemas.openxmlformats.org/officeDocument/2006/relationships/theme" Target="theme/theme1.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7" Type="http://schemas.openxmlformats.org/officeDocument/2006/relationships/slideMaster" Target="slideMasters/slideMaster4.xml"/><Relationship Id="rId71" Type="http://schemas.openxmlformats.org/officeDocument/2006/relationships/slide" Target="slides/slide63.xml"/><Relationship Id="rId2" Type="http://schemas.openxmlformats.org/officeDocument/2006/relationships/customXml" Target="../customXml/item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viewProps" Target="viewProps.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jitha Shenoy K B [MAHE-MIT]" userId="S::ajith.shenoy@manipal.edu::1f572edf-8a9c-4e25-aec6-7c60c62aa95a" providerId="AD" clId="Web-{87EF1803-F764-E8D0-2365-56E09F2FA74B}"/>
    <pc:docChg chg="addSld addMainMaster modMainMaster">
      <pc:chgData name="Ajitha Shenoy K B [MAHE-MIT]" userId="S::ajith.shenoy@manipal.edu::1f572edf-8a9c-4e25-aec6-7c60c62aa95a" providerId="AD" clId="Web-{87EF1803-F764-E8D0-2365-56E09F2FA74B}" dt="2026-01-27T03:40:19.622" v="8"/>
      <pc:docMkLst>
        <pc:docMk/>
      </pc:docMkLst>
      <pc:sldChg chg="add">
        <pc:chgData name="Ajitha Shenoy K B [MAHE-MIT]" userId="S::ajith.shenoy@manipal.edu::1f572edf-8a9c-4e25-aec6-7c60c62aa95a" providerId="AD" clId="Web-{87EF1803-F764-E8D0-2365-56E09F2FA74B}" dt="2026-01-27T03:40:19.341" v="0"/>
        <pc:sldMkLst>
          <pc:docMk/>
          <pc:sldMk cId="3932922089" sldId="391"/>
        </pc:sldMkLst>
      </pc:sldChg>
      <pc:sldChg chg="add">
        <pc:chgData name="Ajitha Shenoy K B [MAHE-MIT]" userId="S::ajith.shenoy@manipal.edu::1f572edf-8a9c-4e25-aec6-7c60c62aa95a" providerId="AD" clId="Web-{87EF1803-F764-E8D0-2365-56E09F2FA74B}" dt="2026-01-27T03:40:19.388" v="1"/>
        <pc:sldMkLst>
          <pc:docMk/>
          <pc:sldMk cId="3904748600" sldId="392"/>
        </pc:sldMkLst>
      </pc:sldChg>
      <pc:sldChg chg="add">
        <pc:chgData name="Ajitha Shenoy K B [MAHE-MIT]" userId="S::ajith.shenoy@manipal.edu::1f572edf-8a9c-4e25-aec6-7c60c62aa95a" providerId="AD" clId="Web-{87EF1803-F764-E8D0-2365-56E09F2FA74B}" dt="2026-01-27T03:40:19.404" v="2"/>
        <pc:sldMkLst>
          <pc:docMk/>
          <pc:sldMk cId="2143683560" sldId="393"/>
        </pc:sldMkLst>
      </pc:sldChg>
      <pc:sldChg chg="add">
        <pc:chgData name="Ajitha Shenoy K B [MAHE-MIT]" userId="S::ajith.shenoy@manipal.edu::1f572edf-8a9c-4e25-aec6-7c60c62aa95a" providerId="AD" clId="Web-{87EF1803-F764-E8D0-2365-56E09F2FA74B}" dt="2026-01-27T03:40:19.450" v="3"/>
        <pc:sldMkLst>
          <pc:docMk/>
          <pc:sldMk cId="3922831408" sldId="394"/>
        </pc:sldMkLst>
      </pc:sldChg>
      <pc:sldChg chg="add">
        <pc:chgData name="Ajitha Shenoy K B [MAHE-MIT]" userId="S::ajith.shenoy@manipal.edu::1f572edf-8a9c-4e25-aec6-7c60c62aa95a" providerId="AD" clId="Web-{87EF1803-F764-E8D0-2365-56E09F2FA74B}" dt="2026-01-27T03:40:19.482" v="4"/>
        <pc:sldMkLst>
          <pc:docMk/>
          <pc:sldMk cId="1643377774" sldId="395"/>
        </pc:sldMkLst>
      </pc:sldChg>
      <pc:sldChg chg="add">
        <pc:chgData name="Ajitha Shenoy K B [MAHE-MIT]" userId="S::ajith.shenoy@manipal.edu::1f572edf-8a9c-4e25-aec6-7c60c62aa95a" providerId="AD" clId="Web-{87EF1803-F764-E8D0-2365-56E09F2FA74B}" dt="2026-01-27T03:40:19.529" v="5"/>
        <pc:sldMkLst>
          <pc:docMk/>
          <pc:sldMk cId="305596670" sldId="396"/>
        </pc:sldMkLst>
      </pc:sldChg>
      <pc:sldChg chg="add">
        <pc:chgData name="Ajitha Shenoy K B [MAHE-MIT]" userId="S::ajith.shenoy@manipal.edu::1f572edf-8a9c-4e25-aec6-7c60c62aa95a" providerId="AD" clId="Web-{87EF1803-F764-E8D0-2365-56E09F2FA74B}" dt="2026-01-27T03:40:19.560" v="6"/>
        <pc:sldMkLst>
          <pc:docMk/>
          <pc:sldMk cId="489275481" sldId="397"/>
        </pc:sldMkLst>
      </pc:sldChg>
      <pc:sldChg chg="add">
        <pc:chgData name="Ajitha Shenoy K B [MAHE-MIT]" userId="S::ajith.shenoy@manipal.edu::1f572edf-8a9c-4e25-aec6-7c60c62aa95a" providerId="AD" clId="Web-{87EF1803-F764-E8D0-2365-56E09F2FA74B}" dt="2026-01-27T03:40:19.591" v="7"/>
        <pc:sldMkLst>
          <pc:docMk/>
          <pc:sldMk cId="1877242434" sldId="398"/>
        </pc:sldMkLst>
      </pc:sldChg>
      <pc:sldChg chg="add">
        <pc:chgData name="Ajitha Shenoy K B [MAHE-MIT]" userId="S::ajith.shenoy@manipal.edu::1f572edf-8a9c-4e25-aec6-7c60c62aa95a" providerId="AD" clId="Web-{87EF1803-F764-E8D0-2365-56E09F2FA74B}" dt="2026-01-27T03:40:19.622" v="8"/>
        <pc:sldMkLst>
          <pc:docMk/>
          <pc:sldMk cId="1962510317" sldId="399"/>
        </pc:sldMkLst>
      </pc:sldChg>
      <pc:sldMasterChg chg="add addSldLayout">
        <pc:chgData name="Ajitha Shenoy K B [MAHE-MIT]" userId="S::ajith.shenoy@manipal.edu::1f572edf-8a9c-4e25-aec6-7c60c62aa95a" providerId="AD" clId="Web-{87EF1803-F764-E8D0-2365-56E09F2FA74B}" dt="2026-01-27T03:40:19.341" v="0"/>
        <pc:sldMasterMkLst>
          <pc:docMk/>
          <pc:sldMasterMk cId="2209977519" sldId="2147483648"/>
        </pc:sldMasterMkLst>
        <pc:sldLayoutChg chg="add">
          <pc:chgData name="Ajitha Shenoy K B [MAHE-MIT]" userId="S::ajith.shenoy@manipal.edu::1f572edf-8a9c-4e25-aec6-7c60c62aa95a" providerId="AD" clId="Web-{87EF1803-F764-E8D0-2365-56E09F2FA74B}" dt="2026-01-27T03:40:19.341" v="0"/>
          <pc:sldLayoutMkLst>
            <pc:docMk/>
            <pc:sldMasterMk cId="2209977519" sldId="2147483648"/>
            <pc:sldLayoutMk cId="3168075583" sldId="2147483649"/>
          </pc:sldLayoutMkLst>
        </pc:sldLayoutChg>
        <pc:sldLayoutChg chg="add">
          <pc:chgData name="Ajitha Shenoy K B [MAHE-MIT]" userId="S::ajith.shenoy@manipal.edu::1f572edf-8a9c-4e25-aec6-7c60c62aa95a" providerId="AD" clId="Web-{87EF1803-F764-E8D0-2365-56E09F2FA74B}" dt="2026-01-27T03:40:19.341" v="0"/>
          <pc:sldLayoutMkLst>
            <pc:docMk/>
            <pc:sldMasterMk cId="2209977519" sldId="2147483648"/>
            <pc:sldLayoutMk cId="2614314258" sldId="2147483650"/>
          </pc:sldLayoutMkLst>
        </pc:sldLayoutChg>
        <pc:sldLayoutChg chg="add">
          <pc:chgData name="Ajitha Shenoy K B [MAHE-MIT]" userId="S::ajith.shenoy@manipal.edu::1f572edf-8a9c-4e25-aec6-7c60c62aa95a" providerId="AD" clId="Web-{87EF1803-F764-E8D0-2365-56E09F2FA74B}" dt="2026-01-27T03:40:19.341" v="0"/>
          <pc:sldLayoutMkLst>
            <pc:docMk/>
            <pc:sldMasterMk cId="2209977519" sldId="2147483648"/>
            <pc:sldLayoutMk cId="960648375" sldId="2147483651"/>
          </pc:sldLayoutMkLst>
        </pc:sldLayoutChg>
        <pc:sldLayoutChg chg="add">
          <pc:chgData name="Ajitha Shenoy K B [MAHE-MIT]" userId="S::ajith.shenoy@manipal.edu::1f572edf-8a9c-4e25-aec6-7c60c62aa95a" providerId="AD" clId="Web-{87EF1803-F764-E8D0-2365-56E09F2FA74B}" dt="2026-01-27T03:40:19.341" v="0"/>
          <pc:sldLayoutMkLst>
            <pc:docMk/>
            <pc:sldMasterMk cId="2209977519" sldId="2147483648"/>
            <pc:sldLayoutMk cId="2782244947" sldId="2147483652"/>
          </pc:sldLayoutMkLst>
        </pc:sldLayoutChg>
        <pc:sldLayoutChg chg="add">
          <pc:chgData name="Ajitha Shenoy K B [MAHE-MIT]" userId="S::ajith.shenoy@manipal.edu::1f572edf-8a9c-4e25-aec6-7c60c62aa95a" providerId="AD" clId="Web-{87EF1803-F764-E8D0-2365-56E09F2FA74B}" dt="2026-01-27T03:40:19.341" v="0"/>
          <pc:sldLayoutMkLst>
            <pc:docMk/>
            <pc:sldMasterMk cId="2209977519" sldId="2147483648"/>
            <pc:sldLayoutMk cId="990158736" sldId="2147483653"/>
          </pc:sldLayoutMkLst>
        </pc:sldLayoutChg>
        <pc:sldLayoutChg chg="add">
          <pc:chgData name="Ajitha Shenoy K B [MAHE-MIT]" userId="S::ajith.shenoy@manipal.edu::1f572edf-8a9c-4e25-aec6-7c60c62aa95a" providerId="AD" clId="Web-{87EF1803-F764-E8D0-2365-56E09F2FA74B}" dt="2026-01-27T03:40:19.341" v="0"/>
          <pc:sldLayoutMkLst>
            <pc:docMk/>
            <pc:sldMasterMk cId="2209977519" sldId="2147483648"/>
            <pc:sldLayoutMk cId="727027711" sldId="2147483654"/>
          </pc:sldLayoutMkLst>
        </pc:sldLayoutChg>
        <pc:sldLayoutChg chg="add">
          <pc:chgData name="Ajitha Shenoy K B [MAHE-MIT]" userId="S::ajith.shenoy@manipal.edu::1f572edf-8a9c-4e25-aec6-7c60c62aa95a" providerId="AD" clId="Web-{87EF1803-F764-E8D0-2365-56E09F2FA74B}" dt="2026-01-27T03:40:19.341" v="0"/>
          <pc:sldLayoutMkLst>
            <pc:docMk/>
            <pc:sldMasterMk cId="2209977519" sldId="2147483648"/>
            <pc:sldLayoutMk cId="1212999818" sldId="2147483655"/>
          </pc:sldLayoutMkLst>
        </pc:sldLayoutChg>
        <pc:sldLayoutChg chg="add">
          <pc:chgData name="Ajitha Shenoy K B [MAHE-MIT]" userId="S::ajith.shenoy@manipal.edu::1f572edf-8a9c-4e25-aec6-7c60c62aa95a" providerId="AD" clId="Web-{87EF1803-F764-E8D0-2365-56E09F2FA74B}" dt="2026-01-27T03:40:19.341" v="0"/>
          <pc:sldLayoutMkLst>
            <pc:docMk/>
            <pc:sldMasterMk cId="2209977519" sldId="2147483648"/>
            <pc:sldLayoutMk cId="1840726560" sldId="2147483656"/>
          </pc:sldLayoutMkLst>
        </pc:sldLayoutChg>
        <pc:sldLayoutChg chg="add">
          <pc:chgData name="Ajitha Shenoy K B [MAHE-MIT]" userId="S::ajith.shenoy@manipal.edu::1f572edf-8a9c-4e25-aec6-7c60c62aa95a" providerId="AD" clId="Web-{87EF1803-F764-E8D0-2365-56E09F2FA74B}" dt="2026-01-27T03:40:19.341" v="0"/>
          <pc:sldLayoutMkLst>
            <pc:docMk/>
            <pc:sldMasterMk cId="2209977519" sldId="2147483648"/>
            <pc:sldLayoutMk cId="3889236939" sldId="2147483657"/>
          </pc:sldLayoutMkLst>
        </pc:sldLayoutChg>
        <pc:sldLayoutChg chg="add">
          <pc:chgData name="Ajitha Shenoy K B [MAHE-MIT]" userId="S::ajith.shenoy@manipal.edu::1f572edf-8a9c-4e25-aec6-7c60c62aa95a" providerId="AD" clId="Web-{87EF1803-F764-E8D0-2365-56E09F2FA74B}" dt="2026-01-27T03:40:19.341" v="0"/>
          <pc:sldLayoutMkLst>
            <pc:docMk/>
            <pc:sldMasterMk cId="2209977519" sldId="2147483648"/>
            <pc:sldLayoutMk cId="2910927964" sldId="2147483658"/>
          </pc:sldLayoutMkLst>
        </pc:sldLayoutChg>
        <pc:sldLayoutChg chg="add">
          <pc:chgData name="Ajitha Shenoy K B [MAHE-MIT]" userId="S::ajith.shenoy@manipal.edu::1f572edf-8a9c-4e25-aec6-7c60c62aa95a" providerId="AD" clId="Web-{87EF1803-F764-E8D0-2365-56E09F2FA74B}" dt="2026-01-27T03:40:19.341" v="0"/>
          <pc:sldLayoutMkLst>
            <pc:docMk/>
            <pc:sldMasterMk cId="2209977519" sldId="2147483648"/>
            <pc:sldLayoutMk cId="3612223792" sldId="2147483659"/>
          </pc:sldLayoutMkLst>
        </pc:sldLayoutChg>
      </pc:sldMasterChg>
      <pc:sldMasterChg chg="replId modSldLayout">
        <pc:chgData name="Ajitha Shenoy K B [MAHE-MIT]" userId="S::ajith.shenoy@manipal.edu::1f572edf-8a9c-4e25-aec6-7c60c62aa95a" providerId="AD" clId="Web-{87EF1803-F764-E8D0-2365-56E09F2FA74B}" dt="2026-01-27T03:40:19.341" v="0"/>
        <pc:sldMasterMkLst>
          <pc:docMk/>
          <pc:sldMasterMk cId="1195735335" sldId="2147483696"/>
        </pc:sldMasterMkLst>
        <pc:sldLayoutChg chg="replId">
          <pc:chgData name="Ajitha Shenoy K B [MAHE-MIT]" userId="S::ajith.shenoy@manipal.edu::1f572edf-8a9c-4e25-aec6-7c60c62aa95a" providerId="AD" clId="Web-{87EF1803-F764-E8D0-2365-56E09F2FA74B}" dt="2026-01-27T03:40:19.341" v="0"/>
          <pc:sldLayoutMkLst>
            <pc:docMk/>
            <pc:sldMasterMk cId="1195735335" sldId="2147483696"/>
            <pc:sldLayoutMk cId="3338476253" sldId="2147483697"/>
          </pc:sldLayoutMkLst>
        </pc:sldLayoutChg>
        <pc:sldLayoutChg chg="replId">
          <pc:chgData name="Ajitha Shenoy K B [MAHE-MIT]" userId="S::ajith.shenoy@manipal.edu::1f572edf-8a9c-4e25-aec6-7c60c62aa95a" providerId="AD" clId="Web-{87EF1803-F764-E8D0-2365-56E09F2FA74B}" dt="2026-01-27T03:40:19.341" v="0"/>
          <pc:sldLayoutMkLst>
            <pc:docMk/>
            <pc:sldMasterMk cId="1195735335" sldId="2147483696"/>
            <pc:sldLayoutMk cId="2128705968" sldId="2147483698"/>
          </pc:sldLayoutMkLst>
        </pc:sldLayoutChg>
        <pc:sldLayoutChg chg="replId">
          <pc:chgData name="Ajitha Shenoy K B [MAHE-MIT]" userId="S::ajith.shenoy@manipal.edu::1f572edf-8a9c-4e25-aec6-7c60c62aa95a" providerId="AD" clId="Web-{87EF1803-F764-E8D0-2365-56E09F2FA74B}" dt="2026-01-27T03:40:19.341" v="0"/>
          <pc:sldLayoutMkLst>
            <pc:docMk/>
            <pc:sldMasterMk cId="1195735335" sldId="2147483696"/>
            <pc:sldLayoutMk cId="4157533097" sldId="2147483699"/>
          </pc:sldLayoutMkLst>
        </pc:sldLayoutChg>
        <pc:sldLayoutChg chg="replId">
          <pc:chgData name="Ajitha Shenoy K B [MAHE-MIT]" userId="S::ajith.shenoy@manipal.edu::1f572edf-8a9c-4e25-aec6-7c60c62aa95a" providerId="AD" clId="Web-{87EF1803-F764-E8D0-2365-56E09F2FA74B}" dt="2026-01-27T03:40:19.341" v="0"/>
          <pc:sldLayoutMkLst>
            <pc:docMk/>
            <pc:sldMasterMk cId="1195735335" sldId="2147483696"/>
            <pc:sldLayoutMk cId="3622739796" sldId="2147483700"/>
          </pc:sldLayoutMkLst>
        </pc:sldLayoutChg>
        <pc:sldLayoutChg chg="replId">
          <pc:chgData name="Ajitha Shenoy K B [MAHE-MIT]" userId="S::ajith.shenoy@manipal.edu::1f572edf-8a9c-4e25-aec6-7c60c62aa95a" providerId="AD" clId="Web-{87EF1803-F764-E8D0-2365-56E09F2FA74B}" dt="2026-01-27T03:40:19.341" v="0"/>
          <pc:sldLayoutMkLst>
            <pc:docMk/>
            <pc:sldMasterMk cId="1195735335" sldId="2147483696"/>
            <pc:sldLayoutMk cId="3095447927" sldId="2147483701"/>
          </pc:sldLayoutMkLst>
        </pc:sldLayoutChg>
        <pc:sldLayoutChg chg="replId">
          <pc:chgData name="Ajitha Shenoy K B [MAHE-MIT]" userId="S::ajith.shenoy@manipal.edu::1f572edf-8a9c-4e25-aec6-7c60c62aa95a" providerId="AD" clId="Web-{87EF1803-F764-E8D0-2365-56E09F2FA74B}" dt="2026-01-27T03:40:19.341" v="0"/>
          <pc:sldLayoutMkLst>
            <pc:docMk/>
            <pc:sldMasterMk cId="1195735335" sldId="2147483696"/>
            <pc:sldLayoutMk cId="2077773532" sldId="2147483702"/>
          </pc:sldLayoutMkLst>
        </pc:sldLayoutChg>
        <pc:sldLayoutChg chg="replId">
          <pc:chgData name="Ajitha Shenoy K B [MAHE-MIT]" userId="S::ajith.shenoy@manipal.edu::1f572edf-8a9c-4e25-aec6-7c60c62aa95a" providerId="AD" clId="Web-{87EF1803-F764-E8D0-2365-56E09F2FA74B}" dt="2026-01-27T03:40:19.341" v="0"/>
          <pc:sldLayoutMkLst>
            <pc:docMk/>
            <pc:sldMasterMk cId="1195735335" sldId="2147483696"/>
            <pc:sldLayoutMk cId="1314445478" sldId="2147483703"/>
          </pc:sldLayoutMkLst>
        </pc:sldLayoutChg>
        <pc:sldLayoutChg chg="replId">
          <pc:chgData name="Ajitha Shenoy K B [MAHE-MIT]" userId="S::ajith.shenoy@manipal.edu::1f572edf-8a9c-4e25-aec6-7c60c62aa95a" providerId="AD" clId="Web-{87EF1803-F764-E8D0-2365-56E09F2FA74B}" dt="2026-01-27T03:40:19.341" v="0"/>
          <pc:sldLayoutMkLst>
            <pc:docMk/>
            <pc:sldMasterMk cId="1195735335" sldId="2147483696"/>
            <pc:sldLayoutMk cId="2141337196" sldId="2147483704"/>
          </pc:sldLayoutMkLst>
        </pc:sldLayoutChg>
        <pc:sldLayoutChg chg="replId">
          <pc:chgData name="Ajitha Shenoy K B [MAHE-MIT]" userId="S::ajith.shenoy@manipal.edu::1f572edf-8a9c-4e25-aec6-7c60c62aa95a" providerId="AD" clId="Web-{87EF1803-F764-E8D0-2365-56E09F2FA74B}" dt="2026-01-27T03:40:19.341" v="0"/>
          <pc:sldLayoutMkLst>
            <pc:docMk/>
            <pc:sldMasterMk cId="1195735335" sldId="2147483696"/>
            <pc:sldLayoutMk cId="2540925624" sldId="2147483705"/>
          </pc:sldLayoutMkLst>
        </pc:sldLayoutChg>
        <pc:sldLayoutChg chg="replId">
          <pc:chgData name="Ajitha Shenoy K B [MAHE-MIT]" userId="S::ajith.shenoy@manipal.edu::1f572edf-8a9c-4e25-aec6-7c60c62aa95a" providerId="AD" clId="Web-{87EF1803-F764-E8D0-2365-56E09F2FA74B}" dt="2026-01-27T03:40:19.341" v="0"/>
          <pc:sldLayoutMkLst>
            <pc:docMk/>
            <pc:sldMasterMk cId="1195735335" sldId="2147483696"/>
            <pc:sldLayoutMk cId="390201724" sldId="2147483706"/>
          </pc:sldLayoutMkLst>
        </pc:sldLayoutChg>
        <pc:sldLayoutChg chg="replId">
          <pc:chgData name="Ajitha Shenoy K B [MAHE-MIT]" userId="S::ajith.shenoy@manipal.edu::1f572edf-8a9c-4e25-aec6-7c60c62aa95a" providerId="AD" clId="Web-{87EF1803-F764-E8D0-2365-56E09F2FA74B}" dt="2026-01-27T03:40:19.341" v="0"/>
          <pc:sldLayoutMkLst>
            <pc:docMk/>
            <pc:sldMasterMk cId="1195735335" sldId="2147483696"/>
            <pc:sldLayoutMk cId="893628507" sldId="214748370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080D58-E4F7-4FC3-B219-1D20EE7F0FFC}" type="datetimeFigureOut">
              <a:rPr lang="en-IN" smtClean="0"/>
              <a:t>23-02-2026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10463E-A946-4DB7-84F1-2B38F7DE12A7}" type="slidenum">
              <a:rPr lang="en-IN" smtClean="0"/>
              <a:t>‹#›</a:t>
            </a:fld>
            <a:endParaRPr lang="en-IN"/>
          </a:p>
        </p:txBody>
      </p:sp>
    </p:spTree>
    <p:extLst>
      <p:ext uri="{BB962C8B-B14F-4D97-AF65-F5344CB8AC3E}">
        <p14:creationId xmlns:p14="http://schemas.microsoft.com/office/powerpoint/2010/main" val="2853131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ECECEC"/>
                </a:solidFill>
                <a:effectLst/>
                <a:latin typeface="Söhne"/>
              </a:rPr>
              <a:t>It suggests that when faced with a complex problem that you don't know how to solve directly, you can break it down into smaller, more manageable problems that you do know how to solve. By doing so, you can tackle each component of the problem separately, making it easier to understand and address.</a:t>
            </a:r>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10463E-A946-4DB7-84F1-2B38F7DE12A7}"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0591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ECECEC"/>
                </a:solidFill>
                <a:effectLst/>
                <a:latin typeface="Söhne"/>
              </a:rPr>
              <a:t>To find the least common multiple (LCM), we take all the prime factors present in both numbers, including duplicates, and also include any prime factors that are unique to either number. Then, we multiply them together.</a:t>
            </a:r>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10463E-A946-4DB7-84F1-2B38F7DE12A7}"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9539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F4745-080E-4B88-8B8B-2992D21A25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0E94FCC-663F-4763-BD22-ED6902EECA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BA37EB-2F3B-4811-9996-207993AAD2DE}"/>
              </a:ext>
            </a:extLst>
          </p:cNvPr>
          <p:cNvSpPr>
            <a:spLocks noGrp="1"/>
          </p:cNvSpPr>
          <p:nvPr>
            <p:ph type="dt" sz="half" idx="10"/>
          </p:nvPr>
        </p:nvSpPr>
        <p:spPr/>
        <p:txBody>
          <a:bodyPr/>
          <a:lstStyle/>
          <a:p>
            <a:fld id="{D23553E9-EB56-4D76-9653-D3A005C9D220}" type="datetime1">
              <a:rPr lang="en-IN" smtClean="0"/>
              <a:t>23-02-2026</a:t>
            </a:fld>
            <a:endParaRPr lang="en-IN"/>
          </a:p>
        </p:txBody>
      </p:sp>
      <p:sp>
        <p:nvSpPr>
          <p:cNvPr id="5" name="Footer Placeholder 4">
            <a:extLst>
              <a:ext uri="{FF2B5EF4-FFF2-40B4-BE49-F238E27FC236}">
                <a16:creationId xmlns:a16="http://schemas.microsoft.com/office/drawing/2014/main" id="{36A36A9E-BCDE-41C3-9CC5-60E542941285}"/>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AEC7BD90-BB00-4963-8C24-3F10ACCD66D5}"/>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3338476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C5458-8B79-452D-921E-0ECB61C2AA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733611-6A6B-4C43-BC3F-2D55523D3D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1D29E3-AC0D-450F-9A49-5C61C4E3A32A}"/>
              </a:ext>
            </a:extLst>
          </p:cNvPr>
          <p:cNvSpPr>
            <a:spLocks noGrp="1"/>
          </p:cNvSpPr>
          <p:nvPr>
            <p:ph type="dt" sz="half" idx="10"/>
          </p:nvPr>
        </p:nvSpPr>
        <p:spPr/>
        <p:txBody>
          <a:bodyPr/>
          <a:lstStyle/>
          <a:p>
            <a:fld id="{F6232DCD-C659-4251-AE5F-5EA929BABCBA}" type="datetime1">
              <a:rPr lang="en-IN" smtClean="0"/>
              <a:t>23-02-2026</a:t>
            </a:fld>
            <a:endParaRPr lang="en-IN"/>
          </a:p>
        </p:txBody>
      </p:sp>
      <p:sp>
        <p:nvSpPr>
          <p:cNvPr id="5" name="Footer Placeholder 4">
            <a:extLst>
              <a:ext uri="{FF2B5EF4-FFF2-40B4-BE49-F238E27FC236}">
                <a16:creationId xmlns:a16="http://schemas.microsoft.com/office/drawing/2014/main" id="{705D0025-6DC4-4532-92BB-0035F529DDB9}"/>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262B8A83-CA99-4D72-B625-29725E2665B4}"/>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212870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BA839-A5B7-418C-BCAD-FF5ECF04DA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2CF598-AD66-4E78-BD33-F2CAFCE8F1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81A7E6-34A8-42D9-8468-C791AC861770}"/>
              </a:ext>
            </a:extLst>
          </p:cNvPr>
          <p:cNvSpPr>
            <a:spLocks noGrp="1"/>
          </p:cNvSpPr>
          <p:nvPr>
            <p:ph type="dt" sz="half" idx="10"/>
          </p:nvPr>
        </p:nvSpPr>
        <p:spPr/>
        <p:txBody>
          <a:bodyPr/>
          <a:lstStyle/>
          <a:p>
            <a:fld id="{5267252B-788B-41EA-91B9-1618A6C6E4AE}" type="datetime1">
              <a:rPr lang="en-IN" smtClean="0"/>
              <a:t>23-02-2026</a:t>
            </a:fld>
            <a:endParaRPr lang="en-IN"/>
          </a:p>
        </p:txBody>
      </p:sp>
      <p:sp>
        <p:nvSpPr>
          <p:cNvPr id="5" name="Footer Placeholder 4">
            <a:extLst>
              <a:ext uri="{FF2B5EF4-FFF2-40B4-BE49-F238E27FC236}">
                <a16:creationId xmlns:a16="http://schemas.microsoft.com/office/drawing/2014/main" id="{4305F426-0C69-4147-90A0-49BD07184112}"/>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70126A7B-B42C-4261-9E1C-BAE9C1802C08}"/>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4157533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C4AE-95E6-4734-B0CA-6B3F1786F4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2F3265-9837-449F-B9B5-10EF38B971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8C79CB-7734-4551-8220-E3D4D91374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58A4707-78EE-4BB5-92F6-BB536223EF48}"/>
              </a:ext>
            </a:extLst>
          </p:cNvPr>
          <p:cNvSpPr>
            <a:spLocks noGrp="1"/>
          </p:cNvSpPr>
          <p:nvPr>
            <p:ph type="dt" sz="half" idx="10"/>
          </p:nvPr>
        </p:nvSpPr>
        <p:spPr/>
        <p:txBody>
          <a:bodyPr/>
          <a:lstStyle/>
          <a:p>
            <a:fld id="{0BE64C0F-64A9-4C53-9E74-5F0CDE679853}" type="datetime1">
              <a:rPr lang="en-IN" smtClean="0"/>
              <a:t>23-02-2026</a:t>
            </a:fld>
            <a:endParaRPr lang="en-IN"/>
          </a:p>
        </p:txBody>
      </p:sp>
      <p:sp>
        <p:nvSpPr>
          <p:cNvPr id="6" name="Footer Placeholder 5">
            <a:extLst>
              <a:ext uri="{FF2B5EF4-FFF2-40B4-BE49-F238E27FC236}">
                <a16:creationId xmlns:a16="http://schemas.microsoft.com/office/drawing/2014/main" id="{21288337-0745-4DB8-BCBB-B2C3787A7C0A}"/>
              </a:ext>
            </a:extLst>
          </p:cNvPr>
          <p:cNvSpPr>
            <a:spLocks noGrp="1"/>
          </p:cNvSpPr>
          <p:nvPr>
            <p:ph type="ftr" sz="quarter" idx="11"/>
          </p:nvPr>
        </p:nvSpPr>
        <p:spPr/>
        <p:txBody>
          <a:bodyPr/>
          <a:lstStyle/>
          <a:p>
            <a:r>
              <a:rPr lang="en-US"/>
              <a:t>IT_2222 Design and Analysis of Algorithms- 2024</a:t>
            </a:r>
            <a:endParaRPr lang="en-IN"/>
          </a:p>
        </p:txBody>
      </p:sp>
      <p:sp>
        <p:nvSpPr>
          <p:cNvPr id="7" name="Slide Number Placeholder 6">
            <a:extLst>
              <a:ext uri="{FF2B5EF4-FFF2-40B4-BE49-F238E27FC236}">
                <a16:creationId xmlns:a16="http://schemas.microsoft.com/office/drawing/2014/main" id="{73C57A4B-F2B7-413C-B502-1F67C91059BC}"/>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3622739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25BA4-0615-4F7C-873A-1CE0AB7202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E65B24-BF8C-46F6-860A-5854376578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755C70-C911-4814-925A-E28281B680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B632A8-B556-4ADA-B8D9-24C84CAD7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E47CDF-2C21-477A-9E4F-D478C9090B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E70FE3E-BEF0-4D27-86EA-E7C127572570}"/>
              </a:ext>
            </a:extLst>
          </p:cNvPr>
          <p:cNvSpPr>
            <a:spLocks noGrp="1"/>
          </p:cNvSpPr>
          <p:nvPr>
            <p:ph type="dt" sz="half" idx="10"/>
          </p:nvPr>
        </p:nvSpPr>
        <p:spPr/>
        <p:txBody>
          <a:bodyPr/>
          <a:lstStyle/>
          <a:p>
            <a:fld id="{9096A22C-2225-4A20-A3F5-23691C6F60F6}" type="datetime1">
              <a:rPr lang="en-IN" smtClean="0"/>
              <a:t>23-02-2026</a:t>
            </a:fld>
            <a:endParaRPr lang="en-IN"/>
          </a:p>
        </p:txBody>
      </p:sp>
      <p:sp>
        <p:nvSpPr>
          <p:cNvPr id="8" name="Footer Placeholder 7">
            <a:extLst>
              <a:ext uri="{FF2B5EF4-FFF2-40B4-BE49-F238E27FC236}">
                <a16:creationId xmlns:a16="http://schemas.microsoft.com/office/drawing/2014/main" id="{238335C4-93B3-4934-8FAB-308E4C473A30}"/>
              </a:ext>
            </a:extLst>
          </p:cNvPr>
          <p:cNvSpPr>
            <a:spLocks noGrp="1"/>
          </p:cNvSpPr>
          <p:nvPr>
            <p:ph type="ftr" sz="quarter" idx="11"/>
          </p:nvPr>
        </p:nvSpPr>
        <p:spPr/>
        <p:txBody>
          <a:bodyPr/>
          <a:lstStyle/>
          <a:p>
            <a:r>
              <a:rPr lang="en-US"/>
              <a:t>IT_2222 Design and Analysis of Algorithms- 2024</a:t>
            </a:r>
            <a:endParaRPr lang="en-IN"/>
          </a:p>
        </p:txBody>
      </p:sp>
      <p:sp>
        <p:nvSpPr>
          <p:cNvPr id="9" name="Slide Number Placeholder 8">
            <a:extLst>
              <a:ext uri="{FF2B5EF4-FFF2-40B4-BE49-F238E27FC236}">
                <a16:creationId xmlns:a16="http://schemas.microsoft.com/office/drawing/2014/main" id="{6CA261A2-2E89-45BF-9912-25CADFD24661}"/>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3095447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0D8C8-DCFC-42DE-B589-797097CE73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8FAD1B-25A8-401B-A470-BB8F690D2F79}"/>
              </a:ext>
            </a:extLst>
          </p:cNvPr>
          <p:cNvSpPr>
            <a:spLocks noGrp="1"/>
          </p:cNvSpPr>
          <p:nvPr>
            <p:ph type="dt" sz="half" idx="10"/>
          </p:nvPr>
        </p:nvSpPr>
        <p:spPr/>
        <p:txBody>
          <a:bodyPr/>
          <a:lstStyle/>
          <a:p>
            <a:fld id="{38159464-0CFC-433A-8C3B-2800937149D3}" type="datetime1">
              <a:rPr lang="en-IN" smtClean="0"/>
              <a:t>23-02-2026</a:t>
            </a:fld>
            <a:endParaRPr lang="en-IN"/>
          </a:p>
        </p:txBody>
      </p:sp>
      <p:sp>
        <p:nvSpPr>
          <p:cNvPr id="4" name="Footer Placeholder 3">
            <a:extLst>
              <a:ext uri="{FF2B5EF4-FFF2-40B4-BE49-F238E27FC236}">
                <a16:creationId xmlns:a16="http://schemas.microsoft.com/office/drawing/2014/main" id="{B308D88C-4868-4C00-B069-222F73C23D52}"/>
              </a:ext>
            </a:extLst>
          </p:cNvPr>
          <p:cNvSpPr>
            <a:spLocks noGrp="1"/>
          </p:cNvSpPr>
          <p:nvPr>
            <p:ph type="ftr" sz="quarter" idx="11"/>
          </p:nvPr>
        </p:nvSpPr>
        <p:spPr/>
        <p:txBody>
          <a:bodyPr/>
          <a:lstStyle/>
          <a:p>
            <a:r>
              <a:rPr lang="en-US"/>
              <a:t>IT_2222 Design and Analysis of Algorithms- 2024</a:t>
            </a:r>
            <a:endParaRPr lang="en-IN"/>
          </a:p>
        </p:txBody>
      </p:sp>
      <p:sp>
        <p:nvSpPr>
          <p:cNvPr id="5" name="Slide Number Placeholder 4">
            <a:extLst>
              <a:ext uri="{FF2B5EF4-FFF2-40B4-BE49-F238E27FC236}">
                <a16:creationId xmlns:a16="http://schemas.microsoft.com/office/drawing/2014/main" id="{3EEB5A61-237C-4FD4-82DC-2C14D4AF239C}"/>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207777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B215D0-8CE4-4634-A3FA-8B102DFCB01C}"/>
              </a:ext>
            </a:extLst>
          </p:cNvPr>
          <p:cNvSpPr>
            <a:spLocks noGrp="1"/>
          </p:cNvSpPr>
          <p:nvPr>
            <p:ph type="dt" sz="half" idx="10"/>
          </p:nvPr>
        </p:nvSpPr>
        <p:spPr/>
        <p:txBody>
          <a:bodyPr/>
          <a:lstStyle/>
          <a:p>
            <a:fld id="{764196F8-C3DC-48A9-9F84-0E40DBAAB0AC}" type="datetime1">
              <a:rPr lang="en-IN" smtClean="0"/>
              <a:t>23-02-2026</a:t>
            </a:fld>
            <a:endParaRPr lang="en-IN"/>
          </a:p>
        </p:txBody>
      </p:sp>
      <p:sp>
        <p:nvSpPr>
          <p:cNvPr id="3" name="Footer Placeholder 2">
            <a:extLst>
              <a:ext uri="{FF2B5EF4-FFF2-40B4-BE49-F238E27FC236}">
                <a16:creationId xmlns:a16="http://schemas.microsoft.com/office/drawing/2014/main" id="{9ECC80B2-EC71-4848-8516-94910D35E309}"/>
              </a:ext>
            </a:extLst>
          </p:cNvPr>
          <p:cNvSpPr>
            <a:spLocks noGrp="1"/>
          </p:cNvSpPr>
          <p:nvPr>
            <p:ph type="ftr" sz="quarter" idx="11"/>
          </p:nvPr>
        </p:nvSpPr>
        <p:spPr/>
        <p:txBody>
          <a:bodyPr/>
          <a:lstStyle/>
          <a:p>
            <a:r>
              <a:rPr lang="en-US"/>
              <a:t>IT_2222 Design and Analysis of Algorithms- 2024</a:t>
            </a:r>
            <a:endParaRPr lang="en-IN"/>
          </a:p>
        </p:txBody>
      </p:sp>
      <p:sp>
        <p:nvSpPr>
          <p:cNvPr id="4" name="Slide Number Placeholder 3">
            <a:extLst>
              <a:ext uri="{FF2B5EF4-FFF2-40B4-BE49-F238E27FC236}">
                <a16:creationId xmlns:a16="http://schemas.microsoft.com/office/drawing/2014/main" id="{0194BB75-7581-4616-954C-12FD6B12F3B0}"/>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1314445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6ADD6-0EDC-410D-B6A9-C0379C90A7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7699FBF-7F3F-496B-8533-E5759A0FFD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CF0088-0DCF-454C-BCA0-E08A6B5CE6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1AFB6B-25DA-4495-8891-E5462B4A1E16}"/>
              </a:ext>
            </a:extLst>
          </p:cNvPr>
          <p:cNvSpPr>
            <a:spLocks noGrp="1"/>
          </p:cNvSpPr>
          <p:nvPr>
            <p:ph type="dt" sz="half" idx="10"/>
          </p:nvPr>
        </p:nvSpPr>
        <p:spPr/>
        <p:txBody>
          <a:bodyPr/>
          <a:lstStyle/>
          <a:p>
            <a:fld id="{A154FCD2-2A10-4843-BDE5-90A2F965C623}" type="datetime1">
              <a:rPr lang="en-IN" smtClean="0"/>
              <a:t>23-02-2026</a:t>
            </a:fld>
            <a:endParaRPr lang="en-IN"/>
          </a:p>
        </p:txBody>
      </p:sp>
      <p:sp>
        <p:nvSpPr>
          <p:cNvPr id="6" name="Footer Placeholder 5">
            <a:extLst>
              <a:ext uri="{FF2B5EF4-FFF2-40B4-BE49-F238E27FC236}">
                <a16:creationId xmlns:a16="http://schemas.microsoft.com/office/drawing/2014/main" id="{0FB4F900-E8EB-4577-9FD7-128CBF6F5941}"/>
              </a:ext>
            </a:extLst>
          </p:cNvPr>
          <p:cNvSpPr>
            <a:spLocks noGrp="1"/>
          </p:cNvSpPr>
          <p:nvPr>
            <p:ph type="ftr" sz="quarter" idx="11"/>
          </p:nvPr>
        </p:nvSpPr>
        <p:spPr/>
        <p:txBody>
          <a:bodyPr/>
          <a:lstStyle/>
          <a:p>
            <a:r>
              <a:rPr lang="en-US"/>
              <a:t>IT_2222 Design and Analysis of Algorithms- 2024</a:t>
            </a:r>
            <a:endParaRPr lang="en-IN"/>
          </a:p>
        </p:txBody>
      </p:sp>
      <p:sp>
        <p:nvSpPr>
          <p:cNvPr id="7" name="Slide Number Placeholder 6">
            <a:extLst>
              <a:ext uri="{FF2B5EF4-FFF2-40B4-BE49-F238E27FC236}">
                <a16:creationId xmlns:a16="http://schemas.microsoft.com/office/drawing/2014/main" id="{C17CEBB4-9CD1-4A50-A6DB-D2C7080B3057}"/>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2141337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0DBF-BFAB-445E-ACC4-A51766A082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E32BF54-ABF7-4365-A8C2-EEA4EEFAD6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6E26C747-C8FB-4EF1-8EDF-C5EE17A2F1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A1E11C-023F-4B6F-B57A-7042D7302F28}"/>
              </a:ext>
            </a:extLst>
          </p:cNvPr>
          <p:cNvSpPr>
            <a:spLocks noGrp="1"/>
          </p:cNvSpPr>
          <p:nvPr>
            <p:ph type="dt" sz="half" idx="10"/>
          </p:nvPr>
        </p:nvSpPr>
        <p:spPr/>
        <p:txBody>
          <a:bodyPr/>
          <a:lstStyle/>
          <a:p>
            <a:fld id="{9004DD8B-6C61-42E5-9252-F2BC59D1F035}" type="datetime1">
              <a:rPr lang="en-IN" smtClean="0"/>
              <a:t>23-02-2026</a:t>
            </a:fld>
            <a:endParaRPr lang="en-IN"/>
          </a:p>
        </p:txBody>
      </p:sp>
      <p:sp>
        <p:nvSpPr>
          <p:cNvPr id="6" name="Footer Placeholder 5">
            <a:extLst>
              <a:ext uri="{FF2B5EF4-FFF2-40B4-BE49-F238E27FC236}">
                <a16:creationId xmlns:a16="http://schemas.microsoft.com/office/drawing/2014/main" id="{EE397CEB-9DD0-4B74-BE5C-FB70FBC2DBD6}"/>
              </a:ext>
            </a:extLst>
          </p:cNvPr>
          <p:cNvSpPr>
            <a:spLocks noGrp="1"/>
          </p:cNvSpPr>
          <p:nvPr>
            <p:ph type="ftr" sz="quarter" idx="11"/>
          </p:nvPr>
        </p:nvSpPr>
        <p:spPr/>
        <p:txBody>
          <a:bodyPr/>
          <a:lstStyle/>
          <a:p>
            <a:r>
              <a:rPr lang="en-US"/>
              <a:t>IT_2222 Design and Analysis of Algorithms- 2024</a:t>
            </a:r>
            <a:endParaRPr lang="en-IN"/>
          </a:p>
        </p:txBody>
      </p:sp>
      <p:sp>
        <p:nvSpPr>
          <p:cNvPr id="7" name="Slide Number Placeholder 6">
            <a:extLst>
              <a:ext uri="{FF2B5EF4-FFF2-40B4-BE49-F238E27FC236}">
                <a16:creationId xmlns:a16="http://schemas.microsoft.com/office/drawing/2014/main" id="{8B47B171-7A1B-4CAC-8C40-29BB69356AEF}"/>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2540925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24F1F-5027-4E1F-89BF-075A57C93B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8E24CC-301E-4D8A-BFC7-3ED1E685B2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969E63-03AB-4658-B659-F96379FA458F}"/>
              </a:ext>
            </a:extLst>
          </p:cNvPr>
          <p:cNvSpPr>
            <a:spLocks noGrp="1"/>
          </p:cNvSpPr>
          <p:nvPr>
            <p:ph type="dt" sz="half" idx="10"/>
          </p:nvPr>
        </p:nvSpPr>
        <p:spPr/>
        <p:txBody>
          <a:bodyPr/>
          <a:lstStyle/>
          <a:p>
            <a:fld id="{BC10A06C-816A-4698-871E-9860056989DE}" type="datetime1">
              <a:rPr lang="en-IN" smtClean="0"/>
              <a:t>23-02-2026</a:t>
            </a:fld>
            <a:endParaRPr lang="en-IN"/>
          </a:p>
        </p:txBody>
      </p:sp>
      <p:sp>
        <p:nvSpPr>
          <p:cNvPr id="5" name="Footer Placeholder 4">
            <a:extLst>
              <a:ext uri="{FF2B5EF4-FFF2-40B4-BE49-F238E27FC236}">
                <a16:creationId xmlns:a16="http://schemas.microsoft.com/office/drawing/2014/main" id="{97427C7C-EA7C-43D7-9C98-4953DDD98630}"/>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1C2FE119-F33A-43B2-ACCD-2210AE6CAA3B}"/>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390201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BDDC8D-D96B-4CF8-B742-313A77CEEA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82A008-CAC5-4BD4-B085-79537F13EA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EAE035-5983-430E-9A6F-966CA34E86D8}"/>
              </a:ext>
            </a:extLst>
          </p:cNvPr>
          <p:cNvSpPr>
            <a:spLocks noGrp="1"/>
          </p:cNvSpPr>
          <p:nvPr>
            <p:ph type="dt" sz="half" idx="10"/>
          </p:nvPr>
        </p:nvSpPr>
        <p:spPr/>
        <p:txBody>
          <a:bodyPr/>
          <a:lstStyle/>
          <a:p>
            <a:fld id="{6BA107A0-87E9-4CC3-9270-71225504F751}" type="datetime1">
              <a:rPr lang="en-IN" smtClean="0"/>
              <a:t>23-02-2026</a:t>
            </a:fld>
            <a:endParaRPr lang="en-IN"/>
          </a:p>
        </p:txBody>
      </p:sp>
      <p:sp>
        <p:nvSpPr>
          <p:cNvPr id="5" name="Footer Placeholder 4">
            <a:extLst>
              <a:ext uri="{FF2B5EF4-FFF2-40B4-BE49-F238E27FC236}">
                <a16:creationId xmlns:a16="http://schemas.microsoft.com/office/drawing/2014/main" id="{EA0E1584-0A77-4AB0-ABA1-EF7A9661F127}"/>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D0883395-9EB0-45A5-9312-7EF200F5F2AA}"/>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893628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8BE62EDF-FED8-F5B5-7C90-F5CA63CF79DE}"/>
              </a:ext>
            </a:extLst>
          </p:cNvPr>
          <p:cNvGrpSpPr>
            <a:grpSpLocks/>
          </p:cNvGrpSpPr>
          <p:nvPr/>
        </p:nvGrpSpPr>
        <p:grpSpPr bwMode="auto">
          <a:xfrm>
            <a:off x="6351" y="3276600"/>
            <a:ext cx="12183533" cy="152400"/>
            <a:chOff x="3" y="2064"/>
            <a:chExt cx="5756" cy="96"/>
          </a:xfrm>
        </p:grpSpPr>
        <p:sp>
          <p:nvSpPr>
            <p:cNvPr id="3" name="Rectangle 2">
              <a:extLst>
                <a:ext uri="{FF2B5EF4-FFF2-40B4-BE49-F238E27FC236}">
                  <a16:creationId xmlns:a16="http://schemas.microsoft.com/office/drawing/2014/main" id="{AB9CE5B3-028C-EF55-4A6E-C3B9E952157F}"/>
                </a:ext>
              </a:extLst>
            </p:cNvPr>
            <p:cNvSpPr>
              <a:spLocks noChangeArrowheads="1"/>
            </p:cNvSpPr>
            <p:nvPr/>
          </p:nvSpPr>
          <p:spPr bwMode="black">
            <a:xfrm>
              <a:off x="3" y="2064"/>
              <a:ext cx="5756" cy="47"/>
            </a:xfrm>
            <a:prstGeom prst="rect">
              <a:avLst/>
            </a:prstGeom>
            <a:gradFill rotWithShape="0">
              <a:gsLst>
                <a:gs pos="0">
                  <a:schemeClr val="bg2"/>
                </a:gs>
                <a:gs pos="50000">
                  <a:schemeClr val="tx2"/>
                </a:gs>
                <a:gs pos="100000">
                  <a:schemeClr val="bg2"/>
                </a:gs>
              </a:gsLst>
              <a:lin ang="0" scaled="1"/>
            </a:gradFill>
            <a:ln>
              <a:noFill/>
            </a:ln>
            <a:effectLst/>
          </p:spPr>
          <p:txBody>
            <a:bodyPr wrap="none" anchor="ctr"/>
            <a:lstStyle/>
            <a:p>
              <a:pPr>
                <a:spcBef>
                  <a:spcPct val="20000"/>
                </a:spcBef>
                <a:buClr>
                  <a:schemeClr val="tx2"/>
                </a:buClr>
                <a:buSzPct val="75000"/>
                <a:buFont typeface="Monotype Sorts" pitchFamily="2" charset="2"/>
                <a:buChar char="l"/>
                <a:defRPr/>
              </a:pPr>
              <a:endParaRPr lang="en-US" sz="1800"/>
            </a:p>
          </p:txBody>
        </p:sp>
        <p:sp>
          <p:nvSpPr>
            <p:cNvPr id="4" name="Rectangle 3">
              <a:extLst>
                <a:ext uri="{FF2B5EF4-FFF2-40B4-BE49-F238E27FC236}">
                  <a16:creationId xmlns:a16="http://schemas.microsoft.com/office/drawing/2014/main" id="{3FF8BB67-E2E0-67D7-0230-B3BAC9B465B2}"/>
                </a:ext>
              </a:extLst>
            </p:cNvPr>
            <p:cNvSpPr>
              <a:spLocks noChangeArrowheads="1"/>
            </p:cNvSpPr>
            <p:nvPr/>
          </p:nvSpPr>
          <p:spPr bwMode="black">
            <a:xfrm>
              <a:off x="3" y="2136"/>
              <a:ext cx="5756" cy="24"/>
            </a:xfrm>
            <a:prstGeom prst="rect">
              <a:avLst/>
            </a:prstGeom>
            <a:gradFill rotWithShape="0">
              <a:gsLst>
                <a:gs pos="0">
                  <a:schemeClr val="bg2"/>
                </a:gs>
                <a:gs pos="50000">
                  <a:schemeClr val="folHlink"/>
                </a:gs>
                <a:gs pos="100000">
                  <a:schemeClr val="bg2"/>
                </a:gs>
              </a:gsLst>
              <a:lin ang="0" scaled="1"/>
            </a:gradFill>
            <a:ln>
              <a:noFill/>
            </a:ln>
            <a:effectLst/>
          </p:spPr>
          <p:txBody>
            <a:bodyPr wrap="none" anchor="ctr"/>
            <a:lstStyle/>
            <a:p>
              <a:pPr>
                <a:spcBef>
                  <a:spcPct val="20000"/>
                </a:spcBef>
                <a:buClr>
                  <a:schemeClr val="tx2"/>
                </a:buClr>
                <a:buSzPct val="75000"/>
                <a:buFont typeface="Monotype Sorts" pitchFamily="2" charset="2"/>
                <a:buChar char="l"/>
                <a:defRPr/>
              </a:pPr>
              <a:endParaRPr lang="en-US" sz="1800"/>
            </a:p>
          </p:txBody>
        </p:sp>
      </p:grpSp>
      <p:sp>
        <p:nvSpPr>
          <p:cNvPr id="5122" name="Rectangle 2"/>
          <p:cNvSpPr>
            <a:spLocks noGrp="1" noChangeArrowheads="1"/>
          </p:cNvSpPr>
          <p:nvPr>
            <p:ph type="ctrTitle" sz="quarter"/>
          </p:nvPr>
        </p:nvSpPr>
        <p:spPr>
          <a:xfrm>
            <a:off x="914400" y="2057400"/>
            <a:ext cx="10363200" cy="1143000"/>
          </a:xfrm>
        </p:spPr>
        <p:txBody>
          <a:bodyPr/>
          <a:lstStyle>
            <a:lvl1pPr>
              <a:defRPr/>
            </a:lvl1pPr>
          </a:lstStyle>
          <a:p>
            <a:pPr lvl="0"/>
            <a:r>
              <a:rPr lang="en-US" altLang="zh-TW" noProof="0"/>
              <a:t>Click to edit Master title style</a:t>
            </a:r>
          </a:p>
        </p:txBody>
      </p:sp>
      <p:sp>
        <p:nvSpPr>
          <p:cNvPr id="5123" name="Rectangle 3"/>
          <p:cNvSpPr>
            <a:spLocks noGrp="1" noChangeArrowheads="1"/>
          </p:cNvSpPr>
          <p:nvPr>
            <p:ph type="subTitle" sz="quarter" idx="1"/>
          </p:nvPr>
        </p:nvSpPr>
        <p:spPr>
          <a:xfrm>
            <a:off x="1828800" y="4114800"/>
            <a:ext cx="8534400" cy="1752600"/>
          </a:xfrm>
        </p:spPr>
        <p:txBody>
          <a:bodyPr/>
          <a:lstStyle>
            <a:lvl1pPr marL="0" indent="0" algn="ctr">
              <a:buFont typeface="Monotype Sorts" pitchFamily="2" charset="2"/>
              <a:buNone/>
              <a:defRPr/>
            </a:lvl1pPr>
          </a:lstStyle>
          <a:p>
            <a:pPr lvl="0"/>
            <a:r>
              <a:rPr lang="en-US" altLang="zh-TW" noProof="0"/>
              <a:t>Click to edit Master subtitle style</a:t>
            </a:r>
          </a:p>
        </p:txBody>
      </p:sp>
      <p:sp>
        <p:nvSpPr>
          <p:cNvPr id="5" name="Date Placeholder 4">
            <a:extLst>
              <a:ext uri="{FF2B5EF4-FFF2-40B4-BE49-F238E27FC236}">
                <a16:creationId xmlns:a16="http://schemas.microsoft.com/office/drawing/2014/main" id="{7BEE7071-021B-94E2-904C-2F017942BAEE}"/>
              </a:ext>
            </a:extLst>
          </p:cNvPr>
          <p:cNvSpPr>
            <a:spLocks noGrp="1" noChangeArrowheads="1"/>
          </p:cNvSpPr>
          <p:nvPr>
            <p:ph type="dt" sz="quarter" idx="10"/>
          </p:nvPr>
        </p:nvSpPr>
        <p:spPr/>
        <p:txBody>
          <a:bodyPr/>
          <a:lstStyle>
            <a:lvl1pPr>
              <a:defRPr/>
            </a:lvl1pPr>
          </a:lstStyle>
          <a:p>
            <a:pPr>
              <a:defRPr/>
            </a:pPr>
            <a:endParaRPr lang="en-US" altLang="zh-TW"/>
          </a:p>
        </p:txBody>
      </p:sp>
      <p:sp>
        <p:nvSpPr>
          <p:cNvPr id="6" name="Footer Placeholder 5">
            <a:extLst>
              <a:ext uri="{FF2B5EF4-FFF2-40B4-BE49-F238E27FC236}">
                <a16:creationId xmlns:a16="http://schemas.microsoft.com/office/drawing/2014/main" id="{B2014B52-5B41-2925-6918-A015908A4AE5}"/>
              </a:ext>
            </a:extLst>
          </p:cNvPr>
          <p:cNvSpPr>
            <a:spLocks noGrp="1" noChangeArrowheads="1"/>
          </p:cNvSpPr>
          <p:nvPr>
            <p:ph type="ftr" sz="quarter" idx="11"/>
          </p:nvPr>
        </p:nvSpPr>
        <p:spPr/>
        <p:txBody>
          <a:bodyPr/>
          <a:lstStyle>
            <a:lvl1pPr>
              <a:defRPr/>
            </a:lvl1pPr>
          </a:lstStyle>
          <a:p>
            <a:pPr>
              <a:defRPr/>
            </a:pPr>
            <a:endParaRPr lang="en-US" altLang="zh-TW"/>
          </a:p>
        </p:txBody>
      </p:sp>
      <p:sp>
        <p:nvSpPr>
          <p:cNvPr id="7" name="Slide Number Placeholder 6">
            <a:extLst>
              <a:ext uri="{FF2B5EF4-FFF2-40B4-BE49-F238E27FC236}">
                <a16:creationId xmlns:a16="http://schemas.microsoft.com/office/drawing/2014/main" id="{5B640CFC-7C29-5FE5-1205-86FA2DF38BDB}"/>
              </a:ext>
            </a:extLst>
          </p:cNvPr>
          <p:cNvSpPr>
            <a:spLocks noGrp="1" noChangeArrowheads="1"/>
          </p:cNvSpPr>
          <p:nvPr>
            <p:ph type="sldNum" sz="quarter" idx="12"/>
          </p:nvPr>
        </p:nvSpPr>
        <p:spPr>
          <a:xfrm>
            <a:off x="8737600" y="6248400"/>
            <a:ext cx="2540000" cy="457200"/>
          </a:xfrm>
        </p:spPr>
        <p:txBody>
          <a:bodyPr/>
          <a:lstStyle>
            <a:lvl1pPr>
              <a:defRPr/>
            </a:lvl1pPr>
          </a:lstStyle>
          <a:p>
            <a:pPr>
              <a:defRPr/>
            </a:pPr>
            <a:fld id="{0CA70B4F-6882-44EF-868B-E698862C3C5E}" type="slidenum">
              <a:rPr lang="zh-TW" altLang="en-US"/>
              <a:pPr>
                <a:defRPr/>
              </a:pPr>
              <a:t>‹#›</a:t>
            </a:fld>
            <a:endParaRPr lang="en-US" altLang="zh-TW"/>
          </a:p>
        </p:txBody>
      </p:sp>
    </p:spTree>
    <p:extLst>
      <p:ext uri="{BB962C8B-B14F-4D97-AF65-F5344CB8AC3E}">
        <p14:creationId xmlns:p14="http://schemas.microsoft.com/office/powerpoint/2010/main" val="584936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969FA5D-53E6-2815-D1CF-8113DCFCF16D}"/>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CD575049-7245-54B3-100C-CA3984209062}"/>
              </a:ext>
            </a:extLst>
          </p:cNvPr>
          <p:cNvSpPr>
            <a:spLocks noGrp="1" noChangeArrowheads="1"/>
          </p:cNvSpPr>
          <p:nvPr>
            <p:ph type="sldNum" sz="quarter" idx="11"/>
          </p:nvPr>
        </p:nvSpPr>
        <p:spPr>
          <a:ln/>
        </p:spPr>
        <p:txBody>
          <a:bodyPr/>
          <a:lstStyle>
            <a:lvl1pPr>
              <a:defRPr/>
            </a:lvl1pPr>
          </a:lstStyle>
          <a:p>
            <a:pPr>
              <a:defRPr/>
            </a:pPr>
            <a:fld id="{E9CC0F72-9140-42AB-9C8A-01A92B9A3FBE}" type="slidenum">
              <a:rPr lang="zh-TW" altLang="en-US"/>
              <a:pPr>
                <a:defRPr/>
              </a:pPr>
              <a:t>‹#›</a:t>
            </a:fld>
            <a:endParaRPr lang="en-US" altLang="zh-TW"/>
          </a:p>
        </p:txBody>
      </p:sp>
      <p:sp>
        <p:nvSpPr>
          <p:cNvPr id="6" name="Rectangle 7">
            <a:extLst>
              <a:ext uri="{FF2B5EF4-FFF2-40B4-BE49-F238E27FC236}">
                <a16:creationId xmlns:a16="http://schemas.microsoft.com/office/drawing/2014/main" id="{EDD1521B-96C2-B354-B8AC-D503FCAC63D3}"/>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2624554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C5313D9F-F05F-6B2B-78EA-49665EFF1C9A}"/>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8F106EE7-A292-8FF2-A2B0-F96C447F2F59}"/>
              </a:ext>
            </a:extLst>
          </p:cNvPr>
          <p:cNvSpPr>
            <a:spLocks noGrp="1" noChangeArrowheads="1"/>
          </p:cNvSpPr>
          <p:nvPr>
            <p:ph type="sldNum" sz="quarter" idx="11"/>
          </p:nvPr>
        </p:nvSpPr>
        <p:spPr>
          <a:ln/>
        </p:spPr>
        <p:txBody>
          <a:bodyPr/>
          <a:lstStyle>
            <a:lvl1pPr>
              <a:defRPr/>
            </a:lvl1pPr>
          </a:lstStyle>
          <a:p>
            <a:pPr>
              <a:defRPr/>
            </a:pPr>
            <a:fld id="{DD7BAEFB-29A6-4F68-9FA5-5A5602456848}" type="slidenum">
              <a:rPr lang="zh-TW" altLang="en-US"/>
              <a:pPr>
                <a:defRPr/>
              </a:pPr>
              <a:t>‹#›</a:t>
            </a:fld>
            <a:endParaRPr lang="en-US" altLang="zh-TW"/>
          </a:p>
        </p:txBody>
      </p:sp>
      <p:sp>
        <p:nvSpPr>
          <p:cNvPr id="6" name="Rectangle 7">
            <a:extLst>
              <a:ext uri="{FF2B5EF4-FFF2-40B4-BE49-F238E27FC236}">
                <a16:creationId xmlns:a16="http://schemas.microsoft.com/office/drawing/2014/main" id="{EE5C1147-54EC-A136-D98D-FEA2B12C3E6C}"/>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2617009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76400"/>
            <a:ext cx="51308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676400"/>
            <a:ext cx="51308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4A3897B-B5FD-64D3-DB14-0B884D436E0D}"/>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5">
            <a:extLst>
              <a:ext uri="{FF2B5EF4-FFF2-40B4-BE49-F238E27FC236}">
                <a16:creationId xmlns:a16="http://schemas.microsoft.com/office/drawing/2014/main" id="{1F2B52FC-95BE-A656-3094-738AD3694925}"/>
              </a:ext>
            </a:extLst>
          </p:cNvPr>
          <p:cNvSpPr>
            <a:spLocks noGrp="1" noChangeArrowheads="1"/>
          </p:cNvSpPr>
          <p:nvPr>
            <p:ph type="sldNum" sz="quarter" idx="11"/>
          </p:nvPr>
        </p:nvSpPr>
        <p:spPr>
          <a:ln/>
        </p:spPr>
        <p:txBody>
          <a:bodyPr/>
          <a:lstStyle>
            <a:lvl1pPr>
              <a:defRPr/>
            </a:lvl1pPr>
          </a:lstStyle>
          <a:p>
            <a:pPr>
              <a:defRPr/>
            </a:pPr>
            <a:fld id="{321E6BBE-AE95-440B-8E05-1A263C2153A0}" type="slidenum">
              <a:rPr lang="zh-TW" altLang="en-US"/>
              <a:pPr>
                <a:defRPr/>
              </a:pPr>
              <a:t>‹#›</a:t>
            </a:fld>
            <a:endParaRPr lang="en-US" altLang="zh-TW"/>
          </a:p>
        </p:txBody>
      </p:sp>
      <p:sp>
        <p:nvSpPr>
          <p:cNvPr id="7" name="Rectangle 7">
            <a:extLst>
              <a:ext uri="{FF2B5EF4-FFF2-40B4-BE49-F238E27FC236}">
                <a16:creationId xmlns:a16="http://schemas.microsoft.com/office/drawing/2014/main" id="{9D14920E-5AB7-8BDF-7209-545C7A4BBA41}"/>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704225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E1140F1-293B-2A13-789C-ECC48E94F35B}"/>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8" name="Rectangle 5">
            <a:extLst>
              <a:ext uri="{FF2B5EF4-FFF2-40B4-BE49-F238E27FC236}">
                <a16:creationId xmlns:a16="http://schemas.microsoft.com/office/drawing/2014/main" id="{A156A3DD-12CF-A52A-9813-30F1D3BAC94B}"/>
              </a:ext>
            </a:extLst>
          </p:cNvPr>
          <p:cNvSpPr>
            <a:spLocks noGrp="1" noChangeArrowheads="1"/>
          </p:cNvSpPr>
          <p:nvPr>
            <p:ph type="sldNum" sz="quarter" idx="11"/>
          </p:nvPr>
        </p:nvSpPr>
        <p:spPr>
          <a:ln/>
        </p:spPr>
        <p:txBody>
          <a:bodyPr/>
          <a:lstStyle>
            <a:lvl1pPr>
              <a:defRPr/>
            </a:lvl1pPr>
          </a:lstStyle>
          <a:p>
            <a:pPr>
              <a:defRPr/>
            </a:pPr>
            <a:fld id="{0A967EAE-7A33-477A-8227-3F19EFD16386}" type="slidenum">
              <a:rPr lang="zh-TW" altLang="en-US"/>
              <a:pPr>
                <a:defRPr/>
              </a:pPr>
              <a:t>‹#›</a:t>
            </a:fld>
            <a:endParaRPr lang="en-US" altLang="zh-TW"/>
          </a:p>
        </p:txBody>
      </p:sp>
      <p:sp>
        <p:nvSpPr>
          <p:cNvPr id="9" name="Rectangle 7">
            <a:extLst>
              <a:ext uri="{FF2B5EF4-FFF2-40B4-BE49-F238E27FC236}">
                <a16:creationId xmlns:a16="http://schemas.microsoft.com/office/drawing/2014/main" id="{B6504036-5E86-73E2-5E62-D1A14F1F3B66}"/>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412737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FE3D4AD-D3AA-14B1-32FD-8596F9A7DB7E}"/>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4" name="Rectangle 5">
            <a:extLst>
              <a:ext uri="{FF2B5EF4-FFF2-40B4-BE49-F238E27FC236}">
                <a16:creationId xmlns:a16="http://schemas.microsoft.com/office/drawing/2014/main" id="{B9EC65E2-52DA-6DA8-A712-222DF7FAB628}"/>
              </a:ext>
            </a:extLst>
          </p:cNvPr>
          <p:cNvSpPr>
            <a:spLocks noGrp="1" noChangeArrowheads="1"/>
          </p:cNvSpPr>
          <p:nvPr>
            <p:ph type="sldNum" sz="quarter" idx="11"/>
          </p:nvPr>
        </p:nvSpPr>
        <p:spPr>
          <a:ln/>
        </p:spPr>
        <p:txBody>
          <a:bodyPr/>
          <a:lstStyle>
            <a:lvl1pPr>
              <a:defRPr/>
            </a:lvl1pPr>
          </a:lstStyle>
          <a:p>
            <a:pPr>
              <a:defRPr/>
            </a:pPr>
            <a:fld id="{2FBDD0F6-B25E-46A5-B164-88B46544F6A0}" type="slidenum">
              <a:rPr lang="zh-TW" altLang="en-US"/>
              <a:pPr>
                <a:defRPr/>
              </a:pPr>
              <a:t>‹#›</a:t>
            </a:fld>
            <a:endParaRPr lang="en-US" altLang="zh-TW"/>
          </a:p>
        </p:txBody>
      </p:sp>
      <p:sp>
        <p:nvSpPr>
          <p:cNvPr id="5" name="Rectangle 7">
            <a:extLst>
              <a:ext uri="{FF2B5EF4-FFF2-40B4-BE49-F238E27FC236}">
                <a16:creationId xmlns:a16="http://schemas.microsoft.com/office/drawing/2014/main" id="{989064BD-A264-1620-29DC-D95BF94AB57D}"/>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33380339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16AEACE-EDAF-AD46-F7E1-7981A9D94DDA}"/>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3" name="Rectangle 5">
            <a:extLst>
              <a:ext uri="{FF2B5EF4-FFF2-40B4-BE49-F238E27FC236}">
                <a16:creationId xmlns:a16="http://schemas.microsoft.com/office/drawing/2014/main" id="{4CE7D385-64E8-9504-1B52-107040631496}"/>
              </a:ext>
            </a:extLst>
          </p:cNvPr>
          <p:cNvSpPr>
            <a:spLocks noGrp="1" noChangeArrowheads="1"/>
          </p:cNvSpPr>
          <p:nvPr>
            <p:ph type="sldNum" sz="quarter" idx="11"/>
          </p:nvPr>
        </p:nvSpPr>
        <p:spPr>
          <a:ln/>
        </p:spPr>
        <p:txBody>
          <a:bodyPr/>
          <a:lstStyle>
            <a:lvl1pPr>
              <a:defRPr/>
            </a:lvl1pPr>
          </a:lstStyle>
          <a:p>
            <a:pPr>
              <a:defRPr/>
            </a:pPr>
            <a:fld id="{78EFFB45-5645-4ADF-81FF-9EB1782704CD}" type="slidenum">
              <a:rPr lang="zh-TW" altLang="en-US"/>
              <a:pPr>
                <a:defRPr/>
              </a:pPr>
              <a:t>‹#›</a:t>
            </a:fld>
            <a:endParaRPr lang="en-US" altLang="zh-TW"/>
          </a:p>
        </p:txBody>
      </p:sp>
      <p:sp>
        <p:nvSpPr>
          <p:cNvPr id="4" name="Rectangle 7">
            <a:extLst>
              <a:ext uri="{FF2B5EF4-FFF2-40B4-BE49-F238E27FC236}">
                <a16:creationId xmlns:a16="http://schemas.microsoft.com/office/drawing/2014/main" id="{7392EEDD-F0B5-3F7D-3469-86A07BD9BBBB}"/>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26282530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0AD1B3FC-BDCF-9FD0-8EF4-5E96578346FB}"/>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5">
            <a:extLst>
              <a:ext uri="{FF2B5EF4-FFF2-40B4-BE49-F238E27FC236}">
                <a16:creationId xmlns:a16="http://schemas.microsoft.com/office/drawing/2014/main" id="{2C34DBDC-5E3A-5580-6CA7-3B840F96E110}"/>
              </a:ext>
            </a:extLst>
          </p:cNvPr>
          <p:cNvSpPr>
            <a:spLocks noGrp="1" noChangeArrowheads="1"/>
          </p:cNvSpPr>
          <p:nvPr>
            <p:ph type="sldNum" sz="quarter" idx="11"/>
          </p:nvPr>
        </p:nvSpPr>
        <p:spPr>
          <a:ln/>
        </p:spPr>
        <p:txBody>
          <a:bodyPr/>
          <a:lstStyle>
            <a:lvl1pPr>
              <a:defRPr/>
            </a:lvl1pPr>
          </a:lstStyle>
          <a:p>
            <a:pPr>
              <a:defRPr/>
            </a:pPr>
            <a:fld id="{9E164799-7CCC-48AA-A7FA-CF905AA49908}" type="slidenum">
              <a:rPr lang="zh-TW" altLang="en-US"/>
              <a:pPr>
                <a:defRPr/>
              </a:pPr>
              <a:t>‹#›</a:t>
            </a:fld>
            <a:endParaRPr lang="en-US" altLang="zh-TW"/>
          </a:p>
        </p:txBody>
      </p:sp>
      <p:sp>
        <p:nvSpPr>
          <p:cNvPr id="7" name="Rectangle 7">
            <a:extLst>
              <a:ext uri="{FF2B5EF4-FFF2-40B4-BE49-F238E27FC236}">
                <a16:creationId xmlns:a16="http://schemas.microsoft.com/office/drawing/2014/main" id="{D10198F1-684C-6033-BC6B-515155190E30}"/>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235286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7226E39C-3C14-1BE7-E24D-179F2E7893CE}"/>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5">
            <a:extLst>
              <a:ext uri="{FF2B5EF4-FFF2-40B4-BE49-F238E27FC236}">
                <a16:creationId xmlns:a16="http://schemas.microsoft.com/office/drawing/2014/main" id="{5AA0562A-25A3-F356-DDF9-6EDBA70FE630}"/>
              </a:ext>
            </a:extLst>
          </p:cNvPr>
          <p:cNvSpPr>
            <a:spLocks noGrp="1" noChangeArrowheads="1"/>
          </p:cNvSpPr>
          <p:nvPr>
            <p:ph type="sldNum" sz="quarter" idx="11"/>
          </p:nvPr>
        </p:nvSpPr>
        <p:spPr>
          <a:ln/>
        </p:spPr>
        <p:txBody>
          <a:bodyPr/>
          <a:lstStyle>
            <a:lvl1pPr>
              <a:defRPr/>
            </a:lvl1pPr>
          </a:lstStyle>
          <a:p>
            <a:pPr>
              <a:defRPr/>
            </a:pPr>
            <a:fld id="{09C86D6D-7416-4856-95FA-D4226CD1AF26}" type="slidenum">
              <a:rPr lang="zh-TW" altLang="en-US"/>
              <a:pPr>
                <a:defRPr/>
              </a:pPr>
              <a:t>‹#›</a:t>
            </a:fld>
            <a:endParaRPr lang="en-US" altLang="zh-TW"/>
          </a:p>
        </p:txBody>
      </p:sp>
      <p:sp>
        <p:nvSpPr>
          <p:cNvPr id="7" name="Rectangle 7">
            <a:extLst>
              <a:ext uri="{FF2B5EF4-FFF2-40B4-BE49-F238E27FC236}">
                <a16:creationId xmlns:a16="http://schemas.microsoft.com/office/drawing/2014/main" id="{2B892625-CCCA-7B7B-7998-EAAC3AA61291}"/>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8719920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3CE999C-E9A8-192A-8653-234FAE5A6C07}"/>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B8A4D4F7-D510-0049-0951-960D146E4006}"/>
              </a:ext>
            </a:extLst>
          </p:cNvPr>
          <p:cNvSpPr>
            <a:spLocks noGrp="1" noChangeArrowheads="1"/>
          </p:cNvSpPr>
          <p:nvPr>
            <p:ph type="sldNum" sz="quarter" idx="11"/>
          </p:nvPr>
        </p:nvSpPr>
        <p:spPr>
          <a:ln/>
        </p:spPr>
        <p:txBody>
          <a:bodyPr/>
          <a:lstStyle>
            <a:lvl1pPr>
              <a:defRPr/>
            </a:lvl1pPr>
          </a:lstStyle>
          <a:p>
            <a:pPr>
              <a:defRPr/>
            </a:pPr>
            <a:fld id="{ABB0D1BB-ABFA-4E51-A29D-437EDAF2C311}" type="slidenum">
              <a:rPr lang="zh-TW" altLang="en-US"/>
              <a:pPr>
                <a:defRPr/>
              </a:pPr>
              <a:t>‹#›</a:t>
            </a:fld>
            <a:endParaRPr lang="en-US" altLang="zh-TW"/>
          </a:p>
        </p:txBody>
      </p:sp>
      <p:sp>
        <p:nvSpPr>
          <p:cNvPr id="6" name="Rectangle 7">
            <a:extLst>
              <a:ext uri="{FF2B5EF4-FFF2-40B4-BE49-F238E27FC236}">
                <a16:creationId xmlns:a16="http://schemas.microsoft.com/office/drawing/2014/main" id="{D6555A5D-985E-2953-1185-648311A5A602}"/>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2499525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61400" y="228600"/>
            <a:ext cx="2616200" cy="6248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28600"/>
            <a:ext cx="7645400" cy="6248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672C711-D1A6-C41D-CF48-2B17A4D8DC7E}"/>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DAA6B45F-1507-F25F-B044-91FEBC60D4B1}"/>
              </a:ext>
            </a:extLst>
          </p:cNvPr>
          <p:cNvSpPr>
            <a:spLocks noGrp="1" noChangeArrowheads="1"/>
          </p:cNvSpPr>
          <p:nvPr>
            <p:ph type="sldNum" sz="quarter" idx="11"/>
          </p:nvPr>
        </p:nvSpPr>
        <p:spPr>
          <a:ln/>
        </p:spPr>
        <p:txBody>
          <a:bodyPr/>
          <a:lstStyle>
            <a:lvl1pPr>
              <a:defRPr/>
            </a:lvl1pPr>
          </a:lstStyle>
          <a:p>
            <a:pPr>
              <a:defRPr/>
            </a:pPr>
            <a:fld id="{EFA313C5-4E8E-4EDF-B870-03B2C720AC71}" type="slidenum">
              <a:rPr lang="zh-TW" altLang="en-US"/>
              <a:pPr>
                <a:defRPr/>
              </a:pPr>
              <a:t>‹#›</a:t>
            </a:fld>
            <a:endParaRPr lang="en-US" altLang="zh-TW"/>
          </a:p>
        </p:txBody>
      </p:sp>
      <p:sp>
        <p:nvSpPr>
          <p:cNvPr id="6" name="Rectangle 7">
            <a:extLst>
              <a:ext uri="{FF2B5EF4-FFF2-40B4-BE49-F238E27FC236}">
                <a16:creationId xmlns:a16="http://schemas.microsoft.com/office/drawing/2014/main" id="{839E95A5-0BC8-6B13-2946-116EBBD3B0DB}"/>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896634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AD288-1245-6486-DFBF-A58C606768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115F82-47AF-6D3F-BBFE-915C07C875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E642D8-D4C9-8C3A-2654-8C3F2B0A6A80}"/>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6F1534A6-AF2A-B28D-A513-76E3BEEFE9A6}"/>
              </a:ext>
            </a:extLst>
          </p:cNvPr>
          <p:cNvSpPr>
            <a:spLocks noGrp="1"/>
          </p:cNvSpPr>
          <p:nvPr>
            <p:ph type="ftr" sz="quarter" idx="11"/>
          </p:nvPr>
        </p:nvSpPr>
        <p:spPr/>
        <p:txBody>
          <a:bodyPr/>
          <a:lstStyle>
            <a:lvl1pPr>
              <a:defRPr/>
            </a:lvl1pPr>
          </a:lstStyle>
          <a:p>
            <a:r>
              <a:rPr lang="en-US" altLang="en-US"/>
              <a:t>Data Structures and Algorithms</a:t>
            </a:r>
          </a:p>
        </p:txBody>
      </p:sp>
      <p:sp>
        <p:nvSpPr>
          <p:cNvPr id="6" name="Slide Number Placeholder 5">
            <a:extLst>
              <a:ext uri="{FF2B5EF4-FFF2-40B4-BE49-F238E27FC236}">
                <a16:creationId xmlns:a16="http://schemas.microsoft.com/office/drawing/2014/main" id="{8F863663-9A30-EB50-F5C4-F50015C8B0FA}"/>
              </a:ext>
            </a:extLst>
          </p:cNvPr>
          <p:cNvSpPr>
            <a:spLocks noGrp="1"/>
          </p:cNvSpPr>
          <p:nvPr>
            <p:ph type="sldNum" sz="quarter" idx="12"/>
          </p:nvPr>
        </p:nvSpPr>
        <p:spPr/>
        <p:txBody>
          <a:bodyPr/>
          <a:lstStyle>
            <a:lvl1pPr>
              <a:defRPr/>
            </a:lvl1pPr>
          </a:lstStyle>
          <a:p>
            <a:fld id="{21338953-FD30-4967-8352-487D73DCDF20}" type="slidenum">
              <a:rPr lang="en-US" altLang="en-US"/>
              <a:pPr/>
              <a:t>‹#›</a:t>
            </a:fld>
            <a:endParaRPr lang="en-US" altLang="en-US"/>
          </a:p>
        </p:txBody>
      </p:sp>
    </p:spTree>
    <p:extLst>
      <p:ext uri="{BB962C8B-B14F-4D97-AF65-F5344CB8AC3E}">
        <p14:creationId xmlns:p14="http://schemas.microsoft.com/office/powerpoint/2010/main" val="42087270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DE96C-4E57-5493-DDEC-487E955C22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EFC62A-A7C4-1D24-9E40-80FDD654E1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236EEF-A53A-A6DA-63E6-4D84C6BF9DCC}"/>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89FCF910-84BF-D9C7-748C-843FDE38F1DC}"/>
              </a:ext>
            </a:extLst>
          </p:cNvPr>
          <p:cNvSpPr>
            <a:spLocks noGrp="1"/>
          </p:cNvSpPr>
          <p:nvPr>
            <p:ph type="ftr" sz="quarter" idx="11"/>
          </p:nvPr>
        </p:nvSpPr>
        <p:spPr/>
        <p:txBody>
          <a:bodyPr/>
          <a:lstStyle>
            <a:lvl1pPr>
              <a:defRPr/>
            </a:lvl1pPr>
          </a:lstStyle>
          <a:p>
            <a:r>
              <a:rPr lang="en-US" altLang="en-US"/>
              <a:t>Data Structures and Algorithms</a:t>
            </a:r>
          </a:p>
        </p:txBody>
      </p:sp>
      <p:sp>
        <p:nvSpPr>
          <p:cNvPr id="6" name="Slide Number Placeholder 5">
            <a:extLst>
              <a:ext uri="{FF2B5EF4-FFF2-40B4-BE49-F238E27FC236}">
                <a16:creationId xmlns:a16="http://schemas.microsoft.com/office/drawing/2014/main" id="{8B59CE7A-8AB6-1FD1-28C7-B87B3732DE66}"/>
              </a:ext>
            </a:extLst>
          </p:cNvPr>
          <p:cNvSpPr>
            <a:spLocks noGrp="1"/>
          </p:cNvSpPr>
          <p:nvPr>
            <p:ph type="sldNum" sz="quarter" idx="12"/>
          </p:nvPr>
        </p:nvSpPr>
        <p:spPr/>
        <p:txBody>
          <a:bodyPr/>
          <a:lstStyle>
            <a:lvl1pPr>
              <a:defRPr/>
            </a:lvl1pPr>
          </a:lstStyle>
          <a:p>
            <a:fld id="{4C8E6EC9-C047-4F18-A7C0-16982AB759B9}" type="slidenum">
              <a:rPr lang="en-US" altLang="en-US"/>
              <a:pPr/>
              <a:t>‹#›</a:t>
            </a:fld>
            <a:endParaRPr lang="en-US" altLang="en-US"/>
          </a:p>
        </p:txBody>
      </p:sp>
    </p:spTree>
    <p:extLst>
      <p:ext uri="{BB962C8B-B14F-4D97-AF65-F5344CB8AC3E}">
        <p14:creationId xmlns:p14="http://schemas.microsoft.com/office/powerpoint/2010/main" val="16172870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A8851-569A-3B9D-509C-72372E49D31A}"/>
              </a:ext>
            </a:extLst>
          </p:cNvPr>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2958D9-B3CF-5C4A-4304-F10266F2C5AF}"/>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E917D062-388E-DF30-D398-C5847578D27A}"/>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CF927B50-7BA3-F9FC-E83B-843B53283BFC}"/>
              </a:ext>
            </a:extLst>
          </p:cNvPr>
          <p:cNvSpPr>
            <a:spLocks noGrp="1"/>
          </p:cNvSpPr>
          <p:nvPr>
            <p:ph type="ftr" sz="quarter" idx="11"/>
          </p:nvPr>
        </p:nvSpPr>
        <p:spPr/>
        <p:txBody>
          <a:bodyPr/>
          <a:lstStyle>
            <a:lvl1pPr>
              <a:defRPr/>
            </a:lvl1pPr>
          </a:lstStyle>
          <a:p>
            <a:r>
              <a:rPr lang="en-US" altLang="en-US"/>
              <a:t>Data Structures and Algorithms</a:t>
            </a:r>
          </a:p>
        </p:txBody>
      </p:sp>
      <p:sp>
        <p:nvSpPr>
          <p:cNvPr id="6" name="Slide Number Placeholder 5">
            <a:extLst>
              <a:ext uri="{FF2B5EF4-FFF2-40B4-BE49-F238E27FC236}">
                <a16:creationId xmlns:a16="http://schemas.microsoft.com/office/drawing/2014/main" id="{CB7C7A71-D705-F885-EAA1-7273A616C243}"/>
              </a:ext>
            </a:extLst>
          </p:cNvPr>
          <p:cNvSpPr>
            <a:spLocks noGrp="1"/>
          </p:cNvSpPr>
          <p:nvPr>
            <p:ph type="sldNum" sz="quarter" idx="12"/>
          </p:nvPr>
        </p:nvSpPr>
        <p:spPr/>
        <p:txBody>
          <a:bodyPr/>
          <a:lstStyle>
            <a:lvl1pPr>
              <a:defRPr/>
            </a:lvl1pPr>
          </a:lstStyle>
          <a:p>
            <a:fld id="{68C55808-2BC8-4DCB-9B49-0C469AD32B81}" type="slidenum">
              <a:rPr lang="en-US" altLang="en-US"/>
              <a:pPr/>
              <a:t>‹#›</a:t>
            </a:fld>
            <a:endParaRPr lang="en-US" altLang="en-US"/>
          </a:p>
        </p:txBody>
      </p:sp>
    </p:spTree>
    <p:extLst>
      <p:ext uri="{BB962C8B-B14F-4D97-AF65-F5344CB8AC3E}">
        <p14:creationId xmlns:p14="http://schemas.microsoft.com/office/powerpoint/2010/main" val="30490138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8A2BF-F663-FABA-77D9-086B019509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A648E5-EA1C-BF8E-D805-B0A6B28C9B59}"/>
              </a:ext>
            </a:extLst>
          </p:cNvPr>
          <p:cNvSpPr>
            <a:spLocks noGrp="1"/>
          </p:cNvSpPr>
          <p:nvPr>
            <p:ph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A80526-5824-5F23-2979-C0A092E96888}"/>
              </a:ext>
            </a:extLst>
          </p:cNvPr>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C23FAA-64EE-27D6-948A-19A957485A15}"/>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C74D0941-7CBE-FD6A-A367-94BD60458600}"/>
              </a:ext>
            </a:extLst>
          </p:cNvPr>
          <p:cNvSpPr>
            <a:spLocks noGrp="1"/>
          </p:cNvSpPr>
          <p:nvPr>
            <p:ph type="ftr" sz="quarter" idx="11"/>
          </p:nvPr>
        </p:nvSpPr>
        <p:spPr/>
        <p:txBody>
          <a:bodyPr/>
          <a:lstStyle>
            <a:lvl1pPr>
              <a:defRPr/>
            </a:lvl1pPr>
          </a:lstStyle>
          <a:p>
            <a:r>
              <a:rPr lang="en-US" altLang="en-US"/>
              <a:t>Data Structures and Algorithms</a:t>
            </a:r>
          </a:p>
        </p:txBody>
      </p:sp>
      <p:sp>
        <p:nvSpPr>
          <p:cNvPr id="7" name="Slide Number Placeholder 6">
            <a:extLst>
              <a:ext uri="{FF2B5EF4-FFF2-40B4-BE49-F238E27FC236}">
                <a16:creationId xmlns:a16="http://schemas.microsoft.com/office/drawing/2014/main" id="{7B035F0F-A608-C25D-6D5C-FACA1D0F96F6}"/>
              </a:ext>
            </a:extLst>
          </p:cNvPr>
          <p:cNvSpPr>
            <a:spLocks noGrp="1"/>
          </p:cNvSpPr>
          <p:nvPr>
            <p:ph type="sldNum" sz="quarter" idx="12"/>
          </p:nvPr>
        </p:nvSpPr>
        <p:spPr/>
        <p:txBody>
          <a:bodyPr/>
          <a:lstStyle>
            <a:lvl1pPr>
              <a:defRPr/>
            </a:lvl1pPr>
          </a:lstStyle>
          <a:p>
            <a:fld id="{D58821D6-7294-4C99-B1BC-76A6AE01D9FF}" type="slidenum">
              <a:rPr lang="en-US" altLang="en-US"/>
              <a:pPr/>
              <a:t>‹#›</a:t>
            </a:fld>
            <a:endParaRPr lang="en-US" altLang="en-US"/>
          </a:p>
        </p:txBody>
      </p:sp>
    </p:spTree>
    <p:extLst>
      <p:ext uri="{BB962C8B-B14F-4D97-AF65-F5344CB8AC3E}">
        <p14:creationId xmlns:p14="http://schemas.microsoft.com/office/powerpoint/2010/main" val="41411298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6CF6-3089-A412-84AA-EA1EEDCAED37}"/>
              </a:ext>
            </a:extLst>
          </p:cNvPr>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C34804-51DA-D2FB-18CF-92057EB0A084}"/>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A66F45-3C53-EDB5-03D0-5FE197762E34}"/>
              </a:ext>
            </a:extLst>
          </p:cNvPr>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1E3DB5-F717-3C98-CC70-C3530140C17C}"/>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62284C-E9C2-7018-C286-00E130AAA0ED}"/>
              </a:ext>
            </a:extLst>
          </p:cNvPr>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1B2ACC-10EB-D2CE-AFD6-9919D3736076}"/>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A721819C-F3B2-71BC-E84B-4D3D5BA55C87}"/>
              </a:ext>
            </a:extLst>
          </p:cNvPr>
          <p:cNvSpPr>
            <a:spLocks noGrp="1"/>
          </p:cNvSpPr>
          <p:nvPr>
            <p:ph type="ftr" sz="quarter" idx="11"/>
          </p:nvPr>
        </p:nvSpPr>
        <p:spPr/>
        <p:txBody>
          <a:bodyPr/>
          <a:lstStyle>
            <a:lvl1pPr>
              <a:defRPr/>
            </a:lvl1pPr>
          </a:lstStyle>
          <a:p>
            <a:r>
              <a:rPr lang="en-US" altLang="en-US"/>
              <a:t>Data Structures and Algorithms</a:t>
            </a:r>
          </a:p>
        </p:txBody>
      </p:sp>
      <p:sp>
        <p:nvSpPr>
          <p:cNvPr id="9" name="Slide Number Placeholder 8">
            <a:extLst>
              <a:ext uri="{FF2B5EF4-FFF2-40B4-BE49-F238E27FC236}">
                <a16:creationId xmlns:a16="http://schemas.microsoft.com/office/drawing/2014/main" id="{D3B0FDE9-4D8E-1755-86DE-C7CAE2300A89}"/>
              </a:ext>
            </a:extLst>
          </p:cNvPr>
          <p:cNvSpPr>
            <a:spLocks noGrp="1"/>
          </p:cNvSpPr>
          <p:nvPr>
            <p:ph type="sldNum" sz="quarter" idx="12"/>
          </p:nvPr>
        </p:nvSpPr>
        <p:spPr/>
        <p:txBody>
          <a:bodyPr/>
          <a:lstStyle>
            <a:lvl1pPr>
              <a:defRPr/>
            </a:lvl1pPr>
          </a:lstStyle>
          <a:p>
            <a:fld id="{D0235301-AFE7-4F69-BA4F-267A3600AF4C}" type="slidenum">
              <a:rPr lang="en-US" altLang="en-US"/>
              <a:pPr/>
              <a:t>‹#›</a:t>
            </a:fld>
            <a:endParaRPr lang="en-US" altLang="en-US"/>
          </a:p>
        </p:txBody>
      </p:sp>
    </p:spTree>
    <p:extLst>
      <p:ext uri="{BB962C8B-B14F-4D97-AF65-F5344CB8AC3E}">
        <p14:creationId xmlns:p14="http://schemas.microsoft.com/office/powerpoint/2010/main" val="17284149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017CB-D824-ED41-97AE-77D766A3BC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51CFC0-EA52-468F-BD6E-95765CC616EA}"/>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A3CD5249-740D-EA45-664D-EE77400F387B}"/>
              </a:ext>
            </a:extLst>
          </p:cNvPr>
          <p:cNvSpPr>
            <a:spLocks noGrp="1"/>
          </p:cNvSpPr>
          <p:nvPr>
            <p:ph type="ftr" sz="quarter" idx="11"/>
          </p:nvPr>
        </p:nvSpPr>
        <p:spPr/>
        <p:txBody>
          <a:bodyPr/>
          <a:lstStyle>
            <a:lvl1pPr>
              <a:defRPr/>
            </a:lvl1pPr>
          </a:lstStyle>
          <a:p>
            <a:r>
              <a:rPr lang="en-US" altLang="en-US"/>
              <a:t>Data Structures and Algorithms</a:t>
            </a:r>
          </a:p>
        </p:txBody>
      </p:sp>
      <p:sp>
        <p:nvSpPr>
          <p:cNvPr id="5" name="Slide Number Placeholder 4">
            <a:extLst>
              <a:ext uri="{FF2B5EF4-FFF2-40B4-BE49-F238E27FC236}">
                <a16:creationId xmlns:a16="http://schemas.microsoft.com/office/drawing/2014/main" id="{7C573AB8-28D6-1706-7800-60AC5B91056E}"/>
              </a:ext>
            </a:extLst>
          </p:cNvPr>
          <p:cNvSpPr>
            <a:spLocks noGrp="1"/>
          </p:cNvSpPr>
          <p:nvPr>
            <p:ph type="sldNum" sz="quarter" idx="12"/>
          </p:nvPr>
        </p:nvSpPr>
        <p:spPr/>
        <p:txBody>
          <a:bodyPr/>
          <a:lstStyle>
            <a:lvl1pPr>
              <a:defRPr/>
            </a:lvl1pPr>
          </a:lstStyle>
          <a:p>
            <a:fld id="{13F5B437-28E9-4888-A0A4-25B11C13FEA7}" type="slidenum">
              <a:rPr lang="en-US" altLang="en-US"/>
              <a:pPr/>
              <a:t>‹#›</a:t>
            </a:fld>
            <a:endParaRPr lang="en-US" altLang="en-US"/>
          </a:p>
        </p:txBody>
      </p:sp>
    </p:spTree>
    <p:extLst>
      <p:ext uri="{BB962C8B-B14F-4D97-AF65-F5344CB8AC3E}">
        <p14:creationId xmlns:p14="http://schemas.microsoft.com/office/powerpoint/2010/main" val="3300128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7FF11D-DA61-F7FE-257A-B6BD08AF31C3}"/>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956730B7-BA53-A982-1ED8-8130D31EF3F9}"/>
              </a:ext>
            </a:extLst>
          </p:cNvPr>
          <p:cNvSpPr>
            <a:spLocks noGrp="1"/>
          </p:cNvSpPr>
          <p:nvPr>
            <p:ph type="ftr" sz="quarter" idx="11"/>
          </p:nvPr>
        </p:nvSpPr>
        <p:spPr/>
        <p:txBody>
          <a:bodyPr/>
          <a:lstStyle>
            <a:lvl1pPr>
              <a:defRPr/>
            </a:lvl1pPr>
          </a:lstStyle>
          <a:p>
            <a:r>
              <a:rPr lang="en-US" altLang="en-US"/>
              <a:t>Data Structures and Algorithms</a:t>
            </a:r>
          </a:p>
        </p:txBody>
      </p:sp>
      <p:sp>
        <p:nvSpPr>
          <p:cNvPr id="4" name="Slide Number Placeholder 3">
            <a:extLst>
              <a:ext uri="{FF2B5EF4-FFF2-40B4-BE49-F238E27FC236}">
                <a16:creationId xmlns:a16="http://schemas.microsoft.com/office/drawing/2014/main" id="{18AE78E4-A235-3DCF-87CA-C4C6BECAF715}"/>
              </a:ext>
            </a:extLst>
          </p:cNvPr>
          <p:cNvSpPr>
            <a:spLocks noGrp="1"/>
          </p:cNvSpPr>
          <p:nvPr>
            <p:ph type="sldNum" sz="quarter" idx="12"/>
          </p:nvPr>
        </p:nvSpPr>
        <p:spPr/>
        <p:txBody>
          <a:bodyPr/>
          <a:lstStyle>
            <a:lvl1pPr>
              <a:defRPr/>
            </a:lvl1pPr>
          </a:lstStyle>
          <a:p>
            <a:fld id="{F03B5F98-ECAA-4951-8811-4934A0AC323C}" type="slidenum">
              <a:rPr lang="en-US" altLang="en-US"/>
              <a:pPr/>
              <a:t>‹#›</a:t>
            </a:fld>
            <a:endParaRPr lang="en-US" altLang="en-US"/>
          </a:p>
        </p:txBody>
      </p:sp>
    </p:spTree>
    <p:extLst>
      <p:ext uri="{BB962C8B-B14F-4D97-AF65-F5344CB8AC3E}">
        <p14:creationId xmlns:p14="http://schemas.microsoft.com/office/powerpoint/2010/main" val="1175287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AA504-CE78-93A3-1A00-9C35EB894551}"/>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6ACF09-9762-100B-95B4-515B67D73AD0}"/>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2D5DCD-A60C-F495-AA47-1A416D6E7B92}"/>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5B8CFC-128B-43C9-B199-C020AFBCFA3B}"/>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AA4A8BAA-3140-F03E-D187-2BCFA89B5520}"/>
              </a:ext>
            </a:extLst>
          </p:cNvPr>
          <p:cNvSpPr>
            <a:spLocks noGrp="1"/>
          </p:cNvSpPr>
          <p:nvPr>
            <p:ph type="ftr" sz="quarter" idx="11"/>
          </p:nvPr>
        </p:nvSpPr>
        <p:spPr/>
        <p:txBody>
          <a:bodyPr/>
          <a:lstStyle>
            <a:lvl1pPr>
              <a:defRPr/>
            </a:lvl1pPr>
          </a:lstStyle>
          <a:p>
            <a:r>
              <a:rPr lang="en-US" altLang="en-US"/>
              <a:t>Data Structures and Algorithms</a:t>
            </a:r>
          </a:p>
        </p:txBody>
      </p:sp>
      <p:sp>
        <p:nvSpPr>
          <p:cNvPr id="7" name="Slide Number Placeholder 6">
            <a:extLst>
              <a:ext uri="{FF2B5EF4-FFF2-40B4-BE49-F238E27FC236}">
                <a16:creationId xmlns:a16="http://schemas.microsoft.com/office/drawing/2014/main" id="{2D61363F-BF1D-265A-1782-BCE214E261C8}"/>
              </a:ext>
            </a:extLst>
          </p:cNvPr>
          <p:cNvSpPr>
            <a:spLocks noGrp="1"/>
          </p:cNvSpPr>
          <p:nvPr>
            <p:ph type="sldNum" sz="quarter" idx="12"/>
          </p:nvPr>
        </p:nvSpPr>
        <p:spPr/>
        <p:txBody>
          <a:bodyPr/>
          <a:lstStyle>
            <a:lvl1pPr>
              <a:defRPr/>
            </a:lvl1pPr>
          </a:lstStyle>
          <a:p>
            <a:fld id="{11966C21-FADD-4C6B-81C3-4B65E78A2432}" type="slidenum">
              <a:rPr lang="en-US" altLang="en-US"/>
              <a:pPr/>
              <a:t>‹#›</a:t>
            </a:fld>
            <a:endParaRPr lang="en-US" altLang="en-US"/>
          </a:p>
        </p:txBody>
      </p:sp>
    </p:spTree>
    <p:extLst>
      <p:ext uri="{BB962C8B-B14F-4D97-AF65-F5344CB8AC3E}">
        <p14:creationId xmlns:p14="http://schemas.microsoft.com/office/powerpoint/2010/main" val="6596544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CF584-D0F5-758E-AE40-60E598CD8213}"/>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2AB1C2-4F77-685B-00B9-0DA174F4F37C}"/>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CACE0E-A6DC-2A0E-4D3F-DB6A9F89F061}"/>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0BAB9-D3EB-C73E-8513-A7B3ED106F5A}"/>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BF7883F-BDCE-2E74-551F-7C7E40726CF5}"/>
              </a:ext>
            </a:extLst>
          </p:cNvPr>
          <p:cNvSpPr>
            <a:spLocks noGrp="1"/>
          </p:cNvSpPr>
          <p:nvPr>
            <p:ph type="ftr" sz="quarter" idx="11"/>
          </p:nvPr>
        </p:nvSpPr>
        <p:spPr/>
        <p:txBody>
          <a:bodyPr/>
          <a:lstStyle>
            <a:lvl1pPr>
              <a:defRPr/>
            </a:lvl1pPr>
          </a:lstStyle>
          <a:p>
            <a:r>
              <a:rPr lang="en-US" altLang="en-US"/>
              <a:t>Data Structures and Algorithms</a:t>
            </a:r>
          </a:p>
        </p:txBody>
      </p:sp>
      <p:sp>
        <p:nvSpPr>
          <p:cNvPr id="7" name="Slide Number Placeholder 6">
            <a:extLst>
              <a:ext uri="{FF2B5EF4-FFF2-40B4-BE49-F238E27FC236}">
                <a16:creationId xmlns:a16="http://schemas.microsoft.com/office/drawing/2014/main" id="{25289658-B113-0DEF-89D9-9CC669FE5C2C}"/>
              </a:ext>
            </a:extLst>
          </p:cNvPr>
          <p:cNvSpPr>
            <a:spLocks noGrp="1"/>
          </p:cNvSpPr>
          <p:nvPr>
            <p:ph type="sldNum" sz="quarter" idx="12"/>
          </p:nvPr>
        </p:nvSpPr>
        <p:spPr/>
        <p:txBody>
          <a:bodyPr/>
          <a:lstStyle>
            <a:lvl1pPr>
              <a:defRPr/>
            </a:lvl1pPr>
          </a:lstStyle>
          <a:p>
            <a:fld id="{665AFC1A-35CD-4EB1-8357-BCE99390C75B}" type="slidenum">
              <a:rPr lang="en-US" altLang="en-US"/>
              <a:pPr/>
              <a:t>‹#›</a:t>
            </a:fld>
            <a:endParaRPr lang="en-US" altLang="en-US"/>
          </a:p>
        </p:txBody>
      </p:sp>
    </p:spTree>
    <p:extLst>
      <p:ext uri="{BB962C8B-B14F-4D97-AF65-F5344CB8AC3E}">
        <p14:creationId xmlns:p14="http://schemas.microsoft.com/office/powerpoint/2010/main" val="42426735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FB883-3E64-7835-AB96-DC2E75CA43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281E9B-4B9D-E2C9-5ED8-7500075E59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95525-C6A1-20A2-E201-8127541FC3BB}"/>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26FE740-1013-2B79-2906-777CC180F4AC}"/>
              </a:ext>
            </a:extLst>
          </p:cNvPr>
          <p:cNvSpPr>
            <a:spLocks noGrp="1"/>
          </p:cNvSpPr>
          <p:nvPr>
            <p:ph type="ftr" sz="quarter" idx="11"/>
          </p:nvPr>
        </p:nvSpPr>
        <p:spPr/>
        <p:txBody>
          <a:bodyPr/>
          <a:lstStyle>
            <a:lvl1pPr>
              <a:defRPr/>
            </a:lvl1pPr>
          </a:lstStyle>
          <a:p>
            <a:r>
              <a:rPr lang="en-US" altLang="en-US"/>
              <a:t>Data Structures and Algorithms</a:t>
            </a:r>
          </a:p>
        </p:txBody>
      </p:sp>
      <p:sp>
        <p:nvSpPr>
          <p:cNvPr id="6" name="Slide Number Placeholder 5">
            <a:extLst>
              <a:ext uri="{FF2B5EF4-FFF2-40B4-BE49-F238E27FC236}">
                <a16:creationId xmlns:a16="http://schemas.microsoft.com/office/drawing/2014/main" id="{A5843159-B9C2-D6AE-7C03-EFA1357F5A32}"/>
              </a:ext>
            </a:extLst>
          </p:cNvPr>
          <p:cNvSpPr>
            <a:spLocks noGrp="1"/>
          </p:cNvSpPr>
          <p:nvPr>
            <p:ph type="sldNum" sz="quarter" idx="12"/>
          </p:nvPr>
        </p:nvSpPr>
        <p:spPr/>
        <p:txBody>
          <a:bodyPr/>
          <a:lstStyle>
            <a:lvl1pPr>
              <a:defRPr/>
            </a:lvl1pPr>
          </a:lstStyle>
          <a:p>
            <a:fld id="{18D86527-A621-4296-9B81-01173797EDA4}" type="slidenum">
              <a:rPr lang="en-US" altLang="en-US"/>
              <a:pPr/>
              <a:t>‹#›</a:t>
            </a:fld>
            <a:endParaRPr lang="en-US" altLang="en-US"/>
          </a:p>
        </p:txBody>
      </p:sp>
    </p:spTree>
    <p:extLst>
      <p:ext uri="{BB962C8B-B14F-4D97-AF65-F5344CB8AC3E}">
        <p14:creationId xmlns:p14="http://schemas.microsoft.com/office/powerpoint/2010/main" val="31080058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1BDA94-5D29-70F3-9671-83BFD447FA23}"/>
              </a:ext>
            </a:extLst>
          </p:cNvPr>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EAF5A5-D477-95FD-1B59-303C4C34F34C}"/>
              </a:ext>
            </a:extLst>
          </p:cNvPr>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2C8BB1-95A1-F4BB-E5B8-95988BD6091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BE8D9A18-4721-0019-A6B9-1C992E1FA7A3}"/>
              </a:ext>
            </a:extLst>
          </p:cNvPr>
          <p:cNvSpPr>
            <a:spLocks noGrp="1"/>
          </p:cNvSpPr>
          <p:nvPr>
            <p:ph type="ftr" sz="quarter" idx="11"/>
          </p:nvPr>
        </p:nvSpPr>
        <p:spPr/>
        <p:txBody>
          <a:bodyPr/>
          <a:lstStyle>
            <a:lvl1pPr>
              <a:defRPr/>
            </a:lvl1pPr>
          </a:lstStyle>
          <a:p>
            <a:r>
              <a:rPr lang="en-US" altLang="en-US"/>
              <a:t>Data Structures and Algorithms</a:t>
            </a:r>
          </a:p>
        </p:txBody>
      </p:sp>
      <p:sp>
        <p:nvSpPr>
          <p:cNvPr id="6" name="Slide Number Placeholder 5">
            <a:extLst>
              <a:ext uri="{FF2B5EF4-FFF2-40B4-BE49-F238E27FC236}">
                <a16:creationId xmlns:a16="http://schemas.microsoft.com/office/drawing/2014/main" id="{D6F66E26-C1A1-2A3F-CECA-1B5035644C29}"/>
              </a:ext>
            </a:extLst>
          </p:cNvPr>
          <p:cNvSpPr>
            <a:spLocks noGrp="1"/>
          </p:cNvSpPr>
          <p:nvPr>
            <p:ph type="sldNum" sz="quarter" idx="12"/>
          </p:nvPr>
        </p:nvSpPr>
        <p:spPr/>
        <p:txBody>
          <a:bodyPr/>
          <a:lstStyle>
            <a:lvl1pPr>
              <a:defRPr/>
            </a:lvl1pPr>
          </a:lstStyle>
          <a:p>
            <a:fld id="{E06FBCB8-22DF-41F6-9058-BA31F193F1CA}" type="slidenum">
              <a:rPr lang="en-US" altLang="en-US"/>
              <a:pPr/>
              <a:t>‹#›</a:t>
            </a:fld>
            <a:endParaRPr lang="en-US" altLang="en-US"/>
          </a:p>
        </p:txBody>
      </p:sp>
    </p:spTree>
    <p:extLst>
      <p:ext uri="{BB962C8B-B14F-4D97-AF65-F5344CB8AC3E}">
        <p14:creationId xmlns:p14="http://schemas.microsoft.com/office/powerpoint/2010/main" val="20804477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3490" name="Rectangle 2"/>
          <p:cNvSpPr>
            <a:spLocks noGrp="1" noChangeArrowheads="1"/>
          </p:cNvSpPr>
          <p:nvPr>
            <p:ph type="ctrTitle"/>
          </p:nvPr>
        </p:nvSpPr>
        <p:spPr>
          <a:xfrm>
            <a:off x="914400" y="2286000"/>
            <a:ext cx="10363200" cy="1143000"/>
          </a:xfrm>
          <a:ln>
            <a:noFill/>
          </a:ln>
        </p:spPr>
        <p:txBody>
          <a:bodyPr/>
          <a:lstStyle>
            <a:lvl1pPr>
              <a:defRPr/>
            </a:lvl1pPr>
          </a:lstStyle>
          <a:p>
            <a:pPr lvl="0"/>
            <a:r>
              <a:rPr lang="en-US" altLang="en-US" noProof="0"/>
              <a:t>Click to edit Master title style</a:t>
            </a:r>
          </a:p>
        </p:txBody>
      </p:sp>
      <p:sp>
        <p:nvSpPr>
          <p:cNvPr id="63491" name="Rectangle 3"/>
          <p:cNvSpPr>
            <a:spLocks noGrp="1" noChangeArrowheads="1"/>
          </p:cNvSpPr>
          <p:nvPr>
            <p:ph type="subTitle" idx="1"/>
          </p:nvPr>
        </p:nvSpPr>
        <p:spPr>
          <a:xfrm>
            <a:off x="1828800" y="3886200"/>
            <a:ext cx="8534400" cy="1752600"/>
          </a:xfrm>
          <a:ln>
            <a:noFill/>
          </a:ln>
        </p:spPr>
        <p:txBody>
          <a:bodyPr/>
          <a:lstStyle>
            <a:lvl1pPr marL="0" indent="0" algn="ctr">
              <a:buFontTx/>
              <a:buNone/>
              <a:defRPr/>
            </a:lvl1pPr>
          </a:lstStyle>
          <a:p>
            <a:pPr lvl="0"/>
            <a:r>
              <a:rPr lang="en-US" altLang="en-US" noProof="0"/>
              <a:t>Click to edit Master subtitle style</a:t>
            </a:r>
          </a:p>
        </p:txBody>
      </p:sp>
      <p:sp>
        <p:nvSpPr>
          <p:cNvPr id="2" name="Rectangle 4">
            <a:extLst>
              <a:ext uri="{FF2B5EF4-FFF2-40B4-BE49-F238E27FC236}">
                <a16:creationId xmlns:a16="http://schemas.microsoft.com/office/drawing/2014/main" id="{134D9B60-988F-2B7C-AB70-AB099A3BA604}"/>
              </a:ext>
            </a:extLst>
          </p:cNvPr>
          <p:cNvSpPr>
            <a:spLocks noGrp="1" noChangeArrowheads="1"/>
          </p:cNvSpPr>
          <p:nvPr>
            <p:ph type="ftr" sz="quarter" idx="10"/>
          </p:nvPr>
        </p:nvSpPr>
        <p:spPr>
          <a:xfrm>
            <a:off x="812800" y="6096000"/>
            <a:ext cx="3860800" cy="457200"/>
          </a:xfrm>
        </p:spPr>
        <p:txBody>
          <a:bodyPr/>
          <a:lstStyle>
            <a:lvl1pPr>
              <a:defRPr/>
            </a:lvl1pPr>
          </a:lstStyle>
          <a:p>
            <a:pPr>
              <a:defRPr/>
            </a:pPr>
            <a:r>
              <a:rPr lang="en-US" altLang="en-US"/>
              <a:t>B-Trees</a:t>
            </a:r>
          </a:p>
        </p:txBody>
      </p:sp>
      <p:sp>
        <p:nvSpPr>
          <p:cNvPr id="3" name="Rectangle 5">
            <a:extLst>
              <a:ext uri="{FF2B5EF4-FFF2-40B4-BE49-F238E27FC236}">
                <a16:creationId xmlns:a16="http://schemas.microsoft.com/office/drawing/2014/main" id="{7071C9DB-2BCF-A252-9703-C38884111C58}"/>
              </a:ext>
            </a:extLst>
          </p:cNvPr>
          <p:cNvSpPr>
            <a:spLocks noGrp="1" noChangeArrowheads="1"/>
          </p:cNvSpPr>
          <p:nvPr>
            <p:ph type="sldNum" sz="quarter" idx="11"/>
          </p:nvPr>
        </p:nvSpPr>
        <p:spPr>
          <a:xfrm>
            <a:off x="8737600" y="6248400"/>
            <a:ext cx="2540000" cy="457200"/>
          </a:xfrm>
        </p:spPr>
        <p:txBody>
          <a:bodyPr/>
          <a:lstStyle>
            <a:lvl1pPr>
              <a:defRPr/>
            </a:lvl1pPr>
          </a:lstStyle>
          <a:p>
            <a:pPr>
              <a:defRPr/>
            </a:pPr>
            <a:fld id="{45FF9A79-54EE-4C3F-87AC-2441C824113E}" type="slidenum">
              <a:rPr lang="en-US" altLang="en-US"/>
              <a:pPr>
                <a:defRPr/>
              </a:pPr>
              <a:t>‹#›</a:t>
            </a:fld>
            <a:endParaRPr lang="en-US" altLang="en-US"/>
          </a:p>
        </p:txBody>
      </p:sp>
    </p:spTree>
    <p:extLst>
      <p:ext uri="{BB962C8B-B14F-4D97-AF65-F5344CB8AC3E}">
        <p14:creationId xmlns:p14="http://schemas.microsoft.com/office/powerpoint/2010/main" val="6976136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77CE8FA-26A2-E376-46F9-6BE4F042FC07}"/>
              </a:ext>
            </a:extLst>
          </p:cNvPr>
          <p:cNvSpPr>
            <a:spLocks noGrp="1" noChangeArrowheads="1"/>
          </p:cNvSpPr>
          <p:nvPr>
            <p:ph type="ftr" sz="quarter" idx="10"/>
          </p:nvPr>
        </p:nvSpPr>
        <p:spPr>
          <a:ln/>
        </p:spPr>
        <p:txBody>
          <a:bodyPr/>
          <a:lstStyle>
            <a:lvl1pPr>
              <a:defRPr/>
            </a:lvl1pPr>
          </a:lstStyle>
          <a:p>
            <a:pPr>
              <a:defRPr/>
            </a:pPr>
            <a:r>
              <a:rPr lang="en-US" altLang="en-US"/>
              <a:t>B-Trees</a:t>
            </a:r>
          </a:p>
        </p:txBody>
      </p:sp>
      <p:sp>
        <p:nvSpPr>
          <p:cNvPr id="5" name="Rectangle 5">
            <a:extLst>
              <a:ext uri="{FF2B5EF4-FFF2-40B4-BE49-F238E27FC236}">
                <a16:creationId xmlns:a16="http://schemas.microsoft.com/office/drawing/2014/main" id="{6F57F7EC-C1CC-EC03-DA3F-3888AE06F149}"/>
              </a:ext>
            </a:extLst>
          </p:cNvPr>
          <p:cNvSpPr>
            <a:spLocks noGrp="1" noChangeArrowheads="1"/>
          </p:cNvSpPr>
          <p:nvPr>
            <p:ph type="sldNum" sz="quarter" idx="11"/>
          </p:nvPr>
        </p:nvSpPr>
        <p:spPr>
          <a:ln/>
        </p:spPr>
        <p:txBody>
          <a:bodyPr/>
          <a:lstStyle>
            <a:lvl1pPr>
              <a:defRPr/>
            </a:lvl1pPr>
          </a:lstStyle>
          <a:p>
            <a:pPr>
              <a:defRPr/>
            </a:pPr>
            <a:fld id="{EAA32986-3543-4019-B4D0-234C5049EF89}" type="slidenum">
              <a:rPr lang="en-US" altLang="en-US"/>
              <a:pPr>
                <a:defRPr/>
              </a:pPr>
              <a:t>‹#›</a:t>
            </a:fld>
            <a:endParaRPr lang="en-US" altLang="en-US"/>
          </a:p>
        </p:txBody>
      </p:sp>
    </p:spTree>
    <p:extLst>
      <p:ext uri="{BB962C8B-B14F-4D97-AF65-F5344CB8AC3E}">
        <p14:creationId xmlns:p14="http://schemas.microsoft.com/office/powerpoint/2010/main" val="6966335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4">
            <a:extLst>
              <a:ext uri="{FF2B5EF4-FFF2-40B4-BE49-F238E27FC236}">
                <a16:creationId xmlns:a16="http://schemas.microsoft.com/office/drawing/2014/main" id="{146C91C8-7594-2096-A107-C1F3AA6566A0}"/>
              </a:ext>
            </a:extLst>
          </p:cNvPr>
          <p:cNvSpPr>
            <a:spLocks noGrp="1" noChangeArrowheads="1"/>
          </p:cNvSpPr>
          <p:nvPr>
            <p:ph type="ftr" sz="quarter" idx="10"/>
          </p:nvPr>
        </p:nvSpPr>
        <p:spPr>
          <a:ln/>
        </p:spPr>
        <p:txBody>
          <a:bodyPr/>
          <a:lstStyle>
            <a:lvl1pPr>
              <a:defRPr/>
            </a:lvl1pPr>
          </a:lstStyle>
          <a:p>
            <a:pPr>
              <a:defRPr/>
            </a:pPr>
            <a:r>
              <a:rPr lang="en-US" altLang="en-US"/>
              <a:t>B-Trees</a:t>
            </a:r>
          </a:p>
        </p:txBody>
      </p:sp>
      <p:sp>
        <p:nvSpPr>
          <p:cNvPr id="5" name="Rectangle 5">
            <a:extLst>
              <a:ext uri="{FF2B5EF4-FFF2-40B4-BE49-F238E27FC236}">
                <a16:creationId xmlns:a16="http://schemas.microsoft.com/office/drawing/2014/main" id="{E80E63D6-7EA4-39B2-CBC4-B7D2C24B7357}"/>
              </a:ext>
            </a:extLst>
          </p:cNvPr>
          <p:cNvSpPr>
            <a:spLocks noGrp="1" noChangeArrowheads="1"/>
          </p:cNvSpPr>
          <p:nvPr>
            <p:ph type="sldNum" sz="quarter" idx="11"/>
          </p:nvPr>
        </p:nvSpPr>
        <p:spPr>
          <a:ln/>
        </p:spPr>
        <p:txBody>
          <a:bodyPr/>
          <a:lstStyle>
            <a:lvl1pPr>
              <a:defRPr/>
            </a:lvl1pPr>
          </a:lstStyle>
          <a:p>
            <a:pPr>
              <a:defRPr/>
            </a:pPr>
            <a:fld id="{480FC9CA-D9AF-4F32-A431-E38D2201977F}" type="slidenum">
              <a:rPr lang="en-US" altLang="en-US"/>
              <a:pPr>
                <a:defRPr/>
              </a:pPr>
              <a:t>‹#›</a:t>
            </a:fld>
            <a:endParaRPr lang="en-US" altLang="en-US"/>
          </a:p>
        </p:txBody>
      </p:sp>
    </p:spTree>
    <p:extLst>
      <p:ext uri="{BB962C8B-B14F-4D97-AF65-F5344CB8AC3E}">
        <p14:creationId xmlns:p14="http://schemas.microsoft.com/office/powerpoint/2010/main" val="33822313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3251" y="1885950"/>
            <a:ext cx="5350933" cy="41719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57384" y="1885950"/>
            <a:ext cx="5350933" cy="41719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FB22F0B-4385-4573-EC8E-CBFF4CBDEDC3}"/>
              </a:ext>
            </a:extLst>
          </p:cNvPr>
          <p:cNvSpPr>
            <a:spLocks noGrp="1" noChangeArrowheads="1"/>
          </p:cNvSpPr>
          <p:nvPr>
            <p:ph type="ftr" sz="quarter" idx="10"/>
          </p:nvPr>
        </p:nvSpPr>
        <p:spPr>
          <a:ln/>
        </p:spPr>
        <p:txBody>
          <a:bodyPr/>
          <a:lstStyle>
            <a:lvl1pPr>
              <a:defRPr/>
            </a:lvl1pPr>
          </a:lstStyle>
          <a:p>
            <a:pPr>
              <a:defRPr/>
            </a:pPr>
            <a:r>
              <a:rPr lang="en-US" altLang="en-US"/>
              <a:t>B-Trees</a:t>
            </a:r>
          </a:p>
        </p:txBody>
      </p:sp>
      <p:sp>
        <p:nvSpPr>
          <p:cNvPr id="6" name="Rectangle 5">
            <a:extLst>
              <a:ext uri="{FF2B5EF4-FFF2-40B4-BE49-F238E27FC236}">
                <a16:creationId xmlns:a16="http://schemas.microsoft.com/office/drawing/2014/main" id="{CB509D06-F3B1-4426-42FD-6304F18766AD}"/>
              </a:ext>
            </a:extLst>
          </p:cNvPr>
          <p:cNvSpPr>
            <a:spLocks noGrp="1" noChangeArrowheads="1"/>
          </p:cNvSpPr>
          <p:nvPr>
            <p:ph type="sldNum" sz="quarter" idx="11"/>
          </p:nvPr>
        </p:nvSpPr>
        <p:spPr>
          <a:ln/>
        </p:spPr>
        <p:txBody>
          <a:bodyPr/>
          <a:lstStyle>
            <a:lvl1pPr>
              <a:defRPr/>
            </a:lvl1pPr>
          </a:lstStyle>
          <a:p>
            <a:pPr>
              <a:defRPr/>
            </a:pPr>
            <a:fld id="{4281600D-385D-4FAC-BF05-9FD31DD4C0FE}" type="slidenum">
              <a:rPr lang="en-US" altLang="en-US"/>
              <a:pPr>
                <a:defRPr/>
              </a:pPr>
              <a:t>‹#›</a:t>
            </a:fld>
            <a:endParaRPr lang="en-US" altLang="en-US"/>
          </a:p>
        </p:txBody>
      </p:sp>
    </p:spTree>
    <p:extLst>
      <p:ext uri="{BB962C8B-B14F-4D97-AF65-F5344CB8AC3E}">
        <p14:creationId xmlns:p14="http://schemas.microsoft.com/office/powerpoint/2010/main" val="42185350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A730CF6-67F1-5123-C880-ACFF2DA45A75}"/>
              </a:ext>
            </a:extLst>
          </p:cNvPr>
          <p:cNvSpPr>
            <a:spLocks noGrp="1" noChangeArrowheads="1"/>
          </p:cNvSpPr>
          <p:nvPr>
            <p:ph type="ftr" sz="quarter" idx="10"/>
          </p:nvPr>
        </p:nvSpPr>
        <p:spPr>
          <a:ln/>
        </p:spPr>
        <p:txBody>
          <a:bodyPr/>
          <a:lstStyle>
            <a:lvl1pPr>
              <a:defRPr/>
            </a:lvl1pPr>
          </a:lstStyle>
          <a:p>
            <a:pPr>
              <a:defRPr/>
            </a:pPr>
            <a:r>
              <a:rPr lang="en-US" altLang="en-US"/>
              <a:t>B-Trees</a:t>
            </a:r>
          </a:p>
        </p:txBody>
      </p:sp>
      <p:sp>
        <p:nvSpPr>
          <p:cNvPr id="8" name="Rectangle 5">
            <a:extLst>
              <a:ext uri="{FF2B5EF4-FFF2-40B4-BE49-F238E27FC236}">
                <a16:creationId xmlns:a16="http://schemas.microsoft.com/office/drawing/2014/main" id="{03CC428D-F27F-2FC0-B4A8-B9582A5E4626}"/>
              </a:ext>
            </a:extLst>
          </p:cNvPr>
          <p:cNvSpPr>
            <a:spLocks noGrp="1" noChangeArrowheads="1"/>
          </p:cNvSpPr>
          <p:nvPr>
            <p:ph type="sldNum" sz="quarter" idx="11"/>
          </p:nvPr>
        </p:nvSpPr>
        <p:spPr>
          <a:ln/>
        </p:spPr>
        <p:txBody>
          <a:bodyPr/>
          <a:lstStyle>
            <a:lvl1pPr>
              <a:defRPr/>
            </a:lvl1pPr>
          </a:lstStyle>
          <a:p>
            <a:pPr>
              <a:defRPr/>
            </a:pPr>
            <a:fld id="{3091630C-DBC4-4AF7-BDCD-4075FAAB8F95}" type="slidenum">
              <a:rPr lang="en-US" altLang="en-US"/>
              <a:pPr>
                <a:defRPr/>
              </a:pPr>
              <a:t>‹#›</a:t>
            </a:fld>
            <a:endParaRPr lang="en-US" altLang="en-US"/>
          </a:p>
        </p:txBody>
      </p:sp>
    </p:spTree>
    <p:extLst>
      <p:ext uri="{BB962C8B-B14F-4D97-AF65-F5344CB8AC3E}">
        <p14:creationId xmlns:p14="http://schemas.microsoft.com/office/powerpoint/2010/main" val="37932841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FD533FC-8F92-70E7-4D01-2EDE037FBD92}"/>
              </a:ext>
            </a:extLst>
          </p:cNvPr>
          <p:cNvSpPr>
            <a:spLocks noGrp="1" noChangeArrowheads="1"/>
          </p:cNvSpPr>
          <p:nvPr>
            <p:ph type="ftr" sz="quarter" idx="10"/>
          </p:nvPr>
        </p:nvSpPr>
        <p:spPr>
          <a:ln/>
        </p:spPr>
        <p:txBody>
          <a:bodyPr/>
          <a:lstStyle>
            <a:lvl1pPr>
              <a:defRPr/>
            </a:lvl1pPr>
          </a:lstStyle>
          <a:p>
            <a:pPr>
              <a:defRPr/>
            </a:pPr>
            <a:r>
              <a:rPr lang="en-US" altLang="en-US"/>
              <a:t>B-Trees</a:t>
            </a:r>
          </a:p>
        </p:txBody>
      </p:sp>
      <p:sp>
        <p:nvSpPr>
          <p:cNvPr id="4" name="Rectangle 5">
            <a:extLst>
              <a:ext uri="{FF2B5EF4-FFF2-40B4-BE49-F238E27FC236}">
                <a16:creationId xmlns:a16="http://schemas.microsoft.com/office/drawing/2014/main" id="{E9FECD95-00E6-A125-2CF6-D2D3D6C91324}"/>
              </a:ext>
            </a:extLst>
          </p:cNvPr>
          <p:cNvSpPr>
            <a:spLocks noGrp="1" noChangeArrowheads="1"/>
          </p:cNvSpPr>
          <p:nvPr>
            <p:ph type="sldNum" sz="quarter" idx="11"/>
          </p:nvPr>
        </p:nvSpPr>
        <p:spPr>
          <a:ln/>
        </p:spPr>
        <p:txBody>
          <a:bodyPr/>
          <a:lstStyle>
            <a:lvl1pPr>
              <a:defRPr/>
            </a:lvl1pPr>
          </a:lstStyle>
          <a:p>
            <a:pPr>
              <a:defRPr/>
            </a:pPr>
            <a:fld id="{3A7E997A-DF3A-4521-A5BC-4E112C1C5F9F}" type="slidenum">
              <a:rPr lang="en-US" altLang="en-US"/>
              <a:pPr>
                <a:defRPr/>
              </a:pPr>
              <a:t>‹#›</a:t>
            </a:fld>
            <a:endParaRPr lang="en-US" altLang="en-US"/>
          </a:p>
        </p:txBody>
      </p:sp>
    </p:spTree>
    <p:extLst>
      <p:ext uri="{BB962C8B-B14F-4D97-AF65-F5344CB8AC3E}">
        <p14:creationId xmlns:p14="http://schemas.microsoft.com/office/powerpoint/2010/main" val="2855005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488043-2681-7BED-FC54-898F45908276}"/>
              </a:ext>
            </a:extLst>
          </p:cNvPr>
          <p:cNvSpPr>
            <a:spLocks noGrp="1" noChangeArrowheads="1"/>
          </p:cNvSpPr>
          <p:nvPr>
            <p:ph type="ftr" sz="quarter" idx="10"/>
          </p:nvPr>
        </p:nvSpPr>
        <p:spPr>
          <a:ln/>
        </p:spPr>
        <p:txBody>
          <a:bodyPr/>
          <a:lstStyle>
            <a:lvl1pPr>
              <a:defRPr/>
            </a:lvl1pPr>
          </a:lstStyle>
          <a:p>
            <a:pPr>
              <a:defRPr/>
            </a:pPr>
            <a:r>
              <a:rPr lang="en-US" altLang="en-US"/>
              <a:t>B-Trees</a:t>
            </a:r>
          </a:p>
        </p:txBody>
      </p:sp>
      <p:sp>
        <p:nvSpPr>
          <p:cNvPr id="3" name="Rectangle 5">
            <a:extLst>
              <a:ext uri="{FF2B5EF4-FFF2-40B4-BE49-F238E27FC236}">
                <a16:creationId xmlns:a16="http://schemas.microsoft.com/office/drawing/2014/main" id="{F9D8C9B7-8288-8DC6-3A9F-A3E99D1D3805}"/>
              </a:ext>
            </a:extLst>
          </p:cNvPr>
          <p:cNvSpPr>
            <a:spLocks noGrp="1" noChangeArrowheads="1"/>
          </p:cNvSpPr>
          <p:nvPr>
            <p:ph type="sldNum" sz="quarter" idx="11"/>
          </p:nvPr>
        </p:nvSpPr>
        <p:spPr>
          <a:ln/>
        </p:spPr>
        <p:txBody>
          <a:bodyPr/>
          <a:lstStyle>
            <a:lvl1pPr>
              <a:defRPr/>
            </a:lvl1pPr>
          </a:lstStyle>
          <a:p>
            <a:pPr>
              <a:defRPr/>
            </a:pPr>
            <a:fld id="{4DF798C7-E1A3-4F65-BEE2-654282E5E38F}" type="slidenum">
              <a:rPr lang="en-US" altLang="en-US"/>
              <a:pPr>
                <a:defRPr/>
              </a:pPr>
              <a:t>‹#›</a:t>
            </a:fld>
            <a:endParaRPr lang="en-US" altLang="en-US"/>
          </a:p>
        </p:txBody>
      </p:sp>
    </p:spTree>
    <p:extLst>
      <p:ext uri="{BB962C8B-B14F-4D97-AF65-F5344CB8AC3E}">
        <p14:creationId xmlns:p14="http://schemas.microsoft.com/office/powerpoint/2010/main" val="14100158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6740150A-7B39-2105-2D24-1E5D07ADF34B}"/>
              </a:ext>
            </a:extLst>
          </p:cNvPr>
          <p:cNvSpPr>
            <a:spLocks noGrp="1" noChangeArrowheads="1"/>
          </p:cNvSpPr>
          <p:nvPr>
            <p:ph type="ftr" sz="quarter" idx="10"/>
          </p:nvPr>
        </p:nvSpPr>
        <p:spPr>
          <a:ln/>
        </p:spPr>
        <p:txBody>
          <a:bodyPr/>
          <a:lstStyle>
            <a:lvl1pPr>
              <a:defRPr/>
            </a:lvl1pPr>
          </a:lstStyle>
          <a:p>
            <a:pPr>
              <a:defRPr/>
            </a:pPr>
            <a:r>
              <a:rPr lang="en-US" altLang="en-US"/>
              <a:t>B-Trees</a:t>
            </a:r>
          </a:p>
        </p:txBody>
      </p:sp>
      <p:sp>
        <p:nvSpPr>
          <p:cNvPr id="6" name="Rectangle 5">
            <a:extLst>
              <a:ext uri="{FF2B5EF4-FFF2-40B4-BE49-F238E27FC236}">
                <a16:creationId xmlns:a16="http://schemas.microsoft.com/office/drawing/2014/main" id="{AD708F01-8948-CFAF-2565-A2BD08814110}"/>
              </a:ext>
            </a:extLst>
          </p:cNvPr>
          <p:cNvSpPr>
            <a:spLocks noGrp="1" noChangeArrowheads="1"/>
          </p:cNvSpPr>
          <p:nvPr>
            <p:ph type="sldNum" sz="quarter" idx="11"/>
          </p:nvPr>
        </p:nvSpPr>
        <p:spPr>
          <a:ln/>
        </p:spPr>
        <p:txBody>
          <a:bodyPr/>
          <a:lstStyle>
            <a:lvl1pPr>
              <a:defRPr/>
            </a:lvl1pPr>
          </a:lstStyle>
          <a:p>
            <a:pPr>
              <a:defRPr/>
            </a:pPr>
            <a:fld id="{2C592634-75DB-4D97-91DC-FF6B94F569CB}" type="slidenum">
              <a:rPr lang="en-US" altLang="en-US"/>
              <a:pPr>
                <a:defRPr/>
              </a:pPr>
              <a:t>‹#›</a:t>
            </a:fld>
            <a:endParaRPr lang="en-US" altLang="en-US"/>
          </a:p>
        </p:txBody>
      </p:sp>
    </p:spTree>
    <p:extLst>
      <p:ext uri="{BB962C8B-B14F-4D97-AF65-F5344CB8AC3E}">
        <p14:creationId xmlns:p14="http://schemas.microsoft.com/office/powerpoint/2010/main" val="7993931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B083567B-D600-DFC2-48FA-55479558C714}"/>
              </a:ext>
            </a:extLst>
          </p:cNvPr>
          <p:cNvSpPr>
            <a:spLocks noGrp="1" noChangeArrowheads="1"/>
          </p:cNvSpPr>
          <p:nvPr>
            <p:ph type="ftr" sz="quarter" idx="10"/>
          </p:nvPr>
        </p:nvSpPr>
        <p:spPr>
          <a:ln/>
        </p:spPr>
        <p:txBody>
          <a:bodyPr/>
          <a:lstStyle>
            <a:lvl1pPr>
              <a:defRPr/>
            </a:lvl1pPr>
          </a:lstStyle>
          <a:p>
            <a:pPr>
              <a:defRPr/>
            </a:pPr>
            <a:r>
              <a:rPr lang="en-US" altLang="en-US"/>
              <a:t>B-Trees</a:t>
            </a:r>
          </a:p>
        </p:txBody>
      </p:sp>
      <p:sp>
        <p:nvSpPr>
          <p:cNvPr id="6" name="Rectangle 5">
            <a:extLst>
              <a:ext uri="{FF2B5EF4-FFF2-40B4-BE49-F238E27FC236}">
                <a16:creationId xmlns:a16="http://schemas.microsoft.com/office/drawing/2014/main" id="{74E7A70F-1B18-6FAE-2F82-AFAA7A91ED2B}"/>
              </a:ext>
            </a:extLst>
          </p:cNvPr>
          <p:cNvSpPr>
            <a:spLocks noGrp="1" noChangeArrowheads="1"/>
          </p:cNvSpPr>
          <p:nvPr>
            <p:ph type="sldNum" sz="quarter" idx="11"/>
          </p:nvPr>
        </p:nvSpPr>
        <p:spPr>
          <a:ln/>
        </p:spPr>
        <p:txBody>
          <a:bodyPr/>
          <a:lstStyle>
            <a:lvl1pPr>
              <a:defRPr/>
            </a:lvl1pPr>
          </a:lstStyle>
          <a:p>
            <a:pPr>
              <a:defRPr/>
            </a:pPr>
            <a:fld id="{300F9569-EB80-4DD0-BC9A-ABD15D1B39E0}" type="slidenum">
              <a:rPr lang="en-US" altLang="en-US"/>
              <a:pPr>
                <a:defRPr/>
              </a:pPr>
              <a:t>‹#›</a:t>
            </a:fld>
            <a:endParaRPr lang="en-US" altLang="en-US"/>
          </a:p>
        </p:txBody>
      </p:sp>
    </p:spTree>
    <p:extLst>
      <p:ext uri="{BB962C8B-B14F-4D97-AF65-F5344CB8AC3E}">
        <p14:creationId xmlns:p14="http://schemas.microsoft.com/office/powerpoint/2010/main" val="33443139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4FDE667-6EB6-7372-B2F1-93E9DD0E1B30}"/>
              </a:ext>
            </a:extLst>
          </p:cNvPr>
          <p:cNvSpPr>
            <a:spLocks noGrp="1" noChangeArrowheads="1"/>
          </p:cNvSpPr>
          <p:nvPr>
            <p:ph type="ftr" sz="quarter" idx="10"/>
          </p:nvPr>
        </p:nvSpPr>
        <p:spPr>
          <a:ln/>
        </p:spPr>
        <p:txBody>
          <a:bodyPr/>
          <a:lstStyle>
            <a:lvl1pPr>
              <a:defRPr/>
            </a:lvl1pPr>
          </a:lstStyle>
          <a:p>
            <a:pPr>
              <a:defRPr/>
            </a:pPr>
            <a:r>
              <a:rPr lang="en-US" altLang="en-US"/>
              <a:t>B-Trees</a:t>
            </a:r>
          </a:p>
        </p:txBody>
      </p:sp>
      <p:sp>
        <p:nvSpPr>
          <p:cNvPr id="5" name="Rectangle 5">
            <a:extLst>
              <a:ext uri="{FF2B5EF4-FFF2-40B4-BE49-F238E27FC236}">
                <a16:creationId xmlns:a16="http://schemas.microsoft.com/office/drawing/2014/main" id="{0A5107E3-DF1C-B3C0-64BE-E5C8A1CD7184}"/>
              </a:ext>
            </a:extLst>
          </p:cNvPr>
          <p:cNvSpPr>
            <a:spLocks noGrp="1" noChangeArrowheads="1"/>
          </p:cNvSpPr>
          <p:nvPr>
            <p:ph type="sldNum" sz="quarter" idx="11"/>
          </p:nvPr>
        </p:nvSpPr>
        <p:spPr>
          <a:ln/>
        </p:spPr>
        <p:txBody>
          <a:bodyPr/>
          <a:lstStyle>
            <a:lvl1pPr>
              <a:defRPr/>
            </a:lvl1pPr>
          </a:lstStyle>
          <a:p>
            <a:pPr>
              <a:defRPr/>
            </a:pPr>
            <a:fld id="{3682CE3D-E62E-4E05-B946-DFF3F0FD596D}" type="slidenum">
              <a:rPr lang="en-US" altLang="en-US"/>
              <a:pPr>
                <a:defRPr/>
              </a:pPr>
              <a:t>‹#›</a:t>
            </a:fld>
            <a:endParaRPr lang="en-US" altLang="en-US"/>
          </a:p>
        </p:txBody>
      </p:sp>
    </p:spTree>
    <p:extLst>
      <p:ext uri="{BB962C8B-B14F-4D97-AF65-F5344CB8AC3E}">
        <p14:creationId xmlns:p14="http://schemas.microsoft.com/office/powerpoint/2010/main" val="24783543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22267" y="228600"/>
            <a:ext cx="2760133" cy="5829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5518" y="228600"/>
            <a:ext cx="8083549" cy="58293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4A328E9-E3AD-4C3C-C989-DB121B904365}"/>
              </a:ext>
            </a:extLst>
          </p:cNvPr>
          <p:cNvSpPr>
            <a:spLocks noGrp="1" noChangeArrowheads="1"/>
          </p:cNvSpPr>
          <p:nvPr>
            <p:ph type="ftr" sz="quarter" idx="10"/>
          </p:nvPr>
        </p:nvSpPr>
        <p:spPr>
          <a:ln/>
        </p:spPr>
        <p:txBody>
          <a:bodyPr/>
          <a:lstStyle>
            <a:lvl1pPr>
              <a:defRPr/>
            </a:lvl1pPr>
          </a:lstStyle>
          <a:p>
            <a:pPr>
              <a:defRPr/>
            </a:pPr>
            <a:r>
              <a:rPr lang="en-US" altLang="en-US"/>
              <a:t>B-Trees</a:t>
            </a:r>
          </a:p>
        </p:txBody>
      </p:sp>
      <p:sp>
        <p:nvSpPr>
          <p:cNvPr id="5" name="Rectangle 5">
            <a:extLst>
              <a:ext uri="{FF2B5EF4-FFF2-40B4-BE49-F238E27FC236}">
                <a16:creationId xmlns:a16="http://schemas.microsoft.com/office/drawing/2014/main" id="{DD295190-C7BE-D999-334F-BA8D3BF897B3}"/>
              </a:ext>
            </a:extLst>
          </p:cNvPr>
          <p:cNvSpPr>
            <a:spLocks noGrp="1" noChangeArrowheads="1"/>
          </p:cNvSpPr>
          <p:nvPr>
            <p:ph type="sldNum" sz="quarter" idx="11"/>
          </p:nvPr>
        </p:nvSpPr>
        <p:spPr>
          <a:ln/>
        </p:spPr>
        <p:txBody>
          <a:bodyPr/>
          <a:lstStyle>
            <a:lvl1pPr>
              <a:defRPr/>
            </a:lvl1pPr>
          </a:lstStyle>
          <a:p>
            <a:pPr>
              <a:defRPr/>
            </a:pPr>
            <a:fld id="{8B44D4D0-036D-492C-BCF4-832F78E4B7EC}" type="slidenum">
              <a:rPr lang="en-US" altLang="en-US"/>
              <a:pPr>
                <a:defRPr/>
              </a:pPr>
              <a:t>‹#›</a:t>
            </a:fld>
            <a:endParaRPr lang="en-US" altLang="en-US"/>
          </a:p>
        </p:txBody>
      </p:sp>
    </p:spTree>
    <p:extLst>
      <p:ext uri="{BB962C8B-B14F-4D97-AF65-F5344CB8AC3E}">
        <p14:creationId xmlns:p14="http://schemas.microsoft.com/office/powerpoint/2010/main" val="38944351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FE960E-A823-46A1-B92C-C835BEC3D453}"/>
              </a:ext>
            </a:extLst>
          </p:cNvPr>
          <p:cNvSpPr>
            <a:spLocks noGrp="1"/>
          </p:cNvSpPr>
          <p:nvPr>
            <p:ph type="title"/>
          </p:nvPr>
        </p:nvSpPr>
        <p:spPr>
          <a:xfrm>
            <a:off x="838199" y="515254"/>
            <a:ext cx="10994409" cy="62831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BB4212-C96E-427C-881B-D2A4076563BE}"/>
              </a:ext>
            </a:extLst>
          </p:cNvPr>
          <p:cNvSpPr>
            <a:spLocks noGrp="1"/>
          </p:cNvSpPr>
          <p:nvPr>
            <p:ph type="body" idx="1"/>
          </p:nvPr>
        </p:nvSpPr>
        <p:spPr>
          <a:xfrm>
            <a:off x="838200" y="1269242"/>
            <a:ext cx="10994408" cy="490772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70C667-5E2D-43CB-81C1-2C89384C16E8}"/>
              </a:ext>
            </a:extLst>
          </p:cNvPr>
          <p:cNvSpPr>
            <a:spLocks noGrp="1"/>
          </p:cNvSpPr>
          <p:nvPr>
            <p:ph type="dt" sz="half" idx="2"/>
          </p:nvPr>
        </p:nvSpPr>
        <p:spPr>
          <a:xfrm>
            <a:off x="838200" y="6356350"/>
            <a:ext cx="1154373"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fld id="{24CC5E20-3049-4C51-B200-CB367F6A669E}" type="datetime1">
              <a:rPr lang="en-IN" smtClean="0"/>
              <a:t>23-02-2026</a:t>
            </a:fld>
            <a:endParaRPr lang="en-IN"/>
          </a:p>
        </p:txBody>
      </p:sp>
      <p:sp>
        <p:nvSpPr>
          <p:cNvPr id="5" name="Footer Placeholder 4">
            <a:extLst>
              <a:ext uri="{FF2B5EF4-FFF2-40B4-BE49-F238E27FC236}">
                <a16:creationId xmlns:a16="http://schemas.microsoft.com/office/drawing/2014/main" id="{8430E833-EA5E-4A50-A759-535E45CBDD5B}"/>
              </a:ext>
            </a:extLst>
          </p:cNvPr>
          <p:cNvSpPr>
            <a:spLocks noGrp="1"/>
          </p:cNvSpPr>
          <p:nvPr>
            <p:ph type="ftr" sz="quarter" idx="3"/>
          </p:nvPr>
        </p:nvSpPr>
        <p:spPr>
          <a:xfrm>
            <a:off x="2210937" y="6356350"/>
            <a:ext cx="8775511" cy="365125"/>
          </a:xfrm>
          <a:prstGeom prst="rect">
            <a:avLst/>
          </a:prstGeom>
        </p:spPr>
        <p:txBody>
          <a:bodyPr vert="horz" lIns="91440" tIns="45720" rIns="91440" bIns="45720" rtlCol="0" anchor="ctr"/>
          <a:lstStyle>
            <a:lvl1pPr algn="ctr">
              <a:defRPr sz="1200" b="1">
                <a:solidFill>
                  <a:schemeClr val="tx1">
                    <a:tint val="75000"/>
                  </a:schemeClr>
                </a:solidFill>
              </a:defRPr>
            </a:lvl1p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DFD06493-223E-484B-B535-A556B9BBAF46}"/>
              </a:ext>
            </a:extLst>
          </p:cNvPr>
          <p:cNvSpPr>
            <a:spLocks noGrp="1"/>
          </p:cNvSpPr>
          <p:nvPr>
            <p:ph type="sldNum" sz="quarter" idx="4"/>
          </p:nvPr>
        </p:nvSpPr>
        <p:spPr>
          <a:xfrm>
            <a:off x="11353800" y="6356350"/>
            <a:ext cx="478808" cy="365125"/>
          </a:xfrm>
          <a:prstGeom prst="rect">
            <a:avLst/>
          </a:prstGeom>
        </p:spPr>
        <p:txBody>
          <a:bodyPr vert="horz" lIns="91440" tIns="45720" rIns="91440" bIns="45720" rtlCol="0" anchor="ctr"/>
          <a:lstStyle>
            <a:lvl1pPr algn="r">
              <a:defRPr sz="1200" b="1">
                <a:solidFill>
                  <a:schemeClr val="tx1">
                    <a:tint val="75000"/>
                  </a:schemeClr>
                </a:solidFill>
              </a:defRPr>
            </a:lvl1pPr>
          </a:lstStyle>
          <a:p>
            <a:fld id="{24BEA51C-495D-44A2-B925-9AAC4BD9F0A2}" type="slidenum">
              <a:rPr lang="en-IN" smtClean="0"/>
              <a:pPr/>
              <a:t>‹#›</a:t>
            </a:fld>
            <a:endParaRPr lang="en-IN"/>
          </a:p>
        </p:txBody>
      </p:sp>
      <p:pic>
        <p:nvPicPr>
          <p:cNvPr id="8" name="Picture 7" descr="A screenshot of a cell phone&#10;&#10;Description generated with high confidence">
            <a:extLst>
              <a:ext uri="{FF2B5EF4-FFF2-40B4-BE49-F238E27FC236}">
                <a16:creationId xmlns:a16="http://schemas.microsoft.com/office/drawing/2014/main" id="{18E97DF4-2C3E-4424-8C33-C417831B462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424380" y="40944"/>
            <a:ext cx="4726675" cy="628309"/>
          </a:xfrm>
          <a:prstGeom prst="rect">
            <a:avLst/>
          </a:prstGeom>
        </p:spPr>
      </p:pic>
    </p:spTree>
    <p:extLst>
      <p:ext uri="{BB962C8B-B14F-4D97-AF65-F5344CB8AC3E}">
        <p14:creationId xmlns:p14="http://schemas.microsoft.com/office/powerpoint/2010/main" val="119573533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5400000" scaled="1"/>
        </a:gra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0433806-9920-0358-3E0F-8DCB8E4AF338}"/>
              </a:ext>
            </a:extLst>
          </p:cNvPr>
          <p:cNvSpPr>
            <a:spLocks noGrp="1" noChangeArrowheads="1"/>
          </p:cNvSpPr>
          <p:nvPr>
            <p:ph type="title"/>
          </p:nvPr>
        </p:nvSpPr>
        <p:spPr bwMode="auto">
          <a:xfrm>
            <a:off x="812800" y="228600"/>
            <a:ext cx="10464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p>
            <a:pPr lvl="0"/>
            <a:r>
              <a:rPr lang="en-US" altLang="zh-TW"/>
              <a:t>Click to edit Master title style</a:t>
            </a:r>
          </a:p>
        </p:txBody>
      </p:sp>
      <p:sp>
        <p:nvSpPr>
          <p:cNvPr id="1027" name="Rectangle 3">
            <a:extLst>
              <a:ext uri="{FF2B5EF4-FFF2-40B4-BE49-F238E27FC236}">
                <a16:creationId xmlns:a16="http://schemas.microsoft.com/office/drawing/2014/main" id="{62CBEF4C-0C23-87E5-D5A1-CE574CB28BDA}"/>
              </a:ext>
            </a:extLst>
          </p:cNvPr>
          <p:cNvSpPr>
            <a:spLocks noGrp="1" noChangeArrowheads="1"/>
          </p:cNvSpPr>
          <p:nvPr>
            <p:ph type="body" idx="1"/>
          </p:nvPr>
        </p:nvSpPr>
        <p:spPr bwMode="auto">
          <a:xfrm>
            <a:off x="812800" y="1676400"/>
            <a:ext cx="104648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p>
        </p:txBody>
      </p:sp>
      <p:sp>
        <p:nvSpPr>
          <p:cNvPr id="4100" name="Rectangle 4">
            <a:extLst>
              <a:ext uri="{FF2B5EF4-FFF2-40B4-BE49-F238E27FC236}">
                <a16:creationId xmlns:a16="http://schemas.microsoft.com/office/drawing/2014/main" id="{390F6C9D-352B-97CF-11D1-8784A8DF7135}"/>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ctr">
              <a:spcBef>
                <a:spcPct val="0"/>
              </a:spcBef>
              <a:buClrTx/>
              <a:buSzTx/>
              <a:buFontTx/>
              <a:buNone/>
              <a:defRPr sz="1400" b="0">
                <a:ea typeface="新細明體" panose="02020500000000000000" pitchFamily="18" charset="-120"/>
              </a:defRPr>
            </a:lvl1pPr>
          </a:lstStyle>
          <a:p>
            <a:pPr>
              <a:defRPr/>
            </a:pPr>
            <a:endParaRPr lang="en-US" altLang="zh-TW"/>
          </a:p>
        </p:txBody>
      </p:sp>
      <p:sp>
        <p:nvSpPr>
          <p:cNvPr id="4101" name="Rectangle 5">
            <a:extLst>
              <a:ext uri="{FF2B5EF4-FFF2-40B4-BE49-F238E27FC236}">
                <a16:creationId xmlns:a16="http://schemas.microsoft.com/office/drawing/2014/main" id="{3023DF46-9689-F35C-BE6B-AEC038E2C5DC}"/>
              </a:ext>
            </a:extLst>
          </p:cNvPr>
          <p:cNvSpPr>
            <a:spLocks noGrp="1" noChangeArrowheads="1"/>
          </p:cNvSpPr>
          <p:nvPr>
            <p:ph type="sldNum" sz="quarter" idx="4"/>
          </p:nvPr>
        </p:nvSpPr>
        <p:spPr bwMode="auto">
          <a:xfrm>
            <a:off x="10363201" y="6248400"/>
            <a:ext cx="1623484" cy="5334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r">
              <a:defRPr sz="1400" b="0">
                <a:ea typeface="新細明體" panose="02020500000000000000" pitchFamily="18" charset="-120"/>
              </a:defRPr>
            </a:lvl1pPr>
          </a:lstStyle>
          <a:p>
            <a:pPr>
              <a:defRPr/>
            </a:pPr>
            <a:fld id="{5BBFF725-C421-4521-82D9-2C3E40DDF8EA}" type="slidenum">
              <a:rPr lang="zh-TW" altLang="en-US"/>
              <a:pPr>
                <a:defRPr/>
              </a:pPr>
              <a:t>‹#›</a:t>
            </a:fld>
            <a:endParaRPr lang="en-US" altLang="zh-TW"/>
          </a:p>
        </p:txBody>
      </p:sp>
      <p:sp>
        <p:nvSpPr>
          <p:cNvPr id="1030" name="Rectangle 6">
            <a:extLst>
              <a:ext uri="{FF2B5EF4-FFF2-40B4-BE49-F238E27FC236}">
                <a16:creationId xmlns:a16="http://schemas.microsoft.com/office/drawing/2014/main" id="{D8D14B42-66EA-2845-E9E7-E07E735C5991}"/>
              </a:ext>
            </a:extLst>
          </p:cNvPr>
          <p:cNvSpPr>
            <a:spLocks noChangeArrowheads="1"/>
          </p:cNvSpPr>
          <p:nvPr/>
        </p:nvSpPr>
        <p:spPr bwMode="auto">
          <a:xfrm>
            <a:off x="101600" y="76200"/>
            <a:ext cx="3352800" cy="381000"/>
          </a:xfrm>
          <a:prstGeom prst="rect">
            <a:avLst/>
          </a:prstGeom>
          <a:noFill/>
          <a:ln>
            <a:noFill/>
          </a:ln>
          <a:effectLst/>
        </p:spPr>
        <p:txBody>
          <a:bodyPr wrap="none" lIns="92075" tIns="46038" rIns="92075" bIns="46038"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defRPr/>
            </a:pPr>
            <a:r>
              <a:rPr lang="en-US" altLang="zh-TW" sz="1200" b="0">
                <a:solidFill>
                  <a:schemeClr val="folHlink"/>
                </a:solidFill>
                <a:ea typeface="新細明體" panose="02020500000000000000" pitchFamily="18" charset="-120"/>
              </a:rPr>
              <a:t>AVL Trees / Slide </a:t>
            </a:r>
            <a:fld id="{39787189-9472-4466-A09A-44BBB2853E8A}" type="slidenum">
              <a:rPr lang="en-US" altLang="zh-TW" sz="1200" b="0" smtClean="0">
                <a:solidFill>
                  <a:schemeClr val="folHlink"/>
                </a:solidFill>
                <a:ea typeface="新細明體" panose="02020500000000000000" pitchFamily="18" charset="-120"/>
              </a:rPr>
              <a:pPr>
                <a:defRPr/>
              </a:pPr>
              <a:t>‹#›</a:t>
            </a:fld>
            <a:endParaRPr lang="en-US" altLang="zh-TW" sz="1200" b="0">
              <a:solidFill>
                <a:schemeClr val="folHlink"/>
              </a:solidFill>
              <a:ea typeface="新細明體" panose="02020500000000000000" pitchFamily="18" charset="-120"/>
            </a:endParaRPr>
          </a:p>
        </p:txBody>
      </p:sp>
      <p:sp>
        <p:nvSpPr>
          <p:cNvPr id="4103" name="Rectangle 7">
            <a:extLst>
              <a:ext uri="{FF2B5EF4-FFF2-40B4-BE49-F238E27FC236}">
                <a16:creationId xmlns:a16="http://schemas.microsoft.com/office/drawing/2014/main" id="{3B4D8900-C046-F211-7054-72685882A8B3}"/>
              </a:ext>
            </a:extLst>
          </p:cNvPr>
          <p:cNvSpPr>
            <a:spLocks noGrp="1" noChangeArrowheads="1"/>
          </p:cNvSpPr>
          <p:nvPr>
            <p:ph type="dt" sz="half" idx="2"/>
          </p:nvPr>
        </p:nvSpPr>
        <p:spPr bwMode="auto">
          <a:xfrm>
            <a:off x="914400" y="6248400"/>
            <a:ext cx="2540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spcBef>
                <a:spcPct val="0"/>
              </a:spcBef>
              <a:buClrTx/>
              <a:buSzTx/>
              <a:buFontTx/>
              <a:buNone/>
              <a:defRPr sz="1400" b="0">
                <a:ea typeface="新細明體" panose="02020500000000000000" pitchFamily="18" charset="-120"/>
              </a:defRPr>
            </a:lvl1pPr>
          </a:lstStyle>
          <a:p>
            <a:pPr>
              <a:defRPr/>
            </a:pPr>
            <a:endParaRPr lang="en-US" altLang="zh-TW"/>
          </a:p>
        </p:txBody>
      </p:sp>
    </p:spTree>
    <p:extLst>
      <p:ext uri="{BB962C8B-B14F-4D97-AF65-F5344CB8AC3E}">
        <p14:creationId xmlns:p14="http://schemas.microsoft.com/office/powerpoint/2010/main" val="3350113947"/>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Times New Roman" panose="02020603050405020304" pitchFamily="18" charset="0"/>
        </a:defRPr>
      </a:lvl2pPr>
      <a:lvl3pPr algn="ctr" rtl="0" eaLnBrk="0" fontAlgn="base" hangingPunct="0">
        <a:spcBef>
          <a:spcPct val="0"/>
        </a:spcBef>
        <a:spcAft>
          <a:spcPct val="0"/>
        </a:spcAft>
        <a:defRPr sz="4400">
          <a:solidFill>
            <a:schemeClr val="accent2"/>
          </a:solidFill>
          <a:latin typeface="Times New Roman" panose="02020603050405020304" pitchFamily="18" charset="0"/>
        </a:defRPr>
      </a:lvl3pPr>
      <a:lvl4pPr algn="ctr" rtl="0" eaLnBrk="0" fontAlgn="base" hangingPunct="0">
        <a:spcBef>
          <a:spcPct val="0"/>
        </a:spcBef>
        <a:spcAft>
          <a:spcPct val="0"/>
        </a:spcAft>
        <a:defRPr sz="4400">
          <a:solidFill>
            <a:schemeClr val="accent2"/>
          </a:solidFill>
          <a:latin typeface="Times New Roman" panose="02020603050405020304" pitchFamily="18" charset="0"/>
        </a:defRPr>
      </a:lvl4pPr>
      <a:lvl5pPr algn="ctr" rtl="0" eaLnBrk="0" fontAlgn="base" hangingPunct="0">
        <a:spcBef>
          <a:spcPct val="0"/>
        </a:spcBef>
        <a:spcAft>
          <a:spcPct val="0"/>
        </a:spcAft>
        <a:defRPr sz="4400">
          <a:solidFill>
            <a:schemeClr val="accent2"/>
          </a:solidFill>
          <a:latin typeface="Times New Roman" panose="02020603050405020304" pitchFamily="18" charset="0"/>
        </a:defRPr>
      </a:lvl5pPr>
      <a:lvl6pPr marL="457200" algn="ctr" rtl="0" eaLnBrk="0" fontAlgn="base" hangingPunct="0">
        <a:spcBef>
          <a:spcPct val="0"/>
        </a:spcBef>
        <a:spcAft>
          <a:spcPct val="0"/>
        </a:spcAft>
        <a:defRPr sz="4400">
          <a:solidFill>
            <a:schemeClr val="accent2"/>
          </a:solidFill>
          <a:latin typeface="Times New Roman" panose="02020603050405020304" pitchFamily="18" charset="0"/>
        </a:defRPr>
      </a:lvl6pPr>
      <a:lvl7pPr marL="914400" algn="ctr" rtl="0" eaLnBrk="0" fontAlgn="base" hangingPunct="0">
        <a:spcBef>
          <a:spcPct val="0"/>
        </a:spcBef>
        <a:spcAft>
          <a:spcPct val="0"/>
        </a:spcAft>
        <a:defRPr sz="4400">
          <a:solidFill>
            <a:schemeClr val="accent2"/>
          </a:solidFill>
          <a:latin typeface="Times New Roman" panose="02020603050405020304" pitchFamily="18" charset="0"/>
        </a:defRPr>
      </a:lvl7pPr>
      <a:lvl8pPr marL="1371600" algn="ctr" rtl="0" eaLnBrk="0" fontAlgn="base" hangingPunct="0">
        <a:spcBef>
          <a:spcPct val="0"/>
        </a:spcBef>
        <a:spcAft>
          <a:spcPct val="0"/>
        </a:spcAft>
        <a:defRPr sz="4400">
          <a:solidFill>
            <a:schemeClr val="accent2"/>
          </a:solidFill>
          <a:latin typeface="Times New Roman" panose="02020603050405020304" pitchFamily="18" charset="0"/>
        </a:defRPr>
      </a:lvl8pPr>
      <a:lvl9pPr marL="1828800" algn="ctr" rtl="0" eaLnBrk="0" fontAlgn="base" hangingPunct="0">
        <a:spcBef>
          <a:spcPct val="0"/>
        </a:spcBef>
        <a:spcAft>
          <a:spcPct val="0"/>
        </a:spcAft>
        <a:defRPr sz="4400">
          <a:solidFill>
            <a:schemeClr val="accent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folHlink"/>
        </a:buClr>
        <a:buSzPct val="75000"/>
        <a:buFont typeface="Monotype Sorts" pitchFamily="2" charset="2"/>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80000"/>
        <a:buFont typeface="Monotype Sorts" pitchFamily="2" charset="2"/>
        <a:buChar char="n"/>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80000"/>
        <a:buFont typeface="Wingdings" panose="05000000000000000000" pitchFamily="2" charset="2"/>
        <a:buChar char="1"/>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65000"/>
        <a:buFont typeface="Monotype Sorts" pitchFamily="2" charset="2"/>
        <a:buChar char="l"/>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80000"/>
        <a:buFont typeface="Monotype Sort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6B20088-A56C-8133-834D-CF9B7674FC9A}"/>
              </a:ext>
            </a:extLst>
          </p:cNvPr>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B1527AC0-E803-5950-4F74-3D7E8AE48AE4}"/>
              </a:ext>
            </a:extLst>
          </p:cNvPr>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9C2E5D50-1076-0CEA-EE19-D403CCE914A9}"/>
              </a:ext>
            </a:extLst>
          </p:cNvPr>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sp>
        <p:nvSpPr>
          <p:cNvPr id="1029" name="Rectangle 5">
            <a:extLst>
              <a:ext uri="{FF2B5EF4-FFF2-40B4-BE49-F238E27FC236}">
                <a16:creationId xmlns:a16="http://schemas.microsoft.com/office/drawing/2014/main" id="{5E886FBD-EA0C-B1D8-0DF3-ADB4DC3705D0}"/>
              </a:ext>
            </a:extLst>
          </p:cNvPr>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n-US" altLang="en-US"/>
              <a:t>Data Structures and Algorithms</a:t>
            </a:r>
          </a:p>
        </p:txBody>
      </p:sp>
      <p:sp>
        <p:nvSpPr>
          <p:cNvPr id="1030" name="Rectangle 6">
            <a:extLst>
              <a:ext uri="{FF2B5EF4-FFF2-40B4-BE49-F238E27FC236}">
                <a16:creationId xmlns:a16="http://schemas.microsoft.com/office/drawing/2014/main" id="{BFBA2802-C990-B72B-85C6-880BB710DC3B}"/>
              </a:ext>
            </a:extLst>
          </p:cNvPr>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FA28AB58-95B8-4323-AF64-74826CDF7AAB}" type="slidenum">
              <a:rPr lang="en-US" altLang="en-US"/>
              <a:pPr/>
              <a:t>‹#›</a:t>
            </a:fld>
            <a:endParaRPr lang="en-US" altLang="en-US"/>
          </a:p>
        </p:txBody>
      </p:sp>
      <p:pic>
        <p:nvPicPr>
          <p:cNvPr id="1031" name="Picture 7">
            <a:extLst>
              <a:ext uri="{FF2B5EF4-FFF2-40B4-BE49-F238E27FC236}">
                <a16:creationId xmlns:a16="http://schemas.microsoft.com/office/drawing/2014/main" id="{DD5E2465-4758-4773-DB03-6A4474817642}"/>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03200" y="5734050"/>
            <a:ext cx="2032000" cy="112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64776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DC4EEFA-42E9-72BD-12DF-7794D71244AE}"/>
              </a:ext>
            </a:extLst>
          </p:cNvPr>
          <p:cNvSpPr>
            <a:spLocks noGrp="1" noChangeArrowheads="1"/>
          </p:cNvSpPr>
          <p:nvPr>
            <p:ph type="title"/>
          </p:nvPr>
        </p:nvSpPr>
        <p:spPr bwMode="auto">
          <a:xfrm>
            <a:off x="535517" y="228600"/>
            <a:ext cx="11046883" cy="11430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2A30981-E330-0E9E-3A85-0FBA1E039A32}"/>
              </a:ext>
            </a:extLst>
          </p:cNvPr>
          <p:cNvSpPr>
            <a:spLocks noGrp="1" noChangeArrowheads="1"/>
          </p:cNvSpPr>
          <p:nvPr>
            <p:ph type="body" idx="1"/>
          </p:nvPr>
        </p:nvSpPr>
        <p:spPr bwMode="auto">
          <a:xfrm>
            <a:off x="603251" y="1885950"/>
            <a:ext cx="10905067" cy="41719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2468" name="Rectangle 4">
            <a:extLst>
              <a:ext uri="{FF2B5EF4-FFF2-40B4-BE49-F238E27FC236}">
                <a16:creationId xmlns:a16="http://schemas.microsoft.com/office/drawing/2014/main" id="{B0E8AAF9-8236-2CE9-C993-8C25BBF47AD4}"/>
              </a:ext>
            </a:extLst>
          </p:cNvPr>
          <p:cNvSpPr>
            <a:spLocks noGrp="1" noChangeArrowheads="1"/>
          </p:cNvSpPr>
          <p:nvPr>
            <p:ph type="ftr" sz="quarter" idx="3"/>
          </p:nvPr>
        </p:nvSpPr>
        <p:spPr bwMode="auto">
          <a:xfrm>
            <a:off x="603251" y="6172200"/>
            <a:ext cx="3657600" cy="457200"/>
          </a:xfrm>
          <a:prstGeom prst="rect">
            <a:avLst/>
          </a:prstGeom>
          <a:noFill/>
          <a:ln>
            <a:noFill/>
          </a:ln>
        </p:spPr>
        <p:txBody>
          <a:bodyPr vert="horz" wrap="square" lIns="91440" tIns="45720" rIns="91440" bIns="45720" numCol="1" anchor="b" anchorCtr="0" compatLnSpc="1">
            <a:prstTxWarp prst="textNoShape">
              <a:avLst/>
            </a:prstTxWarp>
          </a:bodyPr>
          <a:lstStyle>
            <a:lvl1pPr>
              <a:spcBef>
                <a:spcPct val="50000"/>
              </a:spcBef>
              <a:defRPr sz="1200">
                <a:solidFill>
                  <a:schemeClr val="bg2"/>
                </a:solidFill>
              </a:defRPr>
            </a:lvl1pPr>
          </a:lstStyle>
          <a:p>
            <a:pPr>
              <a:defRPr/>
            </a:pPr>
            <a:r>
              <a:rPr lang="en-US" altLang="en-US"/>
              <a:t>B-Trees</a:t>
            </a:r>
          </a:p>
        </p:txBody>
      </p:sp>
      <p:sp>
        <p:nvSpPr>
          <p:cNvPr id="62469" name="Rectangle 5">
            <a:extLst>
              <a:ext uri="{FF2B5EF4-FFF2-40B4-BE49-F238E27FC236}">
                <a16:creationId xmlns:a16="http://schemas.microsoft.com/office/drawing/2014/main" id="{00EB3F81-6EC5-6E4C-167B-7894A04960E8}"/>
              </a:ext>
            </a:extLst>
          </p:cNvPr>
          <p:cNvSpPr>
            <a:spLocks noGrp="1" noChangeArrowheads="1"/>
          </p:cNvSpPr>
          <p:nvPr>
            <p:ph type="sldNum" sz="quarter" idx="4"/>
          </p:nvPr>
        </p:nvSpPr>
        <p:spPr bwMode="auto">
          <a:xfrm>
            <a:off x="8934451" y="6172200"/>
            <a:ext cx="25400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spcBef>
                <a:spcPct val="50000"/>
              </a:spcBef>
              <a:defRPr sz="1400">
                <a:solidFill>
                  <a:schemeClr val="bg2"/>
                </a:solidFill>
              </a:defRPr>
            </a:lvl1pPr>
          </a:lstStyle>
          <a:p>
            <a:pPr>
              <a:defRPr/>
            </a:pPr>
            <a:fld id="{1D54FF21-59A2-4C61-9453-9384248C3063}" type="slidenum">
              <a:rPr lang="en-US" altLang="en-US"/>
              <a:pPr>
                <a:defRPr/>
              </a:pPr>
              <a:t>‹#›</a:t>
            </a:fld>
            <a:endParaRPr lang="en-US" altLang="en-US"/>
          </a:p>
        </p:txBody>
      </p:sp>
    </p:spTree>
    <p:extLst>
      <p:ext uri="{BB962C8B-B14F-4D97-AF65-F5344CB8AC3E}">
        <p14:creationId xmlns:p14="http://schemas.microsoft.com/office/powerpoint/2010/main" val="215601384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ctr" rtl="0" eaLnBrk="0" fontAlgn="base" hangingPunct="0">
        <a:spcBef>
          <a:spcPct val="0"/>
        </a:spcBef>
        <a:spcAft>
          <a:spcPct val="0"/>
        </a:spcAft>
        <a:defRPr sz="3600" b="1" kern="1200">
          <a:solidFill>
            <a:srgbClr val="800000"/>
          </a:solidFill>
          <a:latin typeface="+mj-lt"/>
          <a:ea typeface="+mj-ea"/>
          <a:cs typeface="+mj-cs"/>
        </a:defRPr>
      </a:lvl1pPr>
      <a:lvl2pPr algn="ctr" rtl="0" eaLnBrk="0" fontAlgn="base" hangingPunct="0">
        <a:spcBef>
          <a:spcPct val="0"/>
        </a:spcBef>
        <a:spcAft>
          <a:spcPct val="0"/>
        </a:spcAft>
        <a:defRPr sz="3600" b="1">
          <a:solidFill>
            <a:srgbClr val="800000"/>
          </a:solidFill>
          <a:latin typeface="Arial" panose="020B0604020202020204" pitchFamily="34" charset="0"/>
        </a:defRPr>
      </a:lvl2pPr>
      <a:lvl3pPr algn="ctr" rtl="0" eaLnBrk="0" fontAlgn="base" hangingPunct="0">
        <a:spcBef>
          <a:spcPct val="0"/>
        </a:spcBef>
        <a:spcAft>
          <a:spcPct val="0"/>
        </a:spcAft>
        <a:defRPr sz="3600" b="1">
          <a:solidFill>
            <a:srgbClr val="800000"/>
          </a:solidFill>
          <a:latin typeface="Arial" panose="020B0604020202020204" pitchFamily="34" charset="0"/>
        </a:defRPr>
      </a:lvl3pPr>
      <a:lvl4pPr algn="ctr" rtl="0" eaLnBrk="0" fontAlgn="base" hangingPunct="0">
        <a:spcBef>
          <a:spcPct val="0"/>
        </a:spcBef>
        <a:spcAft>
          <a:spcPct val="0"/>
        </a:spcAft>
        <a:defRPr sz="3600" b="1">
          <a:solidFill>
            <a:srgbClr val="800000"/>
          </a:solidFill>
          <a:latin typeface="Arial" panose="020B0604020202020204" pitchFamily="34" charset="0"/>
        </a:defRPr>
      </a:lvl4pPr>
      <a:lvl5pPr algn="ctr" rtl="0" eaLnBrk="0" fontAlgn="base" hangingPunct="0">
        <a:spcBef>
          <a:spcPct val="0"/>
        </a:spcBef>
        <a:spcAft>
          <a:spcPct val="0"/>
        </a:spcAft>
        <a:defRPr sz="3600" b="1">
          <a:solidFill>
            <a:srgbClr val="800000"/>
          </a:solidFill>
          <a:latin typeface="Arial" panose="020B0604020202020204" pitchFamily="34" charset="0"/>
        </a:defRPr>
      </a:lvl5pPr>
      <a:lvl6pPr marL="457200" algn="ctr" rtl="0" eaLnBrk="0" fontAlgn="base" hangingPunct="0">
        <a:spcBef>
          <a:spcPct val="0"/>
        </a:spcBef>
        <a:spcAft>
          <a:spcPct val="0"/>
        </a:spcAft>
        <a:defRPr sz="3600" b="1">
          <a:solidFill>
            <a:srgbClr val="800000"/>
          </a:solidFill>
          <a:latin typeface="Arial" panose="020B0604020202020204" pitchFamily="34" charset="0"/>
        </a:defRPr>
      </a:lvl6pPr>
      <a:lvl7pPr marL="914400" algn="ctr" rtl="0" eaLnBrk="0" fontAlgn="base" hangingPunct="0">
        <a:spcBef>
          <a:spcPct val="0"/>
        </a:spcBef>
        <a:spcAft>
          <a:spcPct val="0"/>
        </a:spcAft>
        <a:defRPr sz="3600" b="1">
          <a:solidFill>
            <a:srgbClr val="800000"/>
          </a:solidFill>
          <a:latin typeface="Arial" panose="020B0604020202020204" pitchFamily="34" charset="0"/>
        </a:defRPr>
      </a:lvl7pPr>
      <a:lvl8pPr marL="1371600" algn="ctr" rtl="0" eaLnBrk="0" fontAlgn="base" hangingPunct="0">
        <a:spcBef>
          <a:spcPct val="0"/>
        </a:spcBef>
        <a:spcAft>
          <a:spcPct val="0"/>
        </a:spcAft>
        <a:defRPr sz="3600" b="1">
          <a:solidFill>
            <a:srgbClr val="800000"/>
          </a:solidFill>
          <a:latin typeface="Arial" panose="020B0604020202020204" pitchFamily="34" charset="0"/>
        </a:defRPr>
      </a:lvl8pPr>
      <a:lvl9pPr marL="1828800" algn="ctr" rtl="0" eaLnBrk="0" fontAlgn="base" hangingPunct="0">
        <a:spcBef>
          <a:spcPct val="0"/>
        </a:spcBef>
        <a:spcAft>
          <a:spcPct val="0"/>
        </a:spcAft>
        <a:defRPr sz="3600" b="1">
          <a:solidFill>
            <a:srgbClr val="800000"/>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2/23/2026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embeddings/oleObject1.bin"/><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2.bin"/><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oleObject" Target="../embeddings/oleObject3.bin"/><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4.bin"/><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6.xml.rels><?xml version="1.0" encoding="UTF-8" standalone="yes"?>
<Relationships xmlns="http://schemas.openxmlformats.org/package/2006/relationships"><Relationship Id="rId2" Type="http://schemas.openxmlformats.org/officeDocument/2006/relationships/hyperlink" Target="https://www.cs.usfca.edu/~galles/visualization/BTree.html" TargetMode="External"/><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0AF3C-F54C-4FA7-AA9E-7DE3B2209E70}"/>
              </a:ext>
            </a:extLst>
          </p:cNvPr>
          <p:cNvSpPr>
            <a:spLocks noGrp="1"/>
          </p:cNvSpPr>
          <p:nvPr>
            <p:ph type="ctrTitle"/>
          </p:nvPr>
        </p:nvSpPr>
        <p:spPr/>
        <p:txBody>
          <a:bodyPr/>
          <a:lstStyle/>
          <a:p>
            <a:r>
              <a:rPr lang="en-US"/>
              <a:t>Transform and Conquer</a:t>
            </a:r>
          </a:p>
        </p:txBody>
      </p:sp>
      <p:sp>
        <p:nvSpPr>
          <p:cNvPr id="3" name="Subtitle 2">
            <a:extLst>
              <a:ext uri="{FF2B5EF4-FFF2-40B4-BE49-F238E27FC236}">
                <a16:creationId xmlns:a16="http://schemas.microsoft.com/office/drawing/2014/main" id="{A43064CB-650C-4664-B123-35D2F0426658}"/>
              </a:ext>
            </a:extLst>
          </p:cNvPr>
          <p:cNvSpPr>
            <a:spLocks noGrp="1"/>
          </p:cNvSpPr>
          <p:nvPr>
            <p:ph type="subTitle" idx="1"/>
          </p:nvPr>
        </p:nvSpPr>
        <p:spPr/>
        <p:txBody>
          <a:bodyPr/>
          <a:lstStyle/>
          <a:p>
            <a:endParaRPr lang="en-US" b="1"/>
          </a:p>
          <a:p>
            <a:endParaRPr lang="en-IN"/>
          </a:p>
        </p:txBody>
      </p:sp>
    </p:spTree>
    <p:extLst>
      <p:ext uri="{BB962C8B-B14F-4D97-AF65-F5344CB8AC3E}">
        <p14:creationId xmlns:p14="http://schemas.microsoft.com/office/powerpoint/2010/main" val="1483207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629B7-2A14-E0F9-1F14-B84AD25B68E0}"/>
              </a:ext>
            </a:extLst>
          </p:cNvPr>
          <p:cNvSpPr>
            <a:spLocks noGrp="1"/>
          </p:cNvSpPr>
          <p:nvPr>
            <p:ph type="title"/>
          </p:nvPr>
        </p:nvSpPr>
        <p:spPr/>
        <p:txBody>
          <a:bodyPr>
            <a:normAutofit fontScale="90000"/>
          </a:bodyPr>
          <a:lstStyle/>
          <a:p>
            <a:endParaRPr lang="en-US"/>
          </a:p>
        </p:txBody>
      </p:sp>
      <p:pic>
        <p:nvPicPr>
          <p:cNvPr id="8" name="Content Placeholder 7">
            <a:extLst>
              <a:ext uri="{FF2B5EF4-FFF2-40B4-BE49-F238E27FC236}">
                <a16:creationId xmlns:a16="http://schemas.microsoft.com/office/drawing/2014/main" id="{7BA69FE0-5C22-F9FC-44F8-70B0854B7F04}"/>
              </a:ext>
            </a:extLst>
          </p:cNvPr>
          <p:cNvPicPr>
            <a:picLocks noGrp="1" noChangeAspect="1"/>
          </p:cNvPicPr>
          <p:nvPr>
            <p:ph idx="1"/>
          </p:nvPr>
        </p:nvPicPr>
        <p:blipFill>
          <a:blip r:embed="rId2"/>
          <a:stretch>
            <a:fillRect/>
          </a:stretch>
        </p:blipFill>
        <p:spPr>
          <a:xfrm>
            <a:off x="992459" y="0"/>
            <a:ext cx="9820229" cy="6705096"/>
          </a:xfrm>
        </p:spPr>
      </p:pic>
      <p:sp>
        <p:nvSpPr>
          <p:cNvPr id="4" name="Date Placeholder 3">
            <a:extLst>
              <a:ext uri="{FF2B5EF4-FFF2-40B4-BE49-F238E27FC236}">
                <a16:creationId xmlns:a16="http://schemas.microsoft.com/office/drawing/2014/main" id="{F5BA7C21-C551-910A-2723-8D3A80681F2D}"/>
              </a:ext>
            </a:extLst>
          </p:cNvPr>
          <p:cNvSpPr>
            <a:spLocks noGrp="1"/>
          </p:cNvSpPr>
          <p:nvPr>
            <p:ph type="dt" sz="half" idx="10"/>
          </p:nvPr>
        </p:nvSpPr>
        <p:spPr/>
        <p:txBody>
          <a:bodyPr/>
          <a:lstStyle/>
          <a:p>
            <a:fld id="{F6232DCD-C659-4251-AE5F-5EA929BABCBA}" type="datetime1">
              <a:rPr lang="en-IN" smtClean="0"/>
              <a:t>23-02-2026</a:t>
            </a:fld>
            <a:endParaRPr lang="en-IN"/>
          </a:p>
        </p:txBody>
      </p:sp>
      <p:sp>
        <p:nvSpPr>
          <p:cNvPr id="5" name="Footer Placeholder 4">
            <a:extLst>
              <a:ext uri="{FF2B5EF4-FFF2-40B4-BE49-F238E27FC236}">
                <a16:creationId xmlns:a16="http://schemas.microsoft.com/office/drawing/2014/main" id="{A50A9B68-60C3-6EEC-CC6E-300BA30C6BBA}"/>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5AB132D0-0D7F-185D-DB6C-B1C03FF98DBB}"/>
              </a:ext>
            </a:extLst>
          </p:cNvPr>
          <p:cNvSpPr>
            <a:spLocks noGrp="1"/>
          </p:cNvSpPr>
          <p:nvPr>
            <p:ph type="sldNum" sz="quarter" idx="12"/>
          </p:nvPr>
        </p:nvSpPr>
        <p:spPr/>
        <p:txBody>
          <a:bodyPr/>
          <a:lstStyle/>
          <a:p>
            <a:fld id="{24BEA51C-495D-44A2-B925-9AAC4BD9F0A2}" type="slidenum">
              <a:rPr lang="en-IN" smtClean="0"/>
              <a:t>2</a:t>
            </a:fld>
            <a:endParaRPr lang="en-IN"/>
          </a:p>
        </p:txBody>
      </p:sp>
    </p:spTree>
    <p:extLst>
      <p:ext uri="{BB962C8B-B14F-4D97-AF65-F5344CB8AC3E}">
        <p14:creationId xmlns:p14="http://schemas.microsoft.com/office/powerpoint/2010/main" val="390743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Objectives</a:t>
            </a:r>
          </a:p>
        </p:txBody>
      </p:sp>
      <p:sp>
        <p:nvSpPr>
          <p:cNvPr id="3" name="Content Placeholder 2"/>
          <p:cNvSpPr>
            <a:spLocks noGrp="1"/>
          </p:cNvSpPr>
          <p:nvPr>
            <p:ph idx="1"/>
          </p:nvPr>
        </p:nvSpPr>
        <p:spPr/>
        <p:txBody>
          <a:bodyPr/>
          <a:lstStyle/>
          <a:p>
            <a:pPr marL="0" indent="0">
              <a:buNone/>
            </a:pPr>
            <a:r>
              <a:rPr lang="en-US"/>
              <a:t>To learn and appreciate the following concepts:</a:t>
            </a:r>
          </a:p>
          <a:p>
            <a:pPr marL="0" indent="0">
              <a:buNone/>
            </a:pPr>
            <a:endParaRPr lang="en-US"/>
          </a:p>
          <a:p>
            <a:pPr>
              <a:buFont typeface="Wingdings" pitchFamily="2" charset="2"/>
              <a:buChar char="ü"/>
            </a:pPr>
            <a:r>
              <a:rPr lang="en-US"/>
              <a:t>Presorting </a:t>
            </a:r>
          </a:p>
          <a:p>
            <a:pPr>
              <a:buFont typeface="Wingdings" pitchFamily="2" charset="2"/>
              <a:buChar char="ü"/>
            </a:pPr>
            <a:r>
              <a:rPr lang="en-US"/>
              <a:t>Balanced Search Trees</a:t>
            </a:r>
          </a:p>
          <a:p>
            <a:pPr>
              <a:buFont typeface="Wingdings" pitchFamily="2" charset="2"/>
              <a:buChar char="ü"/>
            </a:pPr>
            <a:r>
              <a:rPr lang="en-US"/>
              <a:t>Heaps and Heapsort</a:t>
            </a:r>
          </a:p>
          <a:p>
            <a:pPr>
              <a:buFont typeface="Wingdings" pitchFamily="2" charset="2"/>
              <a:buChar char="ü"/>
            </a:pPr>
            <a:r>
              <a:rPr lang="en-US"/>
              <a:t>Problem Reduction</a:t>
            </a:r>
          </a:p>
        </p:txBody>
      </p:sp>
      <p:sp>
        <p:nvSpPr>
          <p:cNvPr id="4" name="Date Placeholder 3"/>
          <p:cNvSpPr>
            <a:spLocks noGrp="1"/>
          </p:cNvSpPr>
          <p:nvPr>
            <p:ph type="dt" sz="half" idx="10"/>
          </p:nvPr>
        </p:nvSpPr>
        <p:spPr/>
        <p:txBody>
          <a:bodyPr/>
          <a:lstStyle/>
          <a:p>
            <a:fld id="{23EFE3BA-D1AD-47D5-B508-EFF6CB39BEEA}" type="datetime1">
              <a:rPr lang="en-IN" smtClean="0"/>
              <a:t>23-02-2026</a:t>
            </a:fld>
            <a:endParaRPr lang="en-IN"/>
          </a:p>
        </p:txBody>
      </p:sp>
      <p:sp>
        <p:nvSpPr>
          <p:cNvPr id="6" name="Slide Number Placeholder 5"/>
          <p:cNvSpPr>
            <a:spLocks noGrp="1"/>
          </p:cNvSpPr>
          <p:nvPr>
            <p:ph type="sldNum" sz="quarter" idx="12"/>
          </p:nvPr>
        </p:nvSpPr>
        <p:spPr/>
        <p:txBody>
          <a:bodyPr/>
          <a:lstStyle/>
          <a:p>
            <a:fld id="{24BEA51C-495D-44A2-B925-9AAC4BD9F0A2}" type="slidenum">
              <a:rPr lang="en-IN" smtClean="0"/>
              <a:t>3</a:t>
            </a:fld>
            <a:endParaRPr lang="en-IN"/>
          </a:p>
        </p:txBody>
      </p:sp>
      <p:sp>
        <p:nvSpPr>
          <p:cNvPr id="8" name="Footer Placeholder 4">
            <a:extLst>
              <a:ext uri="{FF2B5EF4-FFF2-40B4-BE49-F238E27FC236}">
                <a16:creationId xmlns:a16="http://schemas.microsoft.com/office/drawing/2014/main" id="{2DF012EA-7332-D87D-5032-026501A6D69A}"/>
              </a:ext>
            </a:extLst>
          </p:cNvPr>
          <p:cNvSpPr>
            <a:spLocks noGrp="1"/>
          </p:cNvSpPr>
          <p:nvPr>
            <p:ph type="ftr" sz="quarter" idx="11"/>
          </p:nvPr>
        </p:nvSpPr>
        <p:spPr>
          <a:xfrm>
            <a:off x="2210937" y="6356350"/>
            <a:ext cx="8775511" cy="365125"/>
          </a:xfrm>
        </p:spPr>
        <p:txBody>
          <a:bodyPr/>
          <a:lstStyle/>
          <a:p>
            <a:r>
              <a:rPr lang="en-US"/>
              <a:t>IT_2222 Design and Analysis of Algorithms- 2024</a:t>
            </a:r>
            <a:endParaRPr lang="en-IN"/>
          </a:p>
        </p:txBody>
      </p:sp>
    </p:spTree>
    <p:extLst>
      <p:ext uri="{BB962C8B-B14F-4D97-AF65-F5344CB8AC3E}">
        <p14:creationId xmlns:p14="http://schemas.microsoft.com/office/powerpoint/2010/main" val="677675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Session outcome</a:t>
            </a:r>
          </a:p>
        </p:txBody>
      </p:sp>
      <p:sp>
        <p:nvSpPr>
          <p:cNvPr id="3" name="Content Placeholder 2"/>
          <p:cNvSpPr>
            <a:spLocks noGrp="1"/>
          </p:cNvSpPr>
          <p:nvPr>
            <p:ph idx="1"/>
          </p:nvPr>
        </p:nvSpPr>
        <p:spPr/>
        <p:txBody>
          <a:bodyPr/>
          <a:lstStyle/>
          <a:p>
            <a:r>
              <a:rPr lang="en-US"/>
              <a:t>At the end of session the student will be able to understand:</a:t>
            </a:r>
          </a:p>
          <a:p>
            <a:endParaRPr lang="en-US"/>
          </a:p>
          <a:p>
            <a:pPr lvl="1"/>
            <a:r>
              <a:rPr lang="en-US"/>
              <a:t>What is presorting</a:t>
            </a:r>
          </a:p>
          <a:p>
            <a:pPr lvl="1"/>
            <a:endParaRPr lang="en-US"/>
          </a:p>
          <a:p>
            <a:pPr lvl="1"/>
            <a:r>
              <a:rPr lang="en-US"/>
              <a:t>Understanding balanced search trees</a:t>
            </a:r>
          </a:p>
          <a:p>
            <a:pPr lvl="1"/>
            <a:endParaRPr lang="en-US"/>
          </a:p>
          <a:p>
            <a:pPr lvl="1"/>
            <a:r>
              <a:rPr lang="en-US"/>
              <a:t>Importance of heaps and heapsort</a:t>
            </a:r>
          </a:p>
          <a:p>
            <a:pPr lvl="1"/>
            <a:endParaRPr lang="en-US"/>
          </a:p>
          <a:p>
            <a:pPr lvl="1"/>
            <a:r>
              <a:rPr lang="en-US"/>
              <a:t>Problem reduction</a:t>
            </a:r>
          </a:p>
          <a:p>
            <a:endParaRPr lang="en-US"/>
          </a:p>
        </p:txBody>
      </p:sp>
      <p:sp>
        <p:nvSpPr>
          <p:cNvPr id="4" name="Date Placeholder 3"/>
          <p:cNvSpPr>
            <a:spLocks noGrp="1"/>
          </p:cNvSpPr>
          <p:nvPr>
            <p:ph type="dt" sz="half" idx="10"/>
          </p:nvPr>
        </p:nvSpPr>
        <p:spPr/>
        <p:txBody>
          <a:bodyPr/>
          <a:lstStyle/>
          <a:p>
            <a:fld id="{A29A763F-E902-45B1-AF8E-4AEFDE5B8302}" type="datetime1">
              <a:rPr lang="en-IN" smtClean="0"/>
              <a:t>23-02-2026</a:t>
            </a:fld>
            <a:endParaRPr lang="en-IN"/>
          </a:p>
        </p:txBody>
      </p:sp>
      <p:sp>
        <p:nvSpPr>
          <p:cNvPr id="5" name="Footer Placeholder 4"/>
          <p:cNvSpPr>
            <a:spLocks noGrp="1"/>
          </p:cNvSpPr>
          <p:nvPr>
            <p:ph type="ftr" sz="quarter" idx="11"/>
          </p:nvPr>
        </p:nvSpPr>
        <p:spPr/>
        <p:txBody>
          <a:bodyPr/>
          <a:lstStyle/>
          <a:p>
            <a:r>
              <a:rPr lang="en-US"/>
              <a:t>IT_2222 Design and Analysis of Algorithms- 2024</a:t>
            </a:r>
            <a:endParaRPr lang="en-IN"/>
          </a:p>
        </p:txBody>
      </p:sp>
      <p:sp>
        <p:nvSpPr>
          <p:cNvPr id="6" name="Slide Number Placeholder 5"/>
          <p:cNvSpPr>
            <a:spLocks noGrp="1"/>
          </p:cNvSpPr>
          <p:nvPr>
            <p:ph type="sldNum" sz="quarter" idx="12"/>
          </p:nvPr>
        </p:nvSpPr>
        <p:spPr/>
        <p:txBody>
          <a:bodyPr/>
          <a:lstStyle/>
          <a:p>
            <a:fld id="{24BEA51C-495D-44A2-B925-9AAC4BD9F0A2}" type="slidenum">
              <a:rPr lang="en-IN" smtClean="0"/>
              <a:t>4</a:t>
            </a:fld>
            <a:endParaRPr lang="en-IN"/>
          </a:p>
        </p:txBody>
      </p:sp>
    </p:spTree>
    <p:extLst>
      <p:ext uri="{BB962C8B-B14F-4D97-AF65-F5344CB8AC3E}">
        <p14:creationId xmlns:p14="http://schemas.microsoft.com/office/powerpoint/2010/main" val="3401255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DC7A4-FBEA-14CA-9DA5-A68077D17805}"/>
              </a:ext>
            </a:extLst>
          </p:cNvPr>
          <p:cNvSpPr>
            <a:spLocks noGrp="1"/>
          </p:cNvSpPr>
          <p:nvPr>
            <p:ph type="title"/>
          </p:nvPr>
        </p:nvSpPr>
        <p:spPr/>
        <p:txBody>
          <a:bodyPr>
            <a:normAutofit fontScale="90000"/>
          </a:bodyPr>
          <a:lstStyle/>
          <a:p>
            <a:endParaRPr lang="en-US"/>
          </a:p>
        </p:txBody>
      </p:sp>
      <p:pic>
        <p:nvPicPr>
          <p:cNvPr id="8" name="Content Placeholder 7">
            <a:extLst>
              <a:ext uri="{FF2B5EF4-FFF2-40B4-BE49-F238E27FC236}">
                <a16:creationId xmlns:a16="http://schemas.microsoft.com/office/drawing/2014/main" id="{B79B2464-B115-FB65-78A5-649A3BEBEACC}"/>
              </a:ext>
            </a:extLst>
          </p:cNvPr>
          <p:cNvPicPr>
            <a:picLocks noGrp="1" noChangeAspect="1"/>
          </p:cNvPicPr>
          <p:nvPr>
            <p:ph idx="1"/>
          </p:nvPr>
        </p:nvPicPr>
        <p:blipFill>
          <a:blip r:embed="rId2"/>
          <a:stretch>
            <a:fillRect/>
          </a:stretch>
        </p:blipFill>
        <p:spPr>
          <a:xfrm>
            <a:off x="691376" y="64887"/>
            <a:ext cx="10295072" cy="6767295"/>
          </a:xfrm>
        </p:spPr>
      </p:pic>
      <p:sp>
        <p:nvSpPr>
          <p:cNvPr id="4" name="Date Placeholder 3">
            <a:extLst>
              <a:ext uri="{FF2B5EF4-FFF2-40B4-BE49-F238E27FC236}">
                <a16:creationId xmlns:a16="http://schemas.microsoft.com/office/drawing/2014/main" id="{263FE45D-94CB-F011-9E5A-FF1A5AD764E3}"/>
              </a:ext>
            </a:extLst>
          </p:cNvPr>
          <p:cNvSpPr>
            <a:spLocks noGrp="1"/>
          </p:cNvSpPr>
          <p:nvPr>
            <p:ph type="dt" sz="half" idx="10"/>
          </p:nvPr>
        </p:nvSpPr>
        <p:spPr/>
        <p:txBody>
          <a:bodyPr/>
          <a:lstStyle/>
          <a:p>
            <a:fld id="{F6232DCD-C659-4251-AE5F-5EA929BABCBA}" type="datetime1">
              <a:rPr lang="en-IN" smtClean="0"/>
              <a:t>23-02-2026</a:t>
            </a:fld>
            <a:endParaRPr lang="en-IN"/>
          </a:p>
        </p:txBody>
      </p:sp>
      <p:sp>
        <p:nvSpPr>
          <p:cNvPr id="5" name="Footer Placeholder 4">
            <a:extLst>
              <a:ext uri="{FF2B5EF4-FFF2-40B4-BE49-F238E27FC236}">
                <a16:creationId xmlns:a16="http://schemas.microsoft.com/office/drawing/2014/main" id="{9E396845-63BD-34BF-7392-EB8ECFE8E252}"/>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891F8077-A3DF-A7A7-25B9-74AA91184F30}"/>
              </a:ext>
            </a:extLst>
          </p:cNvPr>
          <p:cNvSpPr>
            <a:spLocks noGrp="1"/>
          </p:cNvSpPr>
          <p:nvPr>
            <p:ph type="sldNum" sz="quarter" idx="12"/>
          </p:nvPr>
        </p:nvSpPr>
        <p:spPr/>
        <p:txBody>
          <a:bodyPr/>
          <a:lstStyle/>
          <a:p>
            <a:fld id="{24BEA51C-495D-44A2-B925-9AAC4BD9F0A2}" type="slidenum">
              <a:rPr lang="en-IN" smtClean="0"/>
              <a:t>5</a:t>
            </a:fld>
            <a:endParaRPr lang="en-IN"/>
          </a:p>
        </p:txBody>
      </p:sp>
    </p:spTree>
    <p:extLst>
      <p:ext uri="{BB962C8B-B14F-4D97-AF65-F5344CB8AC3E}">
        <p14:creationId xmlns:p14="http://schemas.microsoft.com/office/powerpoint/2010/main" val="3201866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91897-28AA-C863-DBCB-D9ECB27DFC29}"/>
              </a:ext>
            </a:extLst>
          </p:cNvPr>
          <p:cNvSpPr>
            <a:spLocks noGrp="1"/>
          </p:cNvSpPr>
          <p:nvPr>
            <p:ph type="title"/>
          </p:nvPr>
        </p:nvSpPr>
        <p:spPr/>
        <p:txBody>
          <a:bodyPr>
            <a:normAutofit fontScale="90000"/>
          </a:bodyPr>
          <a:lstStyle/>
          <a:p>
            <a:r>
              <a:rPr lang="en-IN" err="1"/>
              <a:t>Presorting</a:t>
            </a:r>
            <a:endParaRPr lang="en-IN"/>
          </a:p>
        </p:txBody>
      </p:sp>
      <p:sp>
        <p:nvSpPr>
          <p:cNvPr id="3" name="Content Placeholder 2">
            <a:extLst>
              <a:ext uri="{FF2B5EF4-FFF2-40B4-BE49-F238E27FC236}">
                <a16:creationId xmlns:a16="http://schemas.microsoft.com/office/drawing/2014/main" id="{5468315F-0B7B-81F1-D1E6-DDD5C9C5C95C}"/>
              </a:ext>
            </a:extLst>
          </p:cNvPr>
          <p:cNvSpPr>
            <a:spLocks noGrp="1"/>
          </p:cNvSpPr>
          <p:nvPr>
            <p:ph idx="1"/>
          </p:nvPr>
        </p:nvSpPr>
        <p:spPr/>
        <p:txBody>
          <a:bodyPr/>
          <a:lstStyle/>
          <a:p>
            <a:pPr algn="just"/>
            <a:r>
              <a:rPr lang="en-US" b="1"/>
              <a:t>EXAMPLE 1:</a:t>
            </a:r>
            <a:r>
              <a:rPr lang="en-US"/>
              <a:t> Checking element uniqueness in an array </a:t>
            </a:r>
          </a:p>
          <a:p>
            <a:pPr algn="just"/>
            <a:r>
              <a:rPr lang="en-US"/>
              <a:t>The brute-force algorithm compared pairs of the array’s elements until either two equal elements were found or no more pairs were left. </a:t>
            </a:r>
          </a:p>
          <a:p>
            <a:pPr algn="just"/>
            <a:r>
              <a:rPr lang="en-US"/>
              <a:t>Its worst-case efficiency was in (n^2). </a:t>
            </a:r>
          </a:p>
          <a:p>
            <a:pPr algn="just"/>
            <a:r>
              <a:rPr lang="en-US"/>
              <a:t>we can sort the array first and then check only its consecutive elements: if the array has equal elements, a pair of them must be next to each other, and vice versa.</a:t>
            </a:r>
            <a:endParaRPr lang="en-IN"/>
          </a:p>
        </p:txBody>
      </p:sp>
      <p:sp>
        <p:nvSpPr>
          <p:cNvPr id="4" name="Date Placeholder 3">
            <a:extLst>
              <a:ext uri="{FF2B5EF4-FFF2-40B4-BE49-F238E27FC236}">
                <a16:creationId xmlns:a16="http://schemas.microsoft.com/office/drawing/2014/main" id="{DEBA32A4-DF4F-F4FC-715E-0ABCAF9B4C76}"/>
              </a:ext>
            </a:extLst>
          </p:cNvPr>
          <p:cNvSpPr>
            <a:spLocks noGrp="1"/>
          </p:cNvSpPr>
          <p:nvPr>
            <p:ph type="dt" sz="half" idx="10"/>
          </p:nvPr>
        </p:nvSpPr>
        <p:spPr/>
        <p:txBody>
          <a:bodyPr/>
          <a:lstStyle/>
          <a:p>
            <a:fld id="{8B9A9BAD-EF50-4C08-AF6C-BB36FEA42F43}" type="datetime1">
              <a:rPr lang="en-IN" smtClean="0"/>
              <a:t>23-02-2026</a:t>
            </a:fld>
            <a:endParaRPr lang="en-IN"/>
          </a:p>
        </p:txBody>
      </p:sp>
      <p:sp>
        <p:nvSpPr>
          <p:cNvPr id="5" name="Footer Placeholder 4">
            <a:extLst>
              <a:ext uri="{FF2B5EF4-FFF2-40B4-BE49-F238E27FC236}">
                <a16:creationId xmlns:a16="http://schemas.microsoft.com/office/drawing/2014/main" id="{41B016EE-2726-9715-A0BE-E85541A780B8}"/>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71CC8A73-604C-288F-6CBC-A89EE2227CB6}"/>
              </a:ext>
            </a:extLst>
          </p:cNvPr>
          <p:cNvSpPr>
            <a:spLocks noGrp="1"/>
          </p:cNvSpPr>
          <p:nvPr>
            <p:ph type="sldNum" sz="quarter" idx="12"/>
          </p:nvPr>
        </p:nvSpPr>
        <p:spPr/>
        <p:txBody>
          <a:bodyPr/>
          <a:lstStyle/>
          <a:p>
            <a:fld id="{24BEA51C-495D-44A2-B925-9AAC4BD9F0A2}" type="slidenum">
              <a:rPr lang="en-IN" smtClean="0"/>
              <a:t>6</a:t>
            </a:fld>
            <a:endParaRPr lang="en-IN"/>
          </a:p>
        </p:txBody>
      </p:sp>
    </p:spTree>
    <p:extLst>
      <p:ext uri="{BB962C8B-B14F-4D97-AF65-F5344CB8AC3E}">
        <p14:creationId xmlns:p14="http://schemas.microsoft.com/office/powerpoint/2010/main" val="341576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5572-E51A-E1D6-184A-4F5EE9DEC9F2}"/>
              </a:ext>
            </a:extLst>
          </p:cNvPr>
          <p:cNvSpPr>
            <a:spLocks noGrp="1"/>
          </p:cNvSpPr>
          <p:nvPr>
            <p:ph type="title"/>
          </p:nvPr>
        </p:nvSpPr>
        <p:spPr/>
        <p:txBody>
          <a:bodyPr>
            <a:normAutofit fontScale="90000"/>
          </a:bodyPr>
          <a:lstStyle/>
          <a:p>
            <a:r>
              <a:rPr lang="en-IN" err="1"/>
              <a:t>Presorting</a:t>
            </a:r>
            <a:endParaRPr lang="en-IN"/>
          </a:p>
        </p:txBody>
      </p:sp>
      <p:sp>
        <p:nvSpPr>
          <p:cNvPr id="3" name="Content Placeholder 2">
            <a:extLst>
              <a:ext uri="{FF2B5EF4-FFF2-40B4-BE49-F238E27FC236}">
                <a16:creationId xmlns:a16="http://schemas.microsoft.com/office/drawing/2014/main" id="{5CF357B3-F1F4-75BF-717D-57A5B97F2E64}"/>
              </a:ext>
            </a:extLst>
          </p:cNvPr>
          <p:cNvSpPr>
            <a:spLocks noGrp="1"/>
          </p:cNvSpPr>
          <p:nvPr>
            <p:ph idx="1"/>
          </p:nvPr>
        </p:nvSpPr>
        <p:spPr>
          <a:xfrm>
            <a:off x="838200" y="1269242"/>
            <a:ext cx="10994408" cy="5087108"/>
          </a:xfrm>
        </p:spPr>
        <p:txBody>
          <a:bodyPr>
            <a:normAutofit fontScale="85000" lnSpcReduction="20000"/>
          </a:bodyPr>
          <a:lstStyle/>
          <a:p>
            <a:r>
              <a:rPr lang="en-IN"/>
              <a:t>The algorithm for </a:t>
            </a:r>
            <a:r>
              <a:rPr lang="en-IN" err="1"/>
              <a:t>presort</a:t>
            </a:r>
            <a:r>
              <a:rPr lang="en-IN"/>
              <a:t> Element Uniqueness is:</a:t>
            </a:r>
          </a:p>
          <a:p>
            <a:endParaRPr lang="en-IN"/>
          </a:p>
          <a:p>
            <a:endParaRPr lang="en-IN"/>
          </a:p>
          <a:p>
            <a:endParaRPr lang="en-IN"/>
          </a:p>
          <a:p>
            <a:endParaRPr lang="en-IN"/>
          </a:p>
          <a:p>
            <a:endParaRPr lang="en-IN"/>
          </a:p>
          <a:p>
            <a:pPr algn="just"/>
            <a:r>
              <a:rPr lang="en-US"/>
              <a:t>The running time of this algorithm is the sum of the time spent on sorting and the time spent on checking consecutive elements. Since the former requires at least n log n comparisons and the latter needs no more than n − 1 comparisons, it is the sorting part that will determine the overall efficiency of the algorithm. So, if we use a quadratic sorting algorithm here, the entire algorithm will not be more efficient than the brute-force one. But if we use a good sorting algorithm, such as </a:t>
            </a:r>
            <a:r>
              <a:rPr lang="en-US" err="1"/>
              <a:t>mergesort</a:t>
            </a:r>
            <a:r>
              <a:rPr lang="en-US"/>
              <a:t>, with worst-case efficiency in (n log n), the worst-case efficiency of the entire presorting-based algorithm will be also in (n log n): </a:t>
            </a:r>
          </a:p>
          <a:p>
            <a:pPr marL="0" indent="0">
              <a:buNone/>
            </a:pPr>
            <a:r>
              <a:rPr lang="en-US" b="1"/>
              <a:t>                             T (n) = </a:t>
            </a:r>
            <a:r>
              <a:rPr lang="en-US" b="1" err="1"/>
              <a:t>Tsort</a:t>
            </a:r>
            <a:r>
              <a:rPr lang="en-US" b="1"/>
              <a:t>(n) + </a:t>
            </a:r>
            <a:r>
              <a:rPr lang="en-US" b="1" err="1"/>
              <a:t>Tscan</a:t>
            </a:r>
            <a:r>
              <a:rPr lang="en-US" b="1"/>
              <a:t>(n) ∈ (n log n) + (n) = (n log n).</a:t>
            </a:r>
            <a:endParaRPr lang="en-IN" b="1"/>
          </a:p>
          <a:p>
            <a:endParaRPr lang="en-IN"/>
          </a:p>
          <a:p>
            <a:endParaRPr lang="en-IN"/>
          </a:p>
          <a:p>
            <a:endParaRPr lang="en-IN"/>
          </a:p>
          <a:p>
            <a:endParaRPr lang="en-IN"/>
          </a:p>
        </p:txBody>
      </p:sp>
      <p:sp>
        <p:nvSpPr>
          <p:cNvPr id="4" name="Date Placeholder 3">
            <a:extLst>
              <a:ext uri="{FF2B5EF4-FFF2-40B4-BE49-F238E27FC236}">
                <a16:creationId xmlns:a16="http://schemas.microsoft.com/office/drawing/2014/main" id="{1AAE2A74-B265-0BCA-3AB8-572902614BF2}"/>
              </a:ext>
            </a:extLst>
          </p:cNvPr>
          <p:cNvSpPr>
            <a:spLocks noGrp="1"/>
          </p:cNvSpPr>
          <p:nvPr>
            <p:ph type="dt" sz="half" idx="10"/>
          </p:nvPr>
        </p:nvSpPr>
        <p:spPr/>
        <p:txBody>
          <a:bodyPr/>
          <a:lstStyle/>
          <a:p>
            <a:fld id="{F6232DCD-C659-4251-AE5F-5EA929BABCBA}" type="datetime1">
              <a:rPr lang="en-IN" smtClean="0"/>
              <a:t>23-02-2026</a:t>
            </a:fld>
            <a:endParaRPr lang="en-IN"/>
          </a:p>
        </p:txBody>
      </p:sp>
      <p:sp>
        <p:nvSpPr>
          <p:cNvPr id="5" name="Footer Placeholder 4">
            <a:extLst>
              <a:ext uri="{FF2B5EF4-FFF2-40B4-BE49-F238E27FC236}">
                <a16:creationId xmlns:a16="http://schemas.microsoft.com/office/drawing/2014/main" id="{1F635170-A46C-B8FB-10C5-8D1EE0125611}"/>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B5A0F3E7-FBEE-BED2-A787-4BA3BEC0E327}"/>
              </a:ext>
            </a:extLst>
          </p:cNvPr>
          <p:cNvSpPr>
            <a:spLocks noGrp="1"/>
          </p:cNvSpPr>
          <p:nvPr>
            <p:ph type="sldNum" sz="quarter" idx="12"/>
          </p:nvPr>
        </p:nvSpPr>
        <p:spPr/>
        <p:txBody>
          <a:bodyPr/>
          <a:lstStyle/>
          <a:p>
            <a:fld id="{24BEA51C-495D-44A2-B925-9AAC4BD9F0A2}" type="slidenum">
              <a:rPr lang="en-IN" smtClean="0"/>
              <a:t>7</a:t>
            </a:fld>
            <a:endParaRPr lang="en-IN"/>
          </a:p>
        </p:txBody>
      </p:sp>
      <p:pic>
        <p:nvPicPr>
          <p:cNvPr id="12" name="Picture 11">
            <a:extLst>
              <a:ext uri="{FF2B5EF4-FFF2-40B4-BE49-F238E27FC236}">
                <a16:creationId xmlns:a16="http://schemas.microsoft.com/office/drawing/2014/main" id="{6D376AA1-C5B0-DFF5-3EBF-C68C28590664}"/>
              </a:ext>
            </a:extLst>
          </p:cNvPr>
          <p:cNvPicPr>
            <a:picLocks noChangeAspect="1"/>
          </p:cNvPicPr>
          <p:nvPr/>
        </p:nvPicPr>
        <p:blipFill>
          <a:blip r:embed="rId2"/>
          <a:stretch>
            <a:fillRect/>
          </a:stretch>
        </p:blipFill>
        <p:spPr>
          <a:xfrm>
            <a:off x="2210936" y="1607697"/>
            <a:ext cx="6855572" cy="1972411"/>
          </a:xfrm>
          <a:prstGeom prst="rect">
            <a:avLst/>
          </a:prstGeom>
        </p:spPr>
      </p:pic>
    </p:spTree>
    <p:extLst>
      <p:ext uri="{BB962C8B-B14F-4D97-AF65-F5344CB8AC3E}">
        <p14:creationId xmlns:p14="http://schemas.microsoft.com/office/powerpoint/2010/main" val="736486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3C085-5771-0D85-A063-E139B5892843}"/>
              </a:ext>
            </a:extLst>
          </p:cNvPr>
          <p:cNvSpPr>
            <a:spLocks noGrp="1"/>
          </p:cNvSpPr>
          <p:nvPr>
            <p:ph type="title"/>
          </p:nvPr>
        </p:nvSpPr>
        <p:spPr/>
        <p:txBody>
          <a:bodyPr>
            <a:normAutofit fontScale="90000"/>
          </a:bodyPr>
          <a:lstStyle/>
          <a:p>
            <a:r>
              <a:rPr lang="en-IN" err="1"/>
              <a:t>Presorting</a:t>
            </a:r>
            <a:endParaRPr lang="en-IN"/>
          </a:p>
        </p:txBody>
      </p:sp>
      <p:sp>
        <p:nvSpPr>
          <p:cNvPr id="3" name="Content Placeholder 2">
            <a:extLst>
              <a:ext uri="{FF2B5EF4-FFF2-40B4-BE49-F238E27FC236}">
                <a16:creationId xmlns:a16="http://schemas.microsoft.com/office/drawing/2014/main" id="{9FE869E5-2DC5-48DB-443E-2F021BECD1EC}"/>
              </a:ext>
            </a:extLst>
          </p:cNvPr>
          <p:cNvSpPr>
            <a:spLocks noGrp="1"/>
          </p:cNvSpPr>
          <p:nvPr>
            <p:ph idx="1"/>
          </p:nvPr>
        </p:nvSpPr>
        <p:spPr>
          <a:xfrm>
            <a:off x="838200" y="1143564"/>
            <a:ext cx="10994408" cy="5033399"/>
          </a:xfrm>
        </p:spPr>
        <p:txBody>
          <a:bodyPr>
            <a:normAutofit lnSpcReduction="10000"/>
          </a:bodyPr>
          <a:lstStyle/>
          <a:p>
            <a:pPr algn="just"/>
            <a:endParaRPr lang="en-US" b="1"/>
          </a:p>
          <a:p>
            <a:pPr algn="just"/>
            <a:endParaRPr lang="en-US" b="1"/>
          </a:p>
          <a:p>
            <a:pPr algn="just"/>
            <a:r>
              <a:rPr lang="en-US" b="1"/>
              <a:t>EXAMPLE 2:</a:t>
            </a:r>
            <a:r>
              <a:rPr lang="en-US"/>
              <a:t> Computing a mode A mode is a value that occurs most often in a given list of numbers. </a:t>
            </a:r>
          </a:p>
          <a:p>
            <a:pPr algn="just"/>
            <a:endParaRPr lang="en-US"/>
          </a:p>
          <a:p>
            <a:pPr algn="just"/>
            <a:r>
              <a:rPr lang="en-US"/>
              <a:t>For example, for 5, 1, 5, 7, 6, 5, 7, the mode is 5. (If several different values occur most often, any of them can be considered a mode.) </a:t>
            </a:r>
          </a:p>
          <a:p>
            <a:pPr algn="just"/>
            <a:endParaRPr lang="en-US"/>
          </a:p>
          <a:p>
            <a:pPr algn="just"/>
            <a:r>
              <a:rPr lang="en-US"/>
              <a:t>The brute-force approach to computing a mode would scan the list and compute the frequencies of all its distinct values, then find the value with the largest frequency.</a:t>
            </a:r>
          </a:p>
          <a:p>
            <a:pPr algn="just"/>
            <a:endParaRPr lang="en-US"/>
          </a:p>
        </p:txBody>
      </p:sp>
      <p:sp>
        <p:nvSpPr>
          <p:cNvPr id="4" name="Date Placeholder 3">
            <a:extLst>
              <a:ext uri="{FF2B5EF4-FFF2-40B4-BE49-F238E27FC236}">
                <a16:creationId xmlns:a16="http://schemas.microsoft.com/office/drawing/2014/main" id="{834B48AD-F1C0-22B9-4838-7B563C5BB163}"/>
              </a:ext>
            </a:extLst>
          </p:cNvPr>
          <p:cNvSpPr>
            <a:spLocks noGrp="1"/>
          </p:cNvSpPr>
          <p:nvPr>
            <p:ph type="dt" sz="half" idx="10"/>
          </p:nvPr>
        </p:nvSpPr>
        <p:spPr/>
        <p:txBody>
          <a:bodyPr/>
          <a:lstStyle/>
          <a:p>
            <a:fld id="{F6232DCD-C659-4251-AE5F-5EA929BABCBA}" type="datetime1">
              <a:rPr lang="en-IN" smtClean="0"/>
              <a:t>23-02-2026</a:t>
            </a:fld>
            <a:endParaRPr lang="en-IN"/>
          </a:p>
        </p:txBody>
      </p:sp>
      <p:sp>
        <p:nvSpPr>
          <p:cNvPr id="5" name="Footer Placeholder 4">
            <a:extLst>
              <a:ext uri="{FF2B5EF4-FFF2-40B4-BE49-F238E27FC236}">
                <a16:creationId xmlns:a16="http://schemas.microsoft.com/office/drawing/2014/main" id="{7F5EF43C-E1F2-E630-4B00-55B097F51914}"/>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D5FBFD22-2BF5-075F-1D91-35AB9DFF56F8}"/>
              </a:ext>
            </a:extLst>
          </p:cNvPr>
          <p:cNvSpPr>
            <a:spLocks noGrp="1"/>
          </p:cNvSpPr>
          <p:nvPr>
            <p:ph type="sldNum" sz="quarter" idx="12"/>
          </p:nvPr>
        </p:nvSpPr>
        <p:spPr/>
        <p:txBody>
          <a:bodyPr/>
          <a:lstStyle/>
          <a:p>
            <a:fld id="{24BEA51C-495D-44A2-B925-9AAC4BD9F0A2}" type="slidenum">
              <a:rPr lang="en-IN" smtClean="0"/>
              <a:t>8</a:t>
            </a:fld>
            <a:endParaRPr lang="en-IN"/>
          </a:p>
        </p:txBody>
      </p:sp>
    </p:spTree>
    <p:extLst>
      <p:ext uri="{BB962C8B-B14F-4D97-AF65-F5344CB8AC3E}">
        <p14:creationId xmlns:p14="http://schemas.microsoft.com/office/powerpoint/2010/main" val="3477080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562AD-2807-7E9B-A410-BB8450E53E06}"/>
              </a:ext>
            </a:extLst>
          </p:cNvPr>
          <p:cNvSpPr>
            <a:spLocks noGrp="1"/>
          </p:cNvSpPr>
          <p:nvPr>
            <p:ph type="title"/>
          </p:nvPr>
        </p:nvSpPr>
        <p:spPr/>
        <p:txBody>
          <a:bodyPr>
            <a:normAutofit fontScale="90000"/>
          </a:bodyPr>
          <a:lstStyle/>
          <a:p>
            <a:r>
              <a:rPr lang="en-IN" err="1"/>
              <a:t>Presorting</a:t>
            </a:r>
            <a:endParaRPr lang="en-IN"/>
          </a:p>
        </p:txBody>
      </p:sp>
      <p:sp>
        <p:nvSpPr>
          <p:cNvPr id="3" name="Content Placeholder 2">
            <a:extLst>
              <a:ext uri="{FF2B5EF4-FFF2-40B4-BE49-F238E27FC236}">
                <a16:creationId xmlns:a16="http://schemas.microsoft.com/office/drawing/2014/main" id="{F70830F9-7E4B-5402-9E0D-D72EC11195A5}"/>
              </a:ext>
            </a:extLst>
          </p:cNvPr>
          <p:cNvSpPr>
            <a:spLocks noGrp="1"/>
          </p:cNvSpPr>
          <p:nvPr>
            <p:ph idx="1"/>
          </p:nvPr>
        </p:nvSpPr>
        <p:spPr/>
        <p:txBody>
          <a:bodyPr>
            <a:normAutofit fontScale="85000" lnSpcReduction="10000"/>
          </a:bodyPr>
          <a:lstStyle/>
          <a:p>
            <a:pPr algn="just"/>
            <a:r>
              <a:rPr lang="en-US"/>
              <a:t>we can store the values already encountered, along with their frequencies, in a separate list. On each iteration, the </a:t>
            </a:r>
            <a:r>
              <a:rPr lang="en-US" err="1"/>
              <a:t>ith</a:t>
            </a:r>
            <a:r>
              <a:rPr lang="en-US"/>
              <a:t> element of the original list is compared with the values already encountered by traversing this auxiliary list. If a matching value is found, its frequency is incremented; otherwise, the current element is added to the list of distinct values seen so far with a frequency of 1. It is not difficult to see that the worst-case input for this algorithm is a list with no equal elements. For such a list, its </a:t>
            </a:r>
            <a:r>
              <a:rPr lang="en-US" err="1"/>
              <a:t>ith</a:t>
            </a:r>
            <a:r>
              <a:rPr lang="en-US"/>
              <a:t> element is compared with </a:t>
            </a:r>
            <a:r>
              <a:rPr lang="en-US" err="1"/>
              <a:t>i</a:t>
            </a:r>
            <a:r>
              <a:rPr lang="en-US"/>
              <a:t> − 1 elements of the auxiliary list of distinct values seen so far before being added to the list with a frequency of 1. As a result, the worst-case number of comparisons made by this algorithm in creating the frequency list is:</a:t>
            </a:r>
          </a:p>
          <a:p>
            <a:pPr algn="just"/>
            <a:endParaRPr lang="en-US"/>
          </a:p>
          <a:p>
            <a:pPr algn="just"/>
            <a:endParaRPr lang="en-US"/>
          </a:p>
          <a:p>
            <a:pPr algn="just"/>
            <a:endParaRPr lang="en-US"/>
          </a:p>
          <a:p>
            <a:pPr algn="just"/>
            <a:r>
              <a:rPr lang="en-US"/>
              <a:t>The additional n − 1 comparisons needed to find the largest frequency in the auxiliary list do not change the quadratic worst-case efficiency class of the algorithm.</a:t>
            </a:r>
            <a:endParaRPr lang="en-IN"/>
          </a:p>
          <a:p>
            <a:endParaRPr lang="en-IN"/>
          </a:p>
        </p:txBody>
      </p:sp>
      <p:sp>
        <p:nvSpPr>
          <p:cNvPr id="4" name="Date Placeholder 3">
            <a:extLst>
              <a:ext uri="{FF2B5EF4-FFF2-40B4-BE49-F238E27FC236}">
                <a16:creationId xmlns:a16="http://schemas.microsoft.com/office/drawing/2014/main" id="{8B59C5D0-D46C-26D5-7BBA-305CAE5C4F95}"/>
              </a:ext>
            </a:extLst>
          </p:cNvPr>
          <p:cNvSpPr>
            <a:spLocks noGrp="1"/>
          </p:cNvSpPr>
          <p:nvPr>
            <p:ph type="dt" sz="half" idx="10"/>
          </p:nvPr>
        </p:nvSpPr>
        <p:spPr/>
        <p:txBody>
          <a:bodyPr/>
          <a:lstStyle/>
          <a:p>
            <a:fld id="{F6232DCD-C659-4251-AE5F-5EA929BABCBA}" type="datetime1">
              <a:rPr lang="en-IN" smtClean="0"/>
              <a:t>23-02-2026</a:t>
            </a:fld>
            <a:endParaRPr lang="en-IN"/>
          </a:p>
        </p:txBody>
      </p:sp>
      <p:sp>
        <p:nvSpPr>
          <p:cNvPr id="5" name="Footer Placeholder 4">
            <a:extLst>
              <a:ext uri="{FF2B5EF4-FFF2-40B4-BE49-F238E27FC236}">
                <a16:creationId xmlns:a16="http://schemas.microsoft.com/office/drawing/2014/main" id="{2B3C79CF-09A5-8B25-6BE6-7FE8A77024B5}"/>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76AD7DB5-F64C-ADCC-B439-F0DD313F15C2}"/>
              </a:ext>
            </a:extLst>
          </p:cNvPr>
          <p:cNvSpPr>
            <a:spLocks noGrp="1"/>
          </p:cNvSpPr>
          <p:nvPr>
            <p:ph type="sldNum" sz="quarter" idx="12"/>
          </p:nvPr>
        </p:nvSpPr>
        <p:spPr/>
        <p:txBody>
          <a:bodyPr/>
          <a:lstStyle/>
          <a:p>
            <a:fld id="{24BEA51C-495D-44A2-B925-9AAC4BD9F0A2}" type="slidenum">
              <a:rPr lang="en-IN" smtClean="0"/>
              <a:t>9</a:t>
            </a:fld>
            <a:endParaRPr lang="en-IN"/>
          </a:p>
        </p:txBody>
      </p:sp>
      <p:pic>
        <p:nvPicPr>
          <p:cNvPr id="8" name="Picture 7">
            <a:extLst>
              <a:ext uri="{FF2B5EF4-FFF2-40B4-BE49-F238E27FC236}">
                <a16:creationId xmlns:a16="http://schemas.microsoft.com/office/drawing/2014/main" id="{A6C17C69-482B-BFD6-EE27-D83FD17E3F02}"/>
              </a:ext>
            </a:extLst>
          </p:cNvPr>
          <p:cNvPicPr>
            <a:picLocks noChangeAspect="1"/>
          </p:cNvPicPr>
          <p:nvPr/>
        </p:nvPicPr>
        <p:blipFill>
          <a:blip r:embed="rId2"/>
          <a:stretch>
            <a:fillRect/>
          </a:stretch>
        </p:blipFill>
        <p:spPr>
          <a:xfrm>
            <a:off x="3377218" y="4100920"/>
            <a:ext cx="5713196" cy="967026"/>
          </a:xfrm>
          <a:prstGeom prst="rect">
            <a:avLst/>
          </a:prstGeom>
        </p:spPr>
      </p:pic>
    </p:spTree>
    <p:extLst>
      <p:ext uri="{BB962C8B-B14F-4D97-AF65-F5344CB8AC3E}">
        <p14:creationId xmlns:p14="http://schemas.microsoft.com/office/powerpoint/2010/main" val="1032965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E8FB5-0FCB-BF22-1E64-2836D5FEE1F2}"/>
              </a:ext>
            </a:extLst>
          </p:cNvPr>
          <p:cNvSpPr>
            <a:spLocks noGrp="1"/>
          </p:cNvSpPr>
          <p:nvPr>
            <p:ph type="title"/>
          </p:nvPr>
        </p:nvSpPr>
        <p:spPr>
          <a:xfrm>
            <a:off x="838199" y="-144966"/>
            <a:ext cx="10994409" cy="826003"/>
          </a:xfrm>
        </p:spPr>
        <p:txBody>
          <a:bodyPr>
            <a:normAutofit/>
          </a:bodyPr>
          <a:lstStyle/>
          <a:p>
            <a:r>
              <a:rPr lang="en-IN" err="1"/>
              <a:t>Presorting</a:t>
            </a:r>
            <a:endParaRPr lang="en-IN"/>
          </a:p>
        </p:txBody>
      </p:sp>
      <p:sp>
        <p:nvSpPr>
          <p:cNvPr id="3" name="Content Placeholder 2">
            <a:extLst>
              <a:ext uri="{FF2B5EF4-FFF2-40B4-BE49-F238E27FC236}">
                <a16:creationId xmlns:a16="http://schemas.microsoft.com/office/drawing/2014/main" id="{7B27DFEE-DF52-20F0-7713-29E0D19B390C}"/>
              </a:ext>
            </a:extLst>
          </p:cNvPr>
          <p:cNvSpPr>
            <a:spLocks noGrp="1"/>
          </p:cNvSpPr>
          <p:nvPr>
            <p:ph idx="1"/>
          </p:nvPr>
        </p:nvSpPr>
        <p:spPr>
          <a:xfrm>
            <a:off x="735980" y="825190"/>
            <a:ext cx="11096628" cy="5351773"/>
          </a:xfrm>
        </p:spPr>
        <p:txBody>
          <a:bodyPr>
            <a:normAutofit fontScale="92500" lnSpcReduction="10000"/>
          </a:bodyPr>
          <a:lstStyle/>
          <a:p>
            <a:pPr algn="just"/>
            <a:r>
              <a:rPr lang="en-US"/>
              <a:t>EXAMPLE 3: Searching problem Consider the problem of searching for a given value v in a given array of n sortable items. </a:t>
            </a:r>
          </a:p>
          <a:p>
            <a:pPr algn="just"/>
            <a:r>
              <a:rPr lang="en-US"/>
              <a:t>The brute-force solution here is sequential search, which needs n comparisons in the worst case. </a:t>
            </a:r>
          </a:p>
          <a:p>
            <a:pPr algn="just"/>
            <a:r>
              <a:rPr lang="en-US"/>
              <a:t>If the array is sorted first, we can then apply binary search, which requires only log n + 1 comparisons in the worst case. Assuming the most efficient n log n sort, the total running time of such a searching algorithm in the worst case will be:</a:t>
            </a:r>
          </a:p>
          <a:p>
            <a:pPr algn="just"/>
            <a:endParaRPr lang="en-US"/>
          </a:p>
          <a:p>
            <a:pPr algn="just"/>
            <a:endParaRPr lang="en-US"/>
          </a:p>
          <a:p>
            <a:pPr algn="just"/>
            <a:r>
              <a:rPr lang="en-US"/>
              <a:t>which is inferior to sequential search. The same will also be true for the average case efficiency. Of course, if we are to search in the same list more than once, the time spent on sorting might well be justified.</a:t>
            </a:r>
          </a:p>
          <a:p>
            <a:pPr algn="just"/>
            <a:endParaRPr lang="en-IN"/>
          </a:p>
        </p:txBody>
      </p:sp>
      <p:sp>
        <p:nvSpPr>
          <p:cNvPr id="4" name="Date Placeholder 3">
            <a:extLst>
              <a:ext uri="{FF2B5EF4-FFF2-40B4-BE49-F238E27FC236}">
                <a16:creationId xmlns:a16="http://schemas.microsoft.com/office/drawing/2014/main" id="{2945A084-0E7A-6F7B-E5DA-8B869B57DFBF}"/>
              </a:ext>
            </a:extLst>
          </p:cNvPr>
          <p:cNvSpPr>
            <a:spLocks noGrp="1"/>
          </p:cNvSpPr>
          <p:nvPr>
            <p:ph type="dt" sz="half" idx="10"/>
          </p:nvPr>
        </p:nvSpPr>
        <p:spPr/>
        <p:txBody>
          <a:bodyPr/>
          <a:lstStyle/>
          <a:p>
            <a:fld id="{F6232DCD-C659-4251-AE5F-5EA929BABCBA}" type="datetime1">
              <a:rPr lang="en-IN" smtClean="0"/>
              <a:t>23-02-2026</a:t>
            </a:fld>
            <a:endParaRPr lang="en-IN"/>
          </a:p>
        </p:txBody>
      </p:sp>
      <p:sp>
        <p:nvSpPr>
          <p:cNvPr id="5" name="Footer Placeholder 4">
            <a:extLst>
              <a:ext uri="{FF2B5EF4-FFF2-40B4-BE49-F238E27FC236}">
                <a16:creationId xmlns:a16="http://schemas.microsoft.com/office/drawing/2014/main" id="{6F1F9BAC-A55A-DFF5-A763-97ABACA1DFD1}"/>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08FF9AD3-149C-4409-AD76-F2EE96D0AA0B}"/>
              </a:ext>
            </a:extLst>
          </p:cNvPr>
          <p:cNvSpPr>
            <a:spLocks noGrp="1"/>
          </p:cNvSpPr>
          <p:nvPr>
            <p:ph type="sldNum" sz="quarter" idx="12"/>
          </p:nvPr>
        </p:nvSpPr>
        <p:spPr/>
        <p:txBody>
          <a:bodyPr/>
          <a:lstStyle/>
          <a:p>
            <a:fld id="{24BEA51C-495D-44A2-B925-9AAC4BD9F0A2}" type="slidenum">
              <a:rPr lang="en-IN" smtClean="0"/>
              <a:t>10</a:t>
            </a:fld>
            <a:endParaRPr lang="en-IN"/>
          </a:p>
        </p:txBody>
      </p:sp>
      <p:pic>
        <p:nvPicPr>
          <p:cNvPr id="8" name="Picture 7">
            <a:extLst>
              <a:ext uri="{FF2B5EF4-FFF2-40B4-BE49-F238E27FC236}">
                <a16:creationId xmlns:a16="http://schemas.microsoft.com/office/drawing/2014/main" id="{B3B32698-742D-3D3B-833C-525009ECFA6B}"/>
              </a:ext>
            </a:extLst>
          </p:cNvPr>
          <p:cNvPicPr>
            <a:picLocks noChangeAspect="1"/>
          </p:cNvPicPr>
          <p:nvPr/>
        </p:nvPicPr>
        <p:blipFill>
          <a:blip r:embed="rId2"/>
          <a:stretch>
            <a:fillRect/>
          </a:stretch>
        </p:blipFill>
        <p:spPr>
          <a:xfrm>
            <a:off x="1992573" y="3573668"/>
            <a:ext cx="8314721" cy="656426"/>
          </a:xfrm>
          <a:prstGeom prst="rect">
            <a:avLst/>
          </a:prstGeom>
        </p:spPr>
      </p:pic>
    </p:spTree>
    <p:extLst>
      <p:ext uri="{BB962C8B-B14F-4D97-AF65-F5344CB8AC3E}">
        <p14:creationId xmlns:p14="http://schemas.microsoft.com/office/powerpoint/2010/main" val="770795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BCB83-1778-BA31-F9C8-F711A94CD643}"/>
              </a:ext>
            </a:extLst>
          </p:cNvPr>
          <p:cNvSpPr>
            <a:spLocks noGrp="1"/>
          </p:cNvSpPr>
          <p:nvPr>
            <p:ph type="title"/>
          </p:nvPr>
        </p:nvSpPr>
        <p:spPr/>
        <p:txBody>
          <a:bodyPr>
            <a:normAutofit fontScale="90000"/>
          </a:bodyPr>
          <a:lstStyle/>
          <a:p>
            <a:r>
              <a:rPr lang="en-IN" err="1"/>
              <a:t>Presorting</a:t>
            </a:r>
            <a:r>
              <a:rPr lang="en-IN"/>
              <a:t> - TRY</a:t>
            </a:r>
          </a:p>
        </p:txBody>
      </p:sp>
      <p:sp>
        <p:nvSpPr>
          <p:cNvPr id="3" name="Content Placeholder 2">
            <a:extLst>
              <a:ext uri="{FF2B5EF4-FFF2-40B4-BE49-F238E27FC236}">
                <a16:creationId xmlns:a16="http://schemas.microsoft.com/office/drawing/2014/main" id="{BDB408BD-4750-03F5-5FA7-4FE304A9B318}"/>
              </a:ext>
            </a:extLst>
          </p:cNvPr>
          <p:cNvSpPr>
            <a:spLocks noGrp="1"/>
          </p:cNvSpPr>
          <p:nvPr>
            <p:ph idx="1"/>
          </p:nvPr>
        </p:nvSpPr>
        <p:spPr/>
        <p:txBody>
          <a:bodyPr/>
          <a:lstStyle/>
          <a:p>
            <a:pPr marL="0" indent="0" algn="just">
              <a:buNone/>
            </a:pPr>
            <a:r>
              <a:rPr lang="en-US"/>
              <a:t>1. Consider the problem of finding the distance between the two closest numbers in an array of n numbers. (The distance between two numbers x and y is computed as |x − y|.) </a:t>
            </a:r>
          </a:p>
          <a:p>
            <a:pPr algn="just"/>
            <a:r>
              <a:rPr lang="en-US"/>
              <a:t>a. Design a presorting-based algorithm for solving this problem and determine its efficiency class. </a:t>
            </a:r>
          </a:p>
          <a:p>
            <a:pPr algn="just"/>
            <a:r>
              <a:rPr lang="en-US"/>
              <a:t>b. Compare the efficiency of this algorithm with that of the brute-force algorithm.</a:t>
            </a:r>
            <a:endParaRPr lang="en-IN"/>
          </a:p>
        </p:txBody>
      </p:sp>
      <p:sp>
        <p:nvSpPr>
          <p:cNvPr id="4" name="Date Placeholder 3">
            <a:extLst>
              <a:ext uri="{FF2B5EF4-FFF2-40B4-BE49-F238E27FC236}">
                <a16:creationId xmlns:a16="http://schemas.microsoft.com/office/drawing/2014/main" id="{2D8D70AB-7ADF-4E1D-B708-627EF1292252}"/>
              </a:ext>
            </a:extLst>
          </p:cNvPr>
          <p:cNvSpPr>
            <a:spLocks noGrp="1"/>
          </p:cNvSpPr>
          <p:nvPr>
            <p:ph type="dt" sz="half" idx="10"/>
          </p:nvPr>
        </p:nvSpPr>
        <p:spPr/>
        <p:txBody>
          <a:bodyPr/>
          <a:lstStyle/>
          <a:p>
            <a:fld id="{F6232DCD-C659-4251-AE5F-5EA929BABCBA}" type="datetime1">
              <a:rPr lang="en-IN" smtClean="0"/>
              <a:t>23-02-2026</a:t>
            </a:fld>
            <a:endParaRPr lang="en-IN"/>
          </a:p>
        </p:txBody>
      </p:sp>
      <p:sp>
        <p:nvSpPr>
          <p:cNvPr id="5" name="Footer Placeholder 4">
            <a:extLst>
              <a:ext uri="{FF2B5EF4-FFF2-40B4-BE49-F238E27FC236}">
                <a16:creationId xmlns:a16="http://schemas.microsoft.com/office/drawing/2014/main" id="{E0219E1A-6A6E-6B29-C55A-95618F22816C}"/>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1CF66B34-2D20-17B4-7248-B885210206A9}"/>
              </a:ext>
            </a:extLst>
          </p:cNvPr>
          <p:cNvSpPr>
            <a:spLocks noGrp="1"/>
          </p:cNvSpPr>
          <p:nvPr>
            <p:ph type="sldNum" sz="quarter" idx="12"/>
          </p:nvPr>
        </p:nvSpPr>
        <p:spPr/>
        <p:txBody>
          <a:bodyPr/>
          <a:lstStyle/>
          <a:p>
            <a:fld id="{24BEA51C-495D-44A2-B925-9AAC4BD9F0A2}" type="slidenum">
              <a:rPr lang="en-IN" smtClean="0"/>
              <a:t>11</a:t>
            </a:fld>
            <a:endParaRPr lang="en-IN"/>
          </a:p>
        </p:txBody>
      </p:sp>
    </p:spTree>
    <p:extLst>
      <p:ext uri="{BB962C8B-B14F-4D97-AF65-F5344CB8AC3E}">
        <p14:creationId xmlns:p14="http://schemas.microsoft.com/office/powerpoint/2010/main" val="3329982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6D8F4-6FF1-D160-1A26-A49106A988EC}"/>
              </a:ext>
            </a:extLst>
          </p:cNvPr>
          <p:cNvSpPr>
            <a:spLocks noGrp="1"/>
          </p:cNvSpPr>
          <p:nvPr>
            <p:ph type="title"/>
          </p:nvPr>
        </p:nvSpPr>
        <p:spPr/>
        <p:txBody>
          <a:bodyPr>
            <a:normAutofit fontScale="90000"/>
          </a:bodyPr>
          <a:lstStyle/>
          <a:p>
            <a:r>
              <a:rPr lang="en-US"/>
              <a:t>Representation Change</a:t>
            </a:r>
          </a:p>
        </p:txBody>
      </p:sp>
      <p:sp>
        <p:nvSpPr>
          <p:cNvPr id="3" name="Content Placeholder 2">
            <a:extLst>
              <a:ext uri="{FF2B5EF4-FFF2-40B4-BE49-F238E27FC236}">
                <a16:creationId xmlns:a16="http://schemas.microsoft.com/office/drawing/2014/main" id="{07F17A70-F699-0F50-7B91-DFE0DCF97894}"/>
              </a:ext>
            </a:extLst>
          </p:cNvPr>
          <p:cNvSpPr>
            <a:spLocks noGrp="1"/>
          </p:cNvSpPr>
          <p:nvPr>
            <p:ph idx="1"/>
          </p:nvPr>
        </p:nvSpPr>
        <p:spPr/>
        <p:txBody>
          <a:bodyPr/>
          <a:lstStyle/>
          <a:p>
            <a:r>
              <a:rPr lang="en-US"/>
              <a:t>A different representation of the same instance</a:t>
            </a:r>
          </a:p>
        </p:txBody>
      </p:sp>
      <p:sp>
        <p:nvSpPr>
          <p:cNvPr id="4" name="Date Placeholder 3">
            <a:extLst>
              <a:ext uri="{FF2B5EF4-FFF2-40B4-BE49-F238E27FC236}">
                <a16:creationId xmlns:a16="http://schemas.microsoft.com/office/drawing/2014/main" id="{326D872E-C7DE-C7C0-32A9-BB4A328FD1DD}"/>
              </a:ext>
            </a:extLst>
          </p:cNvPr>
          <p:cNvSpPr>
            <a:spLocks noGrp="1"/>
          </p:cNvSpPr>
          <p:nvPr>
            <p:ph type="dt" sz="half" idx="10"/>
          </p:nvPr>
        </p:nvSpPr>
        <p:spPr/>
        <p:txBody>
          <a:bodyPr/>
          <a:lstStyle/>
          <a:p>
            <a:fld id="{F6232DCD-C659-4251-AE5F-5EA929BABCBA}" type="datetime1">
              <a:rPr lang="en-IN" smtClean="0"/>
              <a:t>23-02-2026</a:t>
            </a:fld>
            <a:endParaRPr lang="en-IN"/>
          </a:p>
        </p:txBody>
      </p:sp>
      <p:sp>
        <p:nvSpPr>
          <p:cNvPr id="5" name="Footer Placeholder 4">
            <a:extLst>
              <a:ext uri="{FF2B5EF4-FFF2-40B4-BE49-F238E27FC236}">
                <a16:creationId xmlns:a16="http://schemas.microsoft.com/office/drawing/2014/main" id="{CCFA5FDD-6CC1-B8AA-1BCC-2DD7A4994384}"/>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3A0B4377-ED94-64F9-7265-14C0C4BAE2A1}"/>
              </a:ext>
            </a:extLst>
          </p:cNvPr>
          <p:cNvSpPr>
            <a:spLocks noGrp="1"/>
          </p:cNvSpPr>
          <p:nvPr>
            <p:ph type="sldNum" sz="quarter" idx="12"/>
          </p:nvPr>
        </p:nvSpPr>
        <p:spPr/>
        <p:txBody>
          <a:bodyPr/>
          <a:lstStyle/>
          <a:p>
            <a:fld id="{24BEA51C-495D-44A2-B925-9AAC4BD9F0A2}" type="slidenum">
              <a:rPr lang="en-IN" smtClean="0"/>
              <a:t>12</a:t>
            </a:fld>
            <a:endParaRPr lang="en-IN"/>
          </a:p>
        </p:txBody>
      </p:sp>
    </p:spTree>
    <p:extLst>
      <p:ext uri="{BB962C8B-B14F-4D97-AF65-F5344CB8AC3E}">
        <p14:creationId xmlns:p14="http://schemas.microsoft.com/office/powerpoint/2010/main" val="1379368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Binary Search Trees</a:t>
            </a:r>
          </a:p>
        </p:txBody>
      </p:sp>
      <p:sp>
        <p:nvSpPr>
          <p:cNvPr id="3" name="Content Placeholder 2"/>
          <p:cNvSpPr>
            <a:spLocks noGrp="1"/>
          </p:cNvSpPr>
          <p:nvPr>
            <p:ph idx="1"/>
          </p:nvPr>
        </p:nvSpPr>
        <p:spPr/>
        <p:txBody>
          <a:bodyPr/>
          <a:lstStyle/>
          <a:p>
            <a:r>
              <a:t>Definition: A Binary Search Tree (BST) is a node-based data structure where each node has up to two children, and the left child is less than the parent node, while the right child is greater.</a:t>
            </a:r>
          </a:p>
          <a:p>
            <a:r>
              <a:t>Importance: Efficient for search, insertion, and deletion operations.</a:t>
            </a:r>
          </a:p>
        </p:txBody>
      </p:sp>
    </p:spTree>
    <p:extLst>
      <p:ext uri="{BB962C8B-B14F-4D97-AF65-F5344CB8AC3E}">
        <p14:creationId xmlns:p14="http://schemas.microsoft.com/office/powerpoint/2010/main" val="3932922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Structure of a BST</a:t>
            </a:r>
          </a:p>
        </p:txBody>
      </p:sp>
      <p:sp>
        <p:nvSpPr>
          <p:cNvPr id="3" name="Content Placeholder 2"/>
          <p:cNvSpPr>
            <a:spLocks noGrp="1"/>
          </p:cNvSpPr>
          <p:nvPr>
            <p:ph idx="1"/>
          </p:nvPr>
        </p:nvSpPr>
        <p:spPr/>
        <p:txBody>
          <a:bodyPr>
            <a:normAutofit fontScale="92500" lnSpcReduction="20000"/>
          </a:bodyPr>
          <a:lstStyle/>
          <a:p>
            <a:r>
              <a:t>Node Structure: Each node contains a value, a reference to the left child, and a reference to the right child.</a:t>
            </a:r>
          </a:p>
          <a:p>
            <a:r>
              <a:t>Example:</a:t>
            </a:r>
          </a:p>
          <a:p>
            <a:pPr marL="0" indent="0">
              <a:buNone/>
            </a:pPr>
            <a:r>
              <a:t>        8</a:t>
            </a:r>
          </a:p>
          <a:p>
            <a:pPr marL="0" indent="0">
              <a:buNone/>
            </a:pPr>
            <a:r>
              <a:t>       / \</a:t>
            </a:r>
          </a:p>
          <a:p>
            <a:pPr marL="0" indent="0">
              <a:buNone/>
            </a:pPr>
            <a:r>
              <a:t>      3   10</a:t>
            </a:r>
          </a:p>
          <a:p>
            <a:pPr marL="0" indent="0">
              <a:buNone/>
            </a:pPr>
            <a:r>
              <a:t>     / \    \</a:t>
            </a:r>
          </a:p>
          <a:p>
            <a:pPr marL="0" indent="0">
              <a:buNone/>
            </a:pPr>
            <a:r>
              <a:t>    1   6    14</a:t>
            </a:r>
          </a:p>
          <a:p>
            <a:pPr marL="0" indent="0">
              <a:buNone/>
            </a:pPr>
            <a:r>
              <a:t>       / \   /</a:t>
            </a:r>
          </a:p>
          <a:p>
            <a:pPr marL="0" indent="0">
              <a:buNone/>
            </a:pPr>
            <a:r>
              <a:t>      4   7 13</a:t>
            </a:r>
          </a:p>
        </p:txBody>
      </p:sp>
    </p:spTree>
    <p:extLst>
      <p:ext uri="{BB962C8B-B14F-4D97-AF65-F5344CB8AC3E}">
        <p14:creationId xmlns:p14="http://schemas.microsoft.com/office/powerpoint/2010/main" val="3904748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Properties of BST</a:t>
            </a:r>
          </a:p>
        </p:txBody>
      </p:sp>
      <p:sp>
        <p:nvSpPr>
          <p:cNvPr id="3" name="Content Placeholder 2"/>
          <p:cNvSpPr>
            <a:spLocks noGrp="1"/>
          </p:cNvSpPr>
          <p:nvPr>
            <p:ph idx="1"/>
          </p:nvPr>
        </p:nvSpPr>
        <p:spPr/>
        <p:txBody>
          <a:bodyPr/>
          <a:lstStyle/>
          <a:p>
            <a:r>
              <a:t>Ordering Property: Left subtree values &lt; node value &lt; right subtree values.</a:t>
            </a:r>
          </a:p>
          <a:p>
            <a:r>
              <a:t>No Duplicates: Typically, BSTs do not contain duplicate values.</a:t>
            </a:r>
          </a:p>
        </p:txBody>
      </p:sp>
    </p:spTree>
    <p:extLst>
      <p:ext uri="{BB962C8B-B14F-4D97-AF65-F5344CB8AC3E}">
        <p14:creationId xmlns:p14="http://schemas.microsoft.com/office/powerpoint/2010/main" val="2143683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Searching in a BST</a:t>
            </a:r>
          </a:p>
        </p:txBody>
      </p:sp>
      <p:sp>
        <p:nvSpPr>
          <p:cNvPr id="3" name="Content Placeholder 2"/>
          <p:cNvSpPr>
            <a:spLocks noGrp="1"/>
          </p:cNvSpPr>
          <p:nvPr>
            <p:ph idx="1"/>
          </p:nvPr>
        </p:nvSpPr>
        <p:spPr/>
        <p:txBody>
          <a:bodyPr>
            <a:normAutofit/>
          </a:bodyPr>
          <a:lstStyle/>
          <a:p>
            <a:pPr marL="0" indent="0">
              <a:buNone/>
            </a:pPr>
            <a:r>
              <a:t>Algorithm:</a:t>
            </a:r>
          </a:p>
          <a:p>
            <a:pPr marL="0" indent="0">
              <a:buNone/>
            </a:pPr>
            <a:r>
              <a:t>1. Start at the root.</a:t>
            </a:r>
          </a:p>
          <a:p>
            <a:pPr marL="0" indent="0">
              <a:buNone/>
            </a:pPr>
            <a:r>
              <a:t>2. Compare the target value with the current node's value.</a:t>
            </a:r>
          </a:p>
          <a:p>
            <a:pPr marL="0" indent="0">
              <a:buNone/>
            </a:pPr>
            <a:r>
              <a:t>3. Move left if the target is smaller, or right if it's larger.</a:t>
            </a:r>
          </a:p>
          <a:p>
            <a:pPr marL="0" indent="0">
              <a:buNone/>
            </a:pPr>
            <a:r>
              <a:t>4. Repeat until the value is found or the subtree is empty.</a:t>
            </a:r>
          </a:p>
          <a:p>
            <a:pPr marL="0" indent="0">
              <a:buNone/>
            </a:pPr>
            <a:r>
              <a:t>Example: Searching for 7 in the example BST.</a:t>
            </a:r>
          </a:p>
        </p:txBody>
      </p:sp>
    </p:spTree>
    <p:extLst>
      <p:ext uri="{BB962C8B-B14F-4D97-AF65-F5344CB8AC3E}">
        <p14:creationId xmlns:p14="http://schemas.microsoft.com/office/powerpoint/2010/main" val="3922831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9"/>
            <a:ext cx="8229600" cy="457199"/>
          </a:xfrm>
        </p:spPr>
        <p:txBody>
          <a:bodyPr>
            <a:normAutofit fontScale="90000"/>
          </a:bodyPr>
          <a:lstStyle/>
          <a:p>
            <a:r>
              <a:t>Insertion in a BST</a:t>
            </a:r>
          </a:p>
        </p:txBody>
      </p:sp>
      <p:sp>
        <p:nvSpPr>
          <p:cNvPr id="3" name="Content Placeholder 2"/>
          <p:cNvSpPr>
            <a:spLocks noGrp="1"/>
          </p:cNvSpPr>
          <p:nvPr>
            <p:ph idx="1"/>
          </p:nvPr>
        </p:nvSpPr>
        <p:spPr>
          <a:xfrm>
            <a:off x="1883230" y="947058"/>
            <a:ext cx="8327571" cy="5791200"/>
          </a:xfrm>
        </p:spPr>
        <p:txBody>
          <a:bodyPr>
            <a:normAutofit fontScale="62500" lnSpcReduction="20000"/>
          </a:bodyPr>
          <a:lstStyle/>
          <a:p>
            <a:pPr marL="0" indent="0">
              <a:buNone/>
            </a:pPr>
            <a:r>
              <a:rPr sz="3400" dirty="0"/>
              <a:t>Algorithm:</a:t>
            </a:r>
          </a:p>
          <a:p>
            <a:pPr marL="0" indent="0">
              <a:buNone/>
            </a:pPr>
            <a:r>
              <a:rPr sz="3400" dirty="0"/>
              <a:t>1. Start at the root.</a:t>
            </a:r>
          </a:p>
          <a:p>
            <a:pPr marL="0" indent="0">
              <a:buNone/>
            </a:pPr>
            <a:r>
              <a:rPr sz="3400" dirty="0"/>
              <a:t>2. Compare the value to be inserted with the current node's value.</a:t>
            </a:r>
          </a:p>
          <a:p>
            <a:pPr marL="0" indent="0">
              <a:buNone/>
            </a:pPr>
            <a:r>
              <a:rPr sz="3400" dirty="0"/>
              <a:t>3. Move left if the value is smaller, or right if it's larger.</a:t>
            </a:r>
          </a:p>
          <a:p>
            <a:pPr marL="0" indent="0">
              <a:buNone/>
            </a:pPr>
            <a:r>
              <a:rPr sz="3400" dirty="0"/>
              <a:t>4. Insert the new node at the position where the search would end.</a:t>
            </a:r>
          </a:p>
          <a:p>
            <a:pPr marL="0" indent="0">
              <a:buNone/>
            </a:pPr>
            <a:r>
              <a:rPr sz="3400" dirty="0"/>
              <a:t>Example: Inserting 5 into the example BST.</a:t>
            </a:r>
          </a:p>
          <a:p>
            <a:pPr marL="0" indent="0">
              <a:buNone/>
            </a:pPr>
            <a:r>
              <a:rPr dirty="0"/>
              <a:t>        8</a:t>
            </a:r>
          </a:p>
          <a:p>
            <a:pPr marL="0" indent="0">
              <a:buNone/>
            </a:pPr>
            <a:r>
              <a:rPr dirty="0"/>
              <a:t>       / \</a:t>
            </a:r>
          </a:p>
          <a:p>
            <a:pPr marL="0" indent="0">
              <a:buNone/>
            </a:pPr>
            <a:r>
              <a:rPr dirty="0"/>
              <a:t>      3   10</a:t>
            </a:r>
          </a:p>
          <a:p>
            <a:pPr marL="0" indent="0">
              <a:buNone/>
            </a:pPr>
            <a:r>
              <a:rPr dirty="0"/>
              <a:t>     / \    \</a:t>
            </a:r>
          </a:p>
          <a:p>
            <a:pPr marL="0" indent="0">
              <a:buNone/>
            </a:pPr>
            <a:r>
              <a:rPr dirty="0"/>
              <a:t>    1   6    14</a:t>
            </a:r>
          </a:p>
          <a:p>
            <a:pPr marL="0" indent="0">
              <a:buNone/>
            </a:pPr>
            <a:r>
              <a:rPr dirty="0"/>
              <a:t>       / \   /</a:t>
            </a:r>
          </a:p>
          <a:p>
            <a:pPr marL="0" indent="0">
              <a:buNone/>
            </a:pPr>
            <a:r>
              <a:rPr dirty="0"/>
              <a:t>      4   7 13</a:t>
            </a:r>
          </a:p>
          <a:p>
            <a:pPr marL="0" indent="0">
              <a:buNone/>
            </a:pPr>
            <a:r>
              <a:rPr dirty="0"/>
              <a:t>         </a:t>
            </a:r>
            <a:r>
              <a:rPr lang="en-US" dirty="0"/>
              <a:t>\</a:t>
            </a:r>
            <a:endParaRPr dirty="0"/>
          </a:p>
          <a:p>
            <a:pPr marL="0" indent="0">
              <a:buNone/>
            </a:pPr>
            <a:r>
              <a:rPr dirty="0"/>
              <a:t>        5</a:t>
            </a:r>
          </a:p>
        </p:txBody>
      </p:sp>
    </p:spTree>
    <p:extLst>
      <p:ext uri="{BB962C8B-B14F-4D97-AF65-F5344CB8AC3E}">
        <p14:creationId xmlns:p14="http://schemas.microsoft.com/office/powerpoint/2010/main" val="1643377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9"/>
            <a:ext cx="8229600" cy="45719"/>
          </a:xfrm>
        </p:spPr>
        <p:txBody>
          <a:bodyPr>
            <a:normAutofit fontScale="90000"/>
          </a:bodyPr>
          <a:lstStyle/>
          <a:p>
            <a:r>
              <a:t>Deletion in a BST</a:t>
            </a:r>
          </a:p>
        </p:txBody>
      </p:sp>
      <p:sp>
        <p:nvSpPr>
          <p:cNvPr id="3" name="Content Placeholder 2"/>
          <p:cNvSpPr>
            <a:spLocks noGrp="1"/>
          </p:cNvSpPr>
          <p:nvPr>
            <p:ph idx="1"/>
          </p:nvPr>
        </p:nvSpPr>
        <p:spPr>
          <a:xfrm>
            <a:off x="1524001" y="816430"/>
            <a:ext cx="8784770" cy="5995851"/>
          </a:xfrm>
        </p:spPr>
        <p:txBody>
          <a:bodyPr>
            <a:noAutofit/>
          </a:bodyPr>
          <a:lstStyle/>
          <a:p>
            <a:pPr marL="0" indent="0">
              <a:buNone/>
            </a:pPr>
            <a:r>
              <a:rPr sz="2800"/>
              <a:t>Algorithm:</a:t>
            </a:r>
          </a:p>
          <a:p>
            <a:pPr marL="0" indent="0">
              <a:buNone/>
            </a:pPr>
            <a:r>
              <a:rPr sz="2800"/>
              <a:t>Case 1: Node with No Children (Leaf Node)</a:t>
            </a:r>
          </a:p>
          <a:p>
            <a:pPr marL="0" indent="0">
              <a:buNone/>
            </a:pPr>
            <a:r>
              <a:rPr sz="2800"/>
              <a:t>Example: Deleting node 1 from the BST.</a:t>
            </a:r>
          </a:p>
          <a:p>
            <a:pPr marL="0" indent="0">
              <a:buNone/>
            </a:pPr>
            <a:r>
              <a:rPr sz="2800"/>
              <a:t>        8</a:t>
            </a:r>
          </a:p>
          <a:p>
            <a:pPr marL="0" indent="0">
              <a:buNone/>
            </a:pPr>
            <a:r>
              <a:rPr sz="2800"/>
              <a:t>       / \</a:t>
            </a:r>
          </a:p>
          <a:p>
            <a:pPr marL="0" indent="0">
              <a:buNone/>
            </a:pPr>
            <a:r>
              <a:rPr sz="2800"/>
              <a:t>      3   10</a:t>
            </a:r>
          </a:p>
          <a:p>
            <a:pPr marL="0" indent="0">
              <a:buNone/>
            </a:pPr>
            <a:r>
              <a:rPr sz="2800"/>
              <a:t>     / \    \</a:t>
            </a:r>
          </a:p>
          <a:p>
            <a:pPr marL="0" indent="0">
              <a:buNone/>
            </a:pPr>
            <a:r>
              <a:rPr sz="2800"/>
              <a:t>    </a:t>
            </a:r>
            <a:r>
              <a:rPr lang="en-US" sz="2800"/>
              <a:t>1</a:t>
            </a:r>
            <a:r>
              <a:rPr sz="2800"/>
              <a:t>   6    14</a:t>
            </a:r>
          </a:p>
          <a:p>
            <a:pPr marL="0" indent="0">
              <a:buNone/>
            </a:pPr>
            <a:r>
              <a:rPr sz="2800"/>
              <a:t>       / \   /</a:t>
            </a:r>
          </a:p>
          <a:p>
            <a:pPr marL="0" indent="0">
              <a:buNone/>
            </a:pPr>
            <a:r>
              <a:rPr sz="2800"/>
              <a:t>      4   7 13</a:t>
            </a:r>
          </a:p>
          <a:p>
            <a:pPr marL="0" indent="0">
              <a:buNone/>
            </a:pPr>
            <a:r>
              <a:rPr sz="2800"/>
              <a:t>Explanation: Node 1 is a leaf node. Simply remove it.</a:t>
            </a:r>
          </a:p>
          <a:p>
            <a:pPr marL="0" indent="0">
              <a:buNone/>
            </a:pPr>
            <a:endParaRPr sz="1800"/>
          </a:p>
        </p:txBody>
      </p:sp>
    </p:spTree>
    <p:extLst>
      <p:ext uri="{BB962C8B-B14F-4D97-AF65-F5344CB8AC3E}">
        <p14:creationId xmlns:p14="http://schemas.microsoft.com/office/powerpoint/2010/main" val="305596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141D8-A5D4-AEEA-FE6C-921961F81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BC0C7-86D0-F2DE-0487-568DB01F8890}"/>
              </a:ext>
            </a:extLst>
          </p:cNvPr>
          <p:cNvSpPr>
            <a:spLocks noGrp="1"/>
          </p:cNvSpPr>
          <p:nvPr>
            <p:ph type="title"/>
          </p:nvPr>
        </p:nvSpPr>
        <p:spPr>
          <a:xfrm>
            <a:off x="1981200" y="274639"/>
            <a:ext cx="8229600" cy="45719"/>
          </a:xfrm>
        </p:spPr>
        <p:txBody>
          <a:bodyPr>
            <a:normAutofit fontScale="90000"/>
          </a:bodyPr>
          <a:lstStyle/>
          <a:p>
            <a:r>
              <a:t>Deletion in a BST</a:t>
            </a:r>
          </a:p>
        </p:txBody>
      </p:sp>
      <p:sp>
        <p:nvSpPr>
          <p:cNvPr id="3" name="Content Placeholder 2">
            <a:extLst>
              <a:ext uri="{FF2B5EF4-FFF2-40B4-BE49-F238E27FC236}">
                <a16:creationId xmlns:a16="http://schemas.microsoft.com/office/drawing/2014/main" id="{EAE7A2D0-181D-9669-15D8-1CC2898D74A0}"/>
              </a:ext>
            </a:extLst>
          </p:cNvPr>
          <p:cNvSpPr>
            <a:spLocks noGrp="1"/>
          </p:cNvSpPr>
          <p:nvPr>
            <p:ph idx="1"/>
          </p:nvPr>
        </p:nvSpPr>
        <p:spPr>
          <a:xfrm>
            <a:off x="1524001" y="816430"/>
            <a:ext cx="8784770" cy="5995851"/>
          </a:xfrm>
        </p:spPr>
        <p:txBody>
          <a:bodyPr>
            <a:noAutofit/>
          </a:bodyPr>
          <a:lstStyle/>
          <a:p>
            <a:pPr marL="0" indent="0">
              <a:buNone/>
            </a:pPr>
            <a:endParaRPr sz="1800" dirty="0"/>
          </a:p>
          <a:p>
            <a:pPr marL="0" indent="0">
              <a:buNone/>
            </a:pPr>
            <a:r>
              <a:rPr sz="2800" dirty="0"/>
              <a:t>Case 2: Node with One Child</a:t>
            </a:r>
          </a:p>
          <a:p>
            <a:pPr marL="0" indent="0">
              <a:buNone/>
            </a:pPr>
            <a:r>
              <a:rPr sz="2800" dirty="0"/>
              <a:t>Example: Deleting node 14 from the BST.</a:t>
            </a:r>
          </a:p>
          <a:p>
            <a:pPr marL="0" indent="0">
              <a:buNone/>
            </a:pPr>
            <a:r>
              <a:rPr sz="2800" dirty="0"/>
              <a:t>        8</a:t>
            </a:r>
          </a:p>
          <a:p>
            <a:pPr marL="0" indent="0">
              <a:buNone/>
            </a:pPr>
            <a:r>
              <a:rPr sz="2800" dirty="0"/>
              <a:t>       / \</a:t>
            </a:r>
          </a:p>
          <a:p>
            <a:pPr marL="0" indent="0">
              <a:buNone/>
            </a:pPr>
            <a:r>
              <a:rPr sz="2800" dirty="0"/>
              <a:t>      3   10</a:t>
            </a:r>
          </a:p>
          <a:p>
            <a:pPr marL="0" indent="0">
              <a:buNone/>
            </a:pPr>
            <a:r>
              <a:rPr sz="2800" dirty="0"/>
              <a:t>     / \    \</a:t>
            </a:r>
          </a:p>
          <a:p>
            <a:pPr marL="0" indent="0">
              <a:buNone/>
            </a:pPr>
            <a:r>
              <a:rPr sz="2800" dirty="0"/>
              <a:t>    1   6    13</a:t>
            </a:r>
          </a:p>
          <a:p>
            <a:pPr marL="0" indent="0">
              <a:buNone/>
            </a:pPr>
            <a:r>
              <a:rPr sz="2800" dirty="0"/>
              <a:t>       / \</a:t>
            </a:r>
          </a:p>
          <a:p>
            <a:pPr marL="0" indent="0">
              <a:buNone/>
            </a:pPr>
            <a:r>
              <a:rPr sz="2800" dirty="0"/>
              <a:t>      4   7</a:t>
            </a:r>
          </a:p>
          <a:p>
            <a:pPr marL="0" indent="0">
              <a:buNone/>
            </a:pPr>
            <a:r>
              <a:rPr sz="2800" dirty="0"/>
              <a:t>Explanation: Node 14 has one child (13). Remove node 14 and link 13 directly to 10.</a:t>
            </a:r>
          </a:p>
          <a:p>
            <a:pPr marL="0" indent="0">
              <a:buNone/>
            </a:pPr>
            <a:endParaRPr sz="1800" dirty="0"/>
          </a:p>
        </p:txBody>
      </p:sp>
      <p:sp>
        <p:nvSpPr>
          <p:cNvPr id="4" name="TextBox 3">
            <a:extLst>
              <a:ext uri="{FF2B5EF4-FFF2-40B4-BE49-F238E27FC236}">
                <a16:creationId xmlns:a16="http://schemas.microsoft.com/office/drawing/2014/main" id="{1A2A0CA3-CA43-03A6-6D69-576B1CA4DA64}"/>
              </a:ext>
            </a:extLst>
          </p:cNvPr>
          <p:cNvSpPr txBox="1"/>
          <p:nvPr/>
        </p:nvSpPr>
        <p:spPr>
          <a:xfrm>
            <a:off x="7903030" y="895918"/>
            <a:ext cx="2721428" cy="2677656"/>
          </a:xfrm>
          <a:prstGeom prst="rect">
            <a:avLst/>
          </a:prstGeom>
          <a:noFill/>
        </p:spPr>
        <p:txBody>
          <a:bodyPr wrap="square" rtlCol="0">
            <a:spAutoFit/>
          </a:bodyPr>
          <a:lstStyle/>
          <a:p>
            <a:pPr marL="0" indent="0">
              <a:buNone/>
            </a:pPr>
            <a:r>
              <a:rPr lang="en-US" sz="2400" dirty="0"/>
              <a:t>       8</a:t>
            </a:r>
          </a:p>
          <a:p>
            <a:pPr marL="0" indent="0">
              <a:buNone/>
            </a:pPr>
            <a:r>
              <a:rPr lang="en-US" sz="2400" dirty="0"/>
              <a:t>       / \</a:t>
            </a:r>
          </a:p>
          <a:p>
            <a:pPr marL="0" indent="0">
              <a:buNone/>
            </a:pPr>
            <a:r>
              <a:rPr lang="en-US" sz="2400" dirty="0"/>
              <a:t>      3   10</a:t>
            </a:r>
          </a:p>
          <a:p>
            <a:pPr marL="0" indent="0">
              <a:buNone/>
            </a:pPr>
            <a:r>
              <a:rPr lang="en-US" sz="2400" dirty="0"/>
              <a:t>     / \    \</a:t>
            </a:r>
          </a:p>
          <a:p>
            <a:pPr marL="0" indent="0">
              <a:buNone/>
            </a:pPr>
            <a:r>
              <a:rPr lang="en-US" sz="2400" dirty="0"/>
              <a:t>    1   6    14</a:t>
            </a:r>
          </a:p>
          <a:p>
            <a:pPr marL="0" indent="0">
              <a:buNone/>
            </a:pPr>
            <a:r>
              <a:rPr lang="en-US" sz="2400" dirty="0"/>
              <a:t>       / \   /</a:t>
            </a:r>
          </a:p>
          <a:p>
            <a:pPr marL="0" indent="0">
              <a:buNone/>
            </a:pPr>
            <a:r>
              <a:rPr lang="en-US" sz="2400" dirty="0"/>
              <a:t>      4   7 13</a:t>
            </a:r>
          </a:p>
        </p:txBody>
      </p:sp>
    </p:spTree>
    <p:extLst>
      <p:ext uri="{BB962C8B-B14F-4D97-AF65-F5344CB8AC3E}">
        <p14:creationId xmlns:p14="http://schemas.microsoft.com/office/powerpoint/2010/main" val="489275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D607C-9A55-4D81-AA4A-308617E8F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D487D-57A0-275E-1A3B-837AB1DB8394}"/>
              </a:ext>
            </a:extLst>
          </p:cNvPr>
          <p:cNvSpPr>
            <a:spLocks noGrp="1"/>
          </p:cNvSpPr>
          <p:nvPr>
            <p:ph type="title"/>
          </p:nvPr>
        </p:nvSpPr>
        <p:spPr>
          <a:xfrm>
            <a:off x="1981200" y="274639"/>
            <a:ext cx="8229600" cy="45719"/>
          </a:xfrm>
        </p:spPr>
        <p:txBody>
          <a:bodyPr>
            <a:normAutofit fontScale="90000"/>
          </a:bodyPr>
          <a:lstStyle/>
          <a:p>
            <a:r>
              <a:t>Deletion in a BST</a:t>
            </a:r>
          </a:p>
        </p:txBody>
      </p:sp>
      <p:sp>
        <p:nvSpPr>
          <p:cNvPr id="3" name="Content Placeholder 2">
            <a:extLst>
              <a:ext uri="{FF2B5EF4-FFF2-40B4-BE49-F238E27FC236}">
                <a16:creationId xmlns:a16="http://schemas.microsoft.com/office/drawing/2014/main" id="{7585F94F-E0E9-72EF-924F-94967DFD78A6}"/>
              </a:ext>
            </a:extLst>
          </p:cNvPr>
          <p:cNvSpPr>
            <a:spLocks noGrp="1"/>
          </p:cNvSpPr>
          <p:nvPr>
            <p:ph idx="1"/>
          </p:nvPr>
        </p:nvSpPr>
        <p:spPr>
          <a:xfrm>
            <a:off x="1654630" y="664030"/>
            <a:ext cx="8969829" cy="5995851"/>
          </a:xfrm>
        </p:spPr>
        <p:txBody>
          <a:bodyPr>
            <a:noAutofit/>
          </a:bodyPr>
          <a:lstStyle/>
          <a:p>
            <a:pPr marL="0" indent="0">
              <a:buNone/>
            </a:pPr>
            <a:endParaRPr sz="1800"/>
          </a:p>
          <a:p>
            <a:pPr marL="0" indent="0">
              <a:buNone/>
            </a:pPr>
            <a:r>
              <a:rPr sz="2800"/>
              <a:t>Case 3: Node with Two Children</a:t>
            </a:r>
          </a:p>
          <a:p>
            <a:pPr marL="0" indent="0">
              <a:buNone/>
            </a:pPr>
            <a:r>
              <a:rPr sz="2800"/>
              <a:t>Example: Deleting node 3 from the BST.</a:t>
            </a:r>
          </a:p>
          <a:p>
            <a:pPr marL="0" indent="0">
              <a:buNone/>
            </a:pPr>
            <a:r>
              <a:rPr sz="2800"/>
              <a:t>        8</a:t>
            </a:r>
          </a:p>
          <a:p>
            <a:pPr marL="0" indent="0">
              <a:buNone/>
            </a:pPr>
            <a:r>
              <a:rPr sz="2800"/>
              <a:t>       / \</a:t>
            </a:r>
          </a:p>
          <a:p>
            <a:pPr marL="0" indent="0">
              <a:buNone/>
            </a:pPr>
            <a:r>
              <a:rPr sz="2800"/>
              <a:t>      4   10</a:t>
            </a:r>
          </a:p>
          <a:p>
            <a:pPr marL="0" indent="0">
              <a:buNone/>
            </a:pPr>
            <a:r>
              <a:rPr sz="2800"/>
              <a:t>     / \    \</a:t>
            </a:r>
          </a:p>
          <a:p>
            <a:pPr marL="0" indent="0">
              <a:buNone/>
            </a:pPr>
            <a:r>
              <a:rPr sz="2800"/>
              <a:t>    1   6    14</a:t>
            </a:r>
          </a:p>
          <a:p>
            <a:pPr marL="0" indent="0">
              <a:buNone/>
            </a:pPr>
            <a:r>
              <a:rPr sz="2800"/>
              <a:t>       </a:t>
            </a:r>
            <a:r>
              <a:rPr lang="en-US" sz="2800"/>
              <a:t>/</a:t>
            </a:r>
            <a:r>
              <a:rPr sz="2800"/>
              <a:t> \   /</a:t>
            </a:r>
          </a:p>
          <a:p>
            <a:pPr marL="0" indent="0">
              <a:buNone/>
            </a:pPr>
            <a:r>
              <a:rPr sz="2800"/>
              <a:t>      </a:t>
            </a:r>
            <a:r>
              <a:rPr lang="en-US" sz="2800"/>
              <a:t>3</a:t>
            </a:r>
            <a:r>
              <a:rPr sz="2800"/>
              <a:t>   7 13</a:t>
            </a:r>
          </a:p>
          <a:p>
            <a:pPr marL="0" indent="0">
              <a:buNone/>
            </a:pPr>
            <a:r>
              <a:rPr sz="2800"/>
              <a:t>Explanation: Node 3 has two children (1 and 6). Find the in-order successor (4), swap values, and delete the successor.</a:t>
            </a:r>
          </a:p>
        </p:txBody>
      </p:sp>
      <p:sp>
        <p:nvSpPr>
          <p:cNvPr id="4" name="TextBox 3">
            <a:extLst>
              <a:ext uri="{FF2B5EF4-FFF2-40B4-BE49-F238E27FC236}">
                <a16:creationId xmlns:a16="http://schemas.microsoft.com/office/drawing/2014/main" id="{A107EB4B-7DC2-D688-082D-FC0E1D1DB79C}"/>
              </a:ext>
            </a:extLst>
          </p:cNvPr>
          <p:cNvSpPr txBox="1"/>
          <p:nvPr/>
        </p:nvSpPr>
        <p:spPr>
          <a:xfrm>
            <a:off x="7903030" y="895918"/>
            <a:ext cx="2721428" cy="2677656"/>
          </a:xfrm>
          <a:prstGeom prst="rect">
            <a:avLst/>
          </a:prstGeom>
          <a:noFill/>
        </p:spPr>
        <p:txBody>
          <a:bodyPr wrap="square" rtlCol="0">
            <a:spAutoFit/>
          </a:bodyPr>
          <a:lstStyle/>
          <a:p>
            <a:pPr marL="0" indent="0">
              <a:buNone/>
            </a:pPr>
            <a:r>
              <a:rPr lang="en-US" sz="2400" dirty="0"/>
              <a:t>       8</a:t>
            </a:r>
          </a:p>
          <a:p>
            <a:pPr marL="0" indent="0">
              <a:buNone/>
            </a:pPr>
            <a:r>
              <a:rPr lang="en-US" sz="2400" dirty="0"/>
              <a:t>       / \</a:t>
            </a:r>
          </a:p>
          <a:p>
            <a:pPr marL="0" indent="0">
              <a:buNone/>
            </a:pPr>
            <a:r>
              <a:rPr lang="en-US" sz="2400" dirty="0"/>
              <a:t>      3   10</a:t>
            </a:r>
          </a:p>
          <a:p>
            <a:pPr marL="0" indent="0">
              <a:buNone/>
            </a:pPr>
            <a:r>
              <a:rPr lang="en-US" sz="2400" dirty="0"/>
              <a:t>     / \    \</a:t>
            </a:r>
          </a:p>
          <a:p>
            <a:pPr marL="0" indent="0">
              <a:buNone/>
            </a:pPr>
            <a:r>
              <a:rPr lang="en-US" sz="2400" dirty="0"/>
              <a:t>    1   6    14</a:t>
            </a:r>
          </a:p>
          <a:p>
            <a:pPr marL="0" indent="0">
              <a:buNone/>
            </a:pPr>
            <a:r>
              <a:rPr lang="en-US" sz="2400" dirty="0"/>
              <a:t>       / \   /</a:t>
            </a:r>
          </a:p>
          <a:p>
            <a:pPr marL="0" indent="0">
              <a:buNone/>
            </a:pPr>
            <a:r>
              <a:rPr lang="en-US" sz="2400" dirty="0"/>
              <a:t>      4   7 13</a:t>
            </a:r>
          </a:p>
        </p:txBody>
      </p:sp>
    </p:spTree>
    <p:extLst>
      <p:ext uri="{BB962C8B-B14F-4D97-AF65-F5344CB8AC3E}">
        <p14:creationId xmlns:p14="http://schemas.microsoft.com/office/powerpoint/2010/main" val="1877242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Applications of BST</a:t>
            </a:r>
          </a:p>
        </p:txBody>
      </p:sp>
      <p:sp>
        <p:nvSpPr>
          <p:cNvPr id="3" name="Content Placeholder 2"/>
          <p:cNvSpPr>
            <a:spLocks noGrp="1"/>
          </p:cNvSpPr>
          <p:nvPr>
            <p:ph idx="1"/>
          </p:nvPr>
        </p:nvSpPr>
        <p:spPr/>
        <p:txBody>
          <a:bodyPr/>
          <a:lstStyle/>
          <a:p>
            <a:r>
              <a:t>Usage: Databases, search engines, and memory management.</a:t>
            </a:r>
          </a:p>
          <a:p>
            <a:r>
              <a:t>Advantages: Efficient search, insertion, and deletion operations.</a:t>
            </a:r>
          </a:p>
        </p:txBody>
      </p:sp>
    </p:spTree>
    <p:extLst>
      <p:ext uri="{BB962C8B-B14F-4D97-AF65-F5344CB8AC3E}">
        <p14:creationId xmlns:p14="http://schemas.microsoft.com/office/powerpoint/2010/main" val="1962510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475E3-6FE4-2197-99F9-F415A0227674}"/>
              </a:ext>
            </a:extLst>
          </p:cNvPr>
          <p:cNvSpPr>
            <a:spLocks noGrp="1"/>
          </p:cNvSpPr>
          <p:nvPr>
            <p:ph type="title"/>
          </p:nvPr>
        </p:nvSpPr>
        <p:spPr>
          <a:xfrm>
            <a:off x="359391" y="247625"/>
            <a:ext cx="10994409" cy="298785"/>
          </a:xfrm>
        </p:spPr>
        <p:txBody>
          <a:bodyPr>
            <a:normAutofit fontScale="90000"/>
          </a:bodyPr>
          <a:lstStyle/>
          <a:p>
            <a:r>
              <a:rPr lang="en-IN"/>
              <a:t>Balanced Search Trees</a:t>
            </a:r>
          </a:p>
        </p:txBody>
      </p:sp>
      <p:sp>
        <p:nvSpPr>
          <p:cNvPr id="3" name="Content Placeholder 2">
            <a:extLst>
              <a:ext uri="{FF2B5EF4-FFF2-40B4-BE49-F238E27FC236}">
                <a16:creationId xmlns:a16="http://schemas.microsoft.com/office/drawing/2014/main" id="{7F1B8880-30E1-D631-89CD-1A95516A0553}"/>
              </a:ext>
            </a:extLst>
          </p:cNvPr>
          <p:cNvSpPr>
            <a:spLocks noGrp="1"/>
          </p:cNvSpPr>
          <p:nvPr>
            <p:ph idx="1"/>
          </p:nvPr>
        </p:nvSpPr>
        <p:spPr>
          <a:xfrm>
            <a:off x="359391" y="791738"/>
            <a:ext cx="11473217" cy="5385226"/>
          </a:xfrm>
        </p:spPr>
        <p:txBody>
          <a:bodyPr>
            <a:normAutofit/>
          </a:bodyPr>
          <a:lstStyle/>
          <a:p>
            <a:pPr marL="0" indent="0" algn="just">
              <a:buNone/>
            </a:pPr>
            <a:endParaRPr lang="en-US" b="1"/>
          </a:p>
          <a:p>
            <a:pPr algn="just"/>
            <a:r>
              <a:rPr lang="en-US" b="1"/>
              <a:t>AVL tree </a:t>
            </a:r>
          </a:p>
          <a:p>
            <a:pPr algn="just"/>
            <a:r>
              <a:rPr lang="en-US"/>
              <a:t>A </a:t>
            </a:r>
            <a:r>
              <a:rPr lang="en-US" b="1"/>
              <a:t>red-black tree</a:t>
            </a:r>
            <a:r>
              <a:rPr lang="en-US"/>
              <a:t> </a:t>
            </a:r>
          </a:p>
          <a:p>
            <a:pPr algn="just"/>
            <a:r>
              <a:rPr lang="en-US"/>
              <a:t>If an insertion or deletion of a new node creates a tree with a violated balance requirement, the tree is restructured by one of a family of special transformations called </a:t>
            </a:r>
            <a:r>
              <a:rPr lang="en-US" b="1"/>
              <a:t>rotations</a:t>
            </a:r>
            <a:r>
              <a:rPr lang="en-US"/>
              <a:t> that restore the balance required.</a:t>
            </a:r>
          </a:p>
          <a:p>
            <a:pPr algn="just"/>
            <a:endParaRPr lang="en-US"/>
          </a:p>
          <a:p>
            <a:pPr algn="just"/>
            <a:r>
              <a:rPr lang="en-US" b="1"/>
              <a:t>B-trees</a:t>
            </a:r>
            <a:r>
              <a:rPr lang="en-US"/>
              <a:t>.</a:t>
            </a:r>
          </a:p>
          <a:p>
            <a:pPr lvl="1" algn="just"/>
            <a:r>
              <a:rPr lang="en-US" b="1"/>
              <a:t>2-3 trees, 2-3-4 tree</a:t>
            </a:r>
            <a:endParaRPr lang="en-IN"/>
          </a:p>
        </p:txBody>
      </p:sp>
      <p:sp>
        <p:nvSpPr>
          <p:cNvPr id="4" name="Date Placeholder 3">
            <a:extLst>
              <a:ext uri="{FF2B5EF4-FFF2-40B4-BE49-F238E27FC236}">
                <a16:creationId xmlns:a16="http://schemas.microsoft.com/office/drawing/2014/main" id="{81FA372D-2471-118C-79EA-70ADE51B4823}"/>
              </a:ext>
            </a:extLst>
          </p:cNvPr>
          <p:cNvSpPr>
            <a:spLocks noGrp="1"/>
          </p:cNvSpPr>
          <p:nvPr>
            <p:ph type="dt" sz="half" idx="10"/>
          </p:nvPr>
        </p:nvSpPr>
        <p:spPr/>
        <p:txBody>
          <a:bodyPr/>
          <a:lstStyle/>
          <a:p>
            <a:fld id="{F6232DCD-C659-4251-AE5F-5EA929BABCBA}" type="datetime1">
              <a:rPr lang="en-IN" smtClean="0"/>
              <a:t>23-02-2026</a:t>
            </a:fld>
            <a:endParaRPr lang="en-IN"/>
          </a:p>
        </p:txBody>
      </p:sp>
      <p:sp>
        <p:nvSpPr>
          <p:cNvPr id="5" name="Footer Placeholder 4">
            <a:extLst>
              <a:ext uri="{FF2B5EF4-FFF2-40B4-BE49-F238E27FC236}">
                <a16:creationId xmlns:a16="http://schemas.microsoft.com/office/drawing/2014/main" id="{377A02C9-1841-C61F-B03D-0C1BE231246E}"/>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0D609F44-6A03-CA62-7822-32BAB63D4E8E}"/>
              </a:ext>
            </a:extLst>
          </p:cNvPr>
          <p:cNvSpPr>
            <a:spLocks noGrp="1"/>
          </p:cNvSpPr>
          <p:nvPr>
            <p:ph type="sldNum" sz="quarter" idx="12"/>
          </p:nvPr>
        </p:nvSpPr>
        <p:spPr/>
        <p:txBody>
          <a:bodyPr/>
          <a:lstStyle/>
          <a:p>
            <a:fld id="{24BEA51C-495D-44A2-B925-9AAC4BD9F0A2}" type="slidenum">
              <a:rPr lang="en-IN" smtClean="0"/>
              <a:t>22</a:t>
            </a:fld>
            <a:endParaRPr lang="en-IN"/>
          </a:p>
        </p:txBody>
      </p:sp>
    </p:spTree>
    <p:extLst>
      <p:ext uri="{BB962C8B-B14F-4D97-AF65-F5344CB8AC3E}">
        <p14:creationId xmlns:p14="http://schemas.microsoft.com/office/powerpoint/2010/main" val="807194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C62F6E9-BCF0-FC09-F632-EFE9C70F0097}"/>
              </a:ext>
            </a:extLst>
          </p:cNvPr>
          <p:cNvSpPr>
            <a:spLocks noGrp="1" noChangeArrowheads="1"/>
          </p:cNvSpPr>
          <p:nvPr>
            <p:ph type="title"/>
          </p:nvPr>
        </p:nvSpPr>
        <p:spPr/>
        <p:txBody>
          <a:bodyPr/>
          <a:lstStyle/>
          <a:p>
            <a:r>
              <a:rPr lang="en-US" altLang="en-US"/>
              <a:t>Balanced binary tree</a:t>
            </a:r>
          </a:p>
        </p:txBody>
      </p:sp>
      <p:sp>
        <p:nvSpPr>
          <p:cNvPr id="5123" name="Rectangle 3">
            <a:extLst>
              <a:ext uri="{FF2B5EF4-FFF2-40B4-BE49-F238E27FC236}">
                <a16:creationId xmlns:a16="http://schemas.microsoft.com/office/drawing/2014/main" id="{EBF4BCFD-B093-4B04-8F3E-45DDC6E387B6}"/>
              </a:ext>
            </a:extLst>
          </p:cNvPr>
          <p:cNvSpPr>
            <a:spLocks noGrp="1" noChangeArrowheads="1"/>
          </p:cNvSpPr>
          <p:nvPr>
            <p:ph type="body" idx="1"/>
          </p:nvPr>
        </p:nvSpPr>
        <p:spPr/>
        <p:txBody>
          <a:bodyPr/>
          <a:lstStyle/>
          <a:p>
            <a:r>
              <a:rPr lang="en-US" altLang="en-US" sz="2400"/>
              <a:t>The disadvantage of a binary search tree is that its height can be as large as N-1</a:t>
            </a:r>
          </a:p>
          <a:p>
            <a:r>
              <a:rPr lang="en-US" altLang="en-US" sz="2400"/>
              <a:t>This means that the time needed to perform insertion and deletion and many other operations can be O(N) in the worst case</a:t>
            </a:r>
          </a:p>
          <a:p>
            <a:r>
              <a:rPr lang="en-US" altLang="en-US" sz="2400"/>
              <a:t>We want a tree with small height</a:t>
            </a:r>
          </a:p>
          <a:p>
            <a:r>
              <a:rPr lang="en-US" altLang="en-US" sz="2400"/>
              <a:t>A binary tree with N node has height </a:t>
            </a:r>
            <a:r>
              <a:rPr lang="en-US" altLang="en-US" sz="2400">
                <a:solidFill>
                  <a:srgbClr val="00FF00"/>
                </a:solidFill>
              </a:rPr>
              <a:t>at least</a:t>
            </a:r>
            <a:r>
              <a:rPr lang="en-US" altLang="en-US" sz="2400"/>
              <a:t>  </a:t>
            </a:r>
            <a:r>
              <a:rPr lang="en-US" altLang="en-US" sz="2400">
                <a:sym typeface="Symbol" panose="05050102010706020507" pitchFamily="18" charset="2"/>
              </a:rPr>
              <a:t></a:t>
            </a:r>
            <a:r>
              <a:rPr lang="en-US" altLang="en-US" sz="2400"/>
              <a:t>(log N) </a:t>
            </a:r>
          </a:p>
          <a:p>
            <a:r>
              <a:rPr lang="en-US" altLang="en-US" sz="2400"/>
              <a:t>Thus, our goal is to keep the height of a binary search tree O(log N)</a:t>
            </a:r>
          </a:p>
          <a:p>
            <a:r>
              <a:rPr lang="en-US" altLang="en-US" sz="2400"/>
              <a:t>Such trees are called </a:t>
            </a:r>
            <a:r>
              <a:rPr lang="en-US" altLang="en-US" sz="2400">
                <a:solidFill>
                  <a:srgbClr val="00FF00"/>
                </a:solidFill>
              </a:rPr>
              <a:t>balanced</a:t>
            </a:r>
            <a:r>
              <a:rPr lang="en-US" altLang="en-US" sz="2400"/>
              <a:t> binary search trees.  Examples are AVL tree, red-black tree.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23">
                                            <p:txEl>
                                              <p:pRg st="2" end="2"/>
                                            </p:txEl>
                                          </p:spTgt>
                                        </p:tgtEl>
                                        <p:attrNameLst>
                                          <p:attrName>style.visibility</p:attrName>
                                        </p:attrNameLst>
                                      </p:cBhvr>
                                      <p:to>
                                        <p:strVal val="visible"/>
                                      </p:to>
                                    </p:set>
                                    <p:anim calcmode="lin" valueType="num">
                                      <p:cBhvr additive="base">
                                        <p:cTn id="7"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123">
                                            <p:txEl>
                                              <p:pRg st="3" end="3"/>
                                            </p:txEl>
                                          </p:spTgt>
                                        </p:tgtEl>
                                        <p:attrNameLst>
                                          <p:attrName>style.visibility</p:attrName>
                                        </p:attrNameLst>
                                      </p:cBhvr>
                                      <p:to>
                                        <p:strVal val="visible"/>
                                      </p:to>
                                    </p:set>
                                    <p:anim calcmode="lin" valueType="num">
                                      <p:cBhvr additive="base">
                                        <p:cTn id="13"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3">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123">
                                            <p:txEl>
                                              <p:pRg st="4" end="4"/>
                                            </p:txEl>
                                          </p:spTgt>
                                        </p:tgtEl>
                                        <p:attrNameLst>
                                          <p:attrName>style.visibility</p:attrName>
                                        </p:attrNameLst>
                                      </p:cBhvr>
                                      <p:to>
                                        <p:strVal val="visible"/>
                                      </p:to>
                                    </p:set>
                                    <p:anim calcmode="lin" valueType="num">
                                      <p:cBhvr additive="base">
                                        <p:cTn id="17" dur="5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12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anim calcmode="lin" valueType="num">
                                      <p:cBhvr additive="base">
                                        <p:cTn id="23" dur="500" fill="hold"/>
                                        <p:tgtEl>
                                          <p:spTgt spid="512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1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F517CEE-8FBB-6410-A378-DCEDF8138F2A}"/>
              </a:ext>
            </a:extLst>
          </p:cNvPr>
          <p:cNvSpPr>
            <a:spLocks noGrp="1" noChangeArrowheads="1"/>
          </p:cNvSpPr>
          <p:nvPr>
            <p:ph type="ctrTitle"/>
          </p:nvPr>
        </p:nvSpPr>
        <p:spPr>
          <a:xfrm>
            <a:off x="2209800" y="1219200"/>
            <a:ext cx="7772400" cy="1143000"/>
          </a:xfrm>
        </p:spPr>
        <p:txBody>
          <a:bodyPr/>
          <a:lstStyle/>
          <a:p>
            <a:r>
              <a:rPr lang="en-US" altLang="en-US" sz="4000"/>
              <a:t>AVL-Trees</a:t>
            </a:r>
            <a:br>
              <a:rPr lang="en-US" altLang="en-US" sz="4000"/>
            </a:br>
            <a:r>
              <a:rPr lang="en-US" altLang="en-US" sz="2800"/>
              <a:t>(Adelson-Velskii and Landis-Trees)</a:t>
            </a:r>
            <a:endParaRPr lang="en-US" altLang="en-US" sz="4000"/>
          </a:p>
        </p:txBody>
      </p:sp>
    </p:spTree>
  </p:cSld>
  <p:clrMapOvr>
    <a:masterClrMapping/>
  </p:clrMapOvr>
  <p:transition spd="slow" advTm="2359051"/>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6A6AD44-0D9D-300D-AC8A-D346EC13096D}"/>
              </a:ext>
            </a:extLst>
          </p:cNvPr>
          <p:cNvSpPr>
            <a:spLocks noGrp="1" noChangeArrowheads="1"/>
          </p:cNvSpPr>
          <p:nvPr>
            <p:ph type="title"/>
          </p:nvPr>
        </p:nvSpPr>
        <p:spPr/>
        <p:txBody>
          <a:bodyPr/>
          <a:lstStyle/>
          <a:p>
            <a:r>
              <a:rPr lang="en-US" altLang="en-US"/>
              <a:t>AVL tree</a:t>
            </a:r>
          </a:p>
        </p:txBody>
      </p:sp>
      <p:sp>
        <p:nvSpPr>
          <p:cNvPr id="6147" name="Rectangle 3">
            <a:extLst>
              <a:ext uri="{FF2B5EF4-FFF2-40B4-BE49-F238E27FC236}">
                <a16:creationId xmlns:a16="http://schemas.microsoft.com/office/drawing/2014/main" id="{8B9A524E-BBC8-2EDD-1642-73759F7B4518}"/>
              </a:ext>
            </a:extLst>
          </p:cNvPr>
          <p:cNvSpPr>
            <a:spLocks noGrp="1" noChangeArrowheads="1"/>
          </p:cNvSpPr>
          <p:nvPr>
            <p:ph type="body" idx="1"/>
          </p:nvPr>
        </p:nvSpPr>
        <p:spPr/>
        <p:txBody>
          <a:bodyPr/>
          <a:lstStyle/>
          <a:p>
            <a:pPr algn="just">
              <a:buFont typeface="Monotype Sorts" pitchFamily="2" charset="2"/>
              <a:buNone/>
            </a:pPr>
            <a:r>
              <a:rPr lang="en-US" altLang="en-US"/>
              <a:t>AVL trees were invented in 1962 by two Russian scientists, G. M. Adelson-</a:t>
            </a:r>
            <a:r>
              <a:rPr lang="en-US" altLang="en-US" err="1"/>
              <a:t>Velsky</a:t>
            </a:r>
            <a:r>
              <a:rPr lang="en-US" altLang="en-US"/>
              <a:t> and E. M. Landis [Ade62], after whom this data structure is named.</a:t>
            </a:r>
          </a:p>
          <a:p>
            <a:pPr algn="just">
              <a:buFont typeface="Monotype Sorts" pitchFamily="2" charset="2"/>
              <a:buNone/>
            </a:pPr>
            <a:endParaRPr lang="en-US" altLang="en-US"/>
          </a:p>
          <a:p>
            <a:pPr algn="just">
              <a:buFont typeface="Monotype Sorts" pitchFamily="2" charset="2"/>
              <a:buNone/>
            </a:pPr>
            <a:endParaRPr lang="en-US" altLang="en-US"/>
          </a:p>
          <a:p>
            <a:pPr algn="just">
              <a:buFont typeface="Monotype Sorts" pitchFamily="2" charset="2"/>
              <a:buNone/>
            </a:pPr>
            <a:r>
              <a:rPr lang="en-US" altLang="en-US"/>
              <a:t>Height of a node</a:t>
            </a:r>
          </a:p>
          <a:p>
            <a:pPr algn="just"/>
            <a:r>
              <a:rPr lang="en-US" altLang="en-US"/>
              <a:t>The height of a leaf is 0.  The height of an empty tree is -1.</a:t>
            </a:r>
          </a:p>
          <a:p>
            <a:pPr algn="just"/>
            <a:r>
              <a:rPr lang="en-US" altLang="en-US"/>
              <a:t>The height of an internal node is the maximum height of its children plus 1</a:t>
            </a:r>
          </a:p>
          <a:p>
            <a:pPr algn="just">
              <a:buFont typeface="Monotype Sorts" pitchFamily="2" charset="2"/>
              <a:buNone/>
            </a:pPr>
            <a:r>
              <a:rPr lang="en-US" altLang="en-US"/>
              <a:t>    </a:t>
            </a:r>
          </a:p>
          <a:p>
            <a:pPr algn="just">
              <a:buFont typeface="Monotype Sorts" pitchFamily="2" charset="2"/>
              <a:buNone/>
            </a:pPr>
            <a:r>
              <a:rPr lang="en-US" altLang="en-US"/>
              <a:t>    </a:t>
            </a:r>
            <a:r>
              <a:rPr lang="en-US" altLang="en-US" sz="2400">
                <a:solidFill>
                  <a:schemeClr val="hlink"/>
                </a:solidFill>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D86680B-B426-F64A-FC76-CE41980BDB3C}"/>
              </a:ext>
            </a:extLst>
          </p:cNvPr>
          <p:cNvSpPr>
            <a:spLocks noGrp="1" noChangeArrowheads="1"/>
          </p:cNvSpPr>
          <p:nvPr>
            <p:ph type="title"/>
          </p:nvPr>
        </p:nvSpPr>
        <p:spPr/>
        <p:txBody>
          <a:bodyPr/>
          <a:lstStyle/>
          <a:p>
            <a:r>
              <a:rPr lang="en-US" altLang="en-US"/>
              <a:t>AVL tree</a:t>
            </a:r>
          </a:p>
        </p:txBody>
      </p:sp>
      <p:sp>
        <p:nvSpPr>
          <p:cNvPr id="7171" name="Rectangle 3">
            <a:extLst>
              <a:ext uri="{FF2B5EF4-FFF2-40B4-BE49-F238E27FC236}">
                <a16:creationId xmlns:a16="http://schemas.microsoft.com/office/drawing/2014/main" id="{9848D7F7-268F-1DCE-3FB5-86B1CE229105}"/>
              </a:ext>
            </a:extLst>
          </p:cNvPr>
          <p:cNvSpPr>
            <a:spLocks noGrp="1" noChangeArrowheads="1"/>
          </p:cNvSpPr>
          <p:nvPr>
            <p:ph type="body" idx="1"/>
          </p:nvPr>
        </p:nvSpPr>
        <p:spPr/>
        <p:txBody>
          <a:bodyPr/>
          <a:lstStyle/>
          <a:p>
            <a:r>
              <a:rPr lang="en-US" altLang="en-US"/>
              <a:t>An AVL tree is a binary search tree in which</a:t>
            </a:r>
          </a:p>
          <a:p>
            <a:pPr lvl="1"/>
            <a:r>
              <a:rPr lang="en-US" altLang="en-US"/>
              <a:t>for </a:t>
            </a:r>
            <a:r>
              <a:rPr lang="en-US" altLang="en-US" i="1"/>
              <a:t>every</a:t>
            </a:r>
            <a:r>
              <a:rPr lang="en-US" altLang="en-US"/>
              <a:t> node in the tree, the height of the left and right subtrees differ by </a:t>
            </a:r>
            <a:r>
              <a:rPr lang="en-US" altLang="en-US">
                <a:solidFill>
                  <a:srgbClr val="00FF00"/>
                </a:solidFill>
              </a:rPr>
              <a:t>at most 1</a:t>
            </a:r>
            <a:r>
              <a:rPr lang="en-US" altLang="en-US"/>
              <a:t>.</a:t>
            </a:r>
          </a:p>
        </p:txBody>
      </p:sp>
      <p:pic>
        <p:nvPicPr>
          <p:cNvPr id="7172" name="Picture 4" descr="fig4_32">
            <a:extLst>
              <a:ext uri="{FF2B5EF4-FFF2-40B4-BE49-F238E27FC236}">
                <a16:creationId xmlns:a16="http://schemas.microsoft.com/office/drawing/2014/main" id="{52EC97FB-BF5D-C4F0-2338-69CF9742959B}"/>
              </a:ext>
            </a:extLst>
          </p:cNvPr>
          <p:cNvPicPr>
            <a:picLocks noChangeAspect="1" noChangeArrowheads="1"/>
          </p:cNvPicPr>
          <p:nvPr/>
        </p:nvPicPr>
        <p:blipFill>
          <a:blip r:embed="rId2">
            <a:lum bright="-20000" contrast="60000"/>
            <a:extLst>
              <a:ext uri="{28A0092B-C50C-407E-A947-70E740481C1C}">
                <a14:useLocalDpi xmlns:a14="http://schemas.microsoft.com/office/drawing/2010/main" val="0"/>
              </a:ext>
            </a:extLst>
          </a:blip>
          <a:srcRect/>
          <a:stretch>
            <a:fillRect/>
          </a:stretch>
        </p:blipFill>
        <p:spPr bwMode="auto">
          <a:xfrm>
            <a:off x="2590800" y="3429000"/>
            <a:ext cx="7010400" cy="290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Oval 6">
            <a:extLst>
              <a:ext uri="{FF2B5EF4-FFF2-40B4-BE49-F238E27FC236}">
                <a16:creationId xmlns:a16="http://schemas.microsoft.com/office/drawing/2014/main" id="{07651277-A22C-2BAC-00C5-FC717F83D88D}"/>
              </a:ext>
            </a:extLst>
          </p:cNvPr>
          <p:cNvSpPr>
            <a:spLocks noChangeArrowheads="1"/>
          </p:cNvSpPr>
          <p:nvPr/>
        </p:nvSpPr>
        <p:spPr bwMode="auto">
          <a:xfrm>
            <a:off x="8077200" y="3657600"/>
            <a:ext cx="304800" cy="3810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7174" name="Text Box 7">
            <a:extLst>
              <a:ext uri="{FF2B5EF4-FFF2-40B4-BE49-F238E27FC236}">
                <a16:creationId xmlns:a16="http://schemas.microsoft.com/office/drawing/2014/main" id="{E5AA5076-FC31-D2EB-CCCB-B1EC52D6BBB9}"/>
              </a:ext>
            </a:extLst>
          </p:cNvPr>
          <p:cNvSpPr txBox="1">
            <a:spLocks noChangeArrowheads="1"/>
          </p:cNvSpPr>
          <p:nvPr/>
        </p:nvSpPr>
        <p:spPr bwMode="auto">
          <a:xfrm>
            <a:off x="6400800" y="3505201"/>
            <a:ext cx="1676400" cy="5810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1600" b="1">
                <a:solidFill>
                  <a:srgbClr val="FF0000"/>
                </a:solidFill>
              </a:rPr>
              <a:t>AVL property violated here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3B88612-554E-13BC-23D2-2FFFC9048803}"/>
              </a:ext>
            </a:extLst>
          </p:cNvPr>
          <p:cNvSpPr>
            <a:spLocks noGrp="1" noChangeArrowheads="1"/>
          </p:cNvSpPr>
          <p:nvPr>
            <p:ph type="title"/>
          </p:nvPr>
        </p:nvSpPr>
        <p:spPr/>
        <p:txBody>
          <a:bodyPr/>
          <a:lstStyle/>
          <a:p>
            <a:r>
              <a:rPr lang="en-US" altLang="en-US"/>
              <a:t>AVL tree</a:t>
            </a:r>
          </a:p>
        </p:txBody>
      </p:sp>
      <p:sp>
        <p:nvSpPr>
          <p:cNvPr id="8195" name="Rectangle 3">
            <a:extLst>
              <a:ext uri="{FF2B5EF4-FFF2-40B4-BE49-F238E27FC236}">
                <a16:creationId xmlns:a16="http://schemas.microsoft.com/office/drawing/2014/main" id="{6778C811-E11C-3CC6-6662-9494EA554856}"/>
              </a:ext>
            </a:extLst>
          </p:cNvPr>
          <p:cNvSpPr>
            <a:spLocks noGrp="1" noChangeArrowheads="1"/>
          </p:cNvSpPr>
          <p:nvPr>
            <p:ph type="body" idx="1"/>
          </p:nvPr>
        </p:nvSpPr>
        <p:spPr>
          <a:xfrm>
            <a:off x="2286000" y="1676400"/>
            <a:ext cx="7848600" cy="5181600"/>
          </a:xfrm>
        </p:spPr>
        <p:txBody>
          <a:bodyPr/>
          <a:lstStyle/>
          <a:p>
            <a:r>
              <a:rPr lang="en-US" altLang="en-US"/>
              <a:t>Let x be the root of an AVL tree of height h</a:t>
            </a:r>
          </a:p>
          <a:p>
            <a:r>
              <a:rPr lang="en-US" altLang="en-US"/>
              <a:t>Let S(h) denote the minimum number of nodes in an AVL tree of height h.</a:t>
            </a:r>
          </a:p>
          <a:p>
            <a:r>
              <a:rPr lang="en-US" altLang="en-US"/>
              <a:t>S(h)=S(h-1)+S(h-2)+1</a:t>
            </a:r>
          </a:p>
          <a:p>
            <a:r>
              <a:rPr lang="en-US" altLang="en-US">
                <a:cs typeface="Arial" panose="020B0604020202020204" pitchFamily="34" charset="0"/>
              </a:rPr>
              <a:t>Many operations (searching, insertion, deletion) on an AVL tree will take </a:t>
            </a:r>
            <a:r>
              <a:rPr lang="en-US" altLang="en-US">
                <a:solidFill>
                  <a:srgbClr val="00FF00"/>
                </a:solidFill>
                <a:cs typeface="Arial" panose="020B0604020202020204" pitchFamily="34" charset="0"/>
              </a:rPr>
              <a:t>O(log N) time</a:t>
            </a:r>
            <a:r>
              <a:rPr lang="en-US" altLang="en-US">
                <a:cs typeface="Arial" panose="020B0604020202020204" pitchFamily="34" charset="0"/>
              </a:rPr>
              <a:t>.</a:t>
            </a:r>
          </a:p>
          <a:p>
            <a:endParaRPr lang="en-US" altLang="en-US" baseline="-25000">
              <a:cs typeface="Arial" panose="020B0604020202020204" pitchFamily="34" charset="0"/>
            </a:endParaRPr>
          </a:p>
          <a:p>
            <a:pPr>
              <a:buFont typeface="Monotype Sorts" pitchFamily="2" charset="2"/>
              <a:buNone/>
            </a:pPr>
            <a:endParaRPr lang="en-US" altLang="en-US" baseline="-25000">
              <a:cs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5EC3CC-49BD-05D9-EBD7-CD3DB945A095}"/>
              </a:ext>
            </a:extLst>
          </p:cNvPr>
          <p:cNvSpPr>
            <a:spLocks noGrp="1" noChangeArrowheads="1"/>
          </p:cNvSpPr>
          <p:nvPr>
            <p:ph type="title"/>
          </p:nvPr>
        </p:nvSpPr>
        <p:spPr/>
        <p:txBody>
          <a:bodyPr/>
          <a:lstStyle/>
          <a:p>
            <a:r>
              <a:rPr lang="en-US" altLang="en-US"/>
              <a:t>Rotations</a:t>
            </a:r>
          </a:p>
        </p:txBody>
      </p:sp>
      <p:sp>
        <p:nvSpPr>
          <p:cNvPr id="9219" name="Rectangle 3">
            <a:extLst>
              <a:ext uri="{FF2B5EF4-FFF2-40B4-BE49-F238E27FC236}">
                <a16:creationId xmlns:a16="http://schemas.microsoft.com/office/drawing/2014/main" id="{C7DCAE42-DF16-0C8A-664A-30B9CA327F82}"/>
              </a:ext>
            </a:extLst>
          </p:cNvPr>
          <p:cNvSpPr>
            <a:spLocks noGrp="1" noChangeArrowheads="1"/>
          </p:cNvSpPr>
          <p:nvPr>
            <p:ph type="body" idx="1"/>
          </p:nvPr>
        </p:nvSpPr>
        <p:spPr/>
        <p:txBody>
          <a:bodyPr/>
          <a:lstStyle/>
          <a:p>
            <a:r>
              <a:rPr lang="en-US" altLang="en-US" sz="2400"/>
              <a:t>When the tree structure changes (e.g., insertion or deletion), we need to transform the tree to restore the AVL tree property.</a:t>
            </a:r>
          </a:p>
          <a:p>
            <a:r>
              <a:rPr lang="en-US" altLang="en-US" sz="2400"/>
              <a:t>This is done using </a:t>
            </a:r>
            <a:r>
              <a:rPr lang="en-US" altLang="en-US" sz="2400">
                <a:solidFill>
                  <a:srgbClr val="00FF00"/>
                </a:solidFill>
              </a:rPr>
              <a:t>single rotations</a:t>
            </a:r>
            <a:r>
              <a:rPr lang="en-US" altLang="en-US" sz="2400"/>
              <a:t> or </a:t>
            </a:r>
            <a:r>
              <a:rPr lang="en-US" altLang="en-US" sz="2400">
                <a:solidFill>
                  <a:srgbClr val="00FF00"/>
                </a:solidFill>
              </a:rPr>
              <a:t>double rotations</a:t>
            </a:r>
            <a:r>
              <a:rPr lang="en-US" altLang="en-US" sz="2400"/>
              <a:t>.</a:t>
            </a:r>
          </a:p>
        </p:txBody>
      </p:sp>
      <p:sp>
        <p:nvSpPr>
          <p:cNvPr id="9220" name="Oval 5">
            <a:extLst>
              <a:ext uri="{FF2B5EF4-FFF2-40B4-BE49-F238E27FC236}">
                <a16:creationId xmlns:a16="http://schemas.microsoft.com/office/drawing/2014/main" id="{F8AB4546-8313-1DFB-023B-7441CE84AE84}"/>
              </a:ext>
            </a:extLst>
          </p:cNvPr>
          <p:cNvSpPr>
            <a:spLocks noChangeArrowheads="1"/>
          </p:cNvSpPr>
          <p:nvPr/>
        </p:nvSpPr>
        <p:spPr bwMode="auto">
          <a:xfrm>
            <a:off x="3873500" y="4002089"/>
            <a:ext cx="635000" cy="4603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9221" name="Oval 6">
            <a:extLst>
              <a:ext uri="{FF2B5EF4-FFF2-40B4-BE49-F238E27FC236}">
                <a16:creationId xmlns:a16="http://schemas.microsoft.com/office/drawing/2014/main" id="{3DA075F5-1AAC-5CFE-B91F-33AB14781FEA}"/>
              </a:ext>
            </a:extLst>
          </p:cNvPr>
          <p:cNvSpPr>
            <a:spLocks noChangeArrowheads="1"/>
          </p:cNvSpPr>
          <p:nvPr/>
        </p:nvSpPr>
        <p:spPr bwMode="auto">
          <a:xfrm>
            <a:off x="2921000" y="4749801"/>
            <a:ext cx="635000" cy="4603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9222" name="AutoShape 7">
            <a:extLst>
              <a:ext uri="{FF2B5EF4-FFF2-40B4-BE49-F238E27FC236}">
                <a16:creationId xmlns:a16="http://schemas.microsoft.com/office/drawing/2014/main" id="{A6DC2340-F839-EFEF-F9AD-CE0E911AC4D1}"/>
              </a:ext>
            </a:extLst>
          </p:cNvPr>
          <p:cNvSpPr>
            <a:spLocks noChangeArrowheads="1"/>
          </p:cNvSpPr>
          <p:nvPr/>
        </p:nvSpPr>
        <p:spPr bwMode="auto">
          <a:xfrm>
            <a:off x="2286001" y="5497513"/>
            <a:ext cx="1071563" cy="976312"/>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9223" name="AutoShape 8">
            <a:extLst>
              <a:ext uri="{FF2B5EF4-FFF2-40B4-BE49-F238E27FC236}">
                <a16:creationId xmlns:a16="http://schemas.microsoft.com/office/drawing/2014/main" id="{2D986369-00CE-D308-6B80-69B599480A3B}"/>
              </a:ext>
            </a:extLst>
          </p:cNvPr>
          <p:cNvSpPr>
            <a:spLocks noChangeArrowheads="1"/>
          </p:cNvSpPr>
          <p:nvPr/>
        </p:nvSpPr>
        <p:spPr bwMode="auto">
          <a:xfrm>
            <a:off x="3683001" y="5381626"/>
            <a:ext cx="881063" cy="690563"/>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9224" name="AutoShape 9">
            <a:extLst>
              <a:ext uri="{FF2B5EF4-FFF2-40B4-BE49-F238E27FC236}">
                <a16:creationId xmlns:a16="http://schemas.microsoft.com/office/drawing/2014/main" id="{20B80B84-8C69-F68F-0EA5-B1413454EDE5}"/>
              </a:ext>
            </a:extLst>
          </p:cNvPr>
          <p:cNvSpPr>
            <a:spLocks noChangeArrowheads="1"/>
          </p:cNvSpPr>
          <p:nvPr/>
        </p:nvSpPr>
        <p:spPr bwMode="auto">
          <a:xfrm>
            <a:off x="4762501" y="4692651"/>
            <a:ext cx="881063" cy="688975"/>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9225" name="Text Box 10">
            <a:extLst>
              <a:ext uri="{FF2B5EF4-FFF2-40B4-BE49-F238E27FC236}">
                <a16:creationId xmlns:a16="http://schemas.microsoft.com/office/drawing/2014/main" id="{189A72E3-2900-16B7-77D1-7EBCDF2A7763}"/>
              </a:ext>
            </a:extLst>
          </p:cNvPr>
          <p:cNvSpPr txBox="1">
            <a:spLocks noChangeArrowheads="1"/>
          </p:cNvSpPr>
          <p:nvPr/>
        </p:nvSpPr>
        <p:spPr bwMode="auto">
          <a:xfrm>
            <a:off x="4000500" y="4059238"/>
            <a:ext cx="158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x</a:t>
            </a:r>
          </a:p>
        </p:txBody>
      </p:sp>
      <p:sp>
        <p:nvSpPr>
          <p:cNvPr id="9226" name="Text Box 11">
            <a:extLst>
              <a:ext uri="{FF2B5EF4-FFF2-40B4-BE49-F238E27FC236}">
                <a16:creationId xmlns:a16="http://schemas.microsoft.com/office/drawing/2014/main" id="{A45768A3-24A7-150D-D8AE-05FA501EBF80}"/>
              </a:ext>
            </a:extLst>
          </p:cNvPr>
          <p:cNvSpPr txBox="1">
            <a:spLocks noChangeArrowheads="1"/>
          </p:cNvSpPr>
          <p:nvPr/>
        </p:nvSpPr>
        <p:spPr bwMode="auto">
          <a:xfrm>
            <a:off x="2984500" y="4805363"/>
            <a:ext cx="158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y</a:t>
            </a:r>
          </a:p>
        </p:txBody>
      </p:sp>
      <p:sp>
        <p:nvSpPr>
          <p:cNvPr id="9227" name="Text Box 12">
            <a:extLst>
              <a:ext uri="{FF2B5EF4-FFF2-40B4-BE49-F238E27FC236}">
                <a16:creationId xmlns:a16="http://schemas.microsoft.com/office/drawing/2014/main" id="{7227989B-F504-DD9B-8AF5-765E6A703527}"/>
              </a:ext>
            </a:extLst>
          </p:cNvPr>
          <p:cNvSpPr txBox="1">
            <a:spLocks noChangeArrowheads="1"/>
          </p:cNvSpPr>
          <p:nvPr/>
        </p:nvSpPr>
        <p:spPr bwMode="auto">
          <a:xfrm>
            <a:off x="2540000" y="5956300"/>
            <a:ext cx="158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A</a:t>
            </a:r>
          </a:p>
        </p:txBody>
      </p:sp>
      <p:sp>
        <p:nvSpPr>
          <p:cNvPr id="9228" name="Text Box 13">
            <a:extLst>
              <a:ext uri="{FF2B5EF4-FFF2-40B4-BE49-F238E27FC236}">
                <a16:creationId xmlns:a16="http://schemas.microsoft.com/office/drawing/2014/main" id="{D8307213-0328-FD23-7583-38123F9656A5}"/>
              </a:ext>
            </a:extLst>
          </p:cNvPr>
          <p:cNvSpPr txBox="1">
            <a:spLocks noChangeArrowheads="1"/>
          </p:cNvSpPr>
          <p:nvPr/>
        </p:nvSpPr>
        <p:spPr bwMode="auto">
          <a:xfrm>
            <a:off x="3937000" y="5610225"/>
            <a:ext cx="158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B</a:t>
            </a:r>
          </a:p>
        </p:txBody>
      </p:sp>
      <p:sp>
        <p:nvSpPr>
          <p:cNvPr id="9229" name="Text Box 14">
            <a:extLst>
              <a:ext uri="{FF2B5EF4-FFF2-40B4-BE49-F238E27FC236}">
                <a16:creationId xmlns:a16="http://schemas.microsoft.com/office/drawing/2014/main" id="{43A40725-9C15-5ED9-A84D-D0AA1107B4D1}"/>
              </a:ext>
            </a:extLst>
          </p:cNvPr>
          <p:cNvSpPr txBox="1">
            <a:spLocks noChangeArrowheads="1"/>
          </p:cNvSpPr>
          <p:nvPr/>
        </p:nvSpPr>
        <p:spPr bwMode="auto">
          <a:xfrm>
            <a:off x="5016500" y="4922838"/>
            <a:ext cx="158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C</a:t>
            </a:r>
          </a:p>
        </p:txBody>
      </p:sp>
      <p:sp>
        <p:nvSpPr>
          <p:cNvPr id="9230" name="Line 15">
            <a:extLst>
              <a:ext uri="{FF2B5EF4-FFF2-40B4-BE49-F238E27FC236}">
                <a16:creationId xmlns:a16="http://schemas.microsoft.com/office/drawing/2014/main" id="{8B220746-9028-F97C-5D3B-A55DD8D32566}"/>
              </a:ext>
            </a:extLst>
          </p:cNvPr>
          <p:cNvSpPr>
            <a:spLocks noChangeShapeType="1"/>
          </p:cNvSpPr>
          <p:nvPr/>
        </p:nvSpPr>
        <p:spPr bwMode="auto">
          <a:xfrm flipV="1">
            <a:off x="3365500" y="4403726"/>
            <a:ext cx="635000" cy="346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9231" name="Line 16">
            <a:extLst>
              <a:ext uri="{FF2B5EF4-FFF2-40B4-BE49-F238E27FC236}">
                <a16:creationId xmlns:a16="http://schemas.microsoft.com/office/drawing/2014/main" id="{D805FF38-949B-B7BB-4658-97FF73F785FE}"/>
              </a:ext>
            </a:extLst>
          </p:cNvPr>
          <p:cNvSpPr>
            <a:spLocks noChangeShapeType="1"/>
          </p:cNvSpPr>
          <p:nvPr/>
        </p:nvSpPr>
        <p:spPr bwMode="auto">
          <a:xfrm flipV="1">
            <a:off x="2794000" y="5210175"/>
            <a:ext cx="57150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9232" name="Line 17">
            <a:extLst>
              <a:ext uri="{FF2B5EF4-FFF2-40B4-BE49-F238E27FC236}">
                <a16:creationId xmlns:a16="http://schemas.microsoft.com/office/drawing/2014/main" id="{BB4B0E64-D1FB-7E65-022D-189023B88474}"/>
              </a:ext>
            </a:extLst>
          </p:cNvPr>
          <p:cNvSpPr>
            <a:spLocks noChangeShapeType="1"/>
          </p:cNvSpPr>
          <p:nvPr/>
        </p:nvSpPr>
        <p:spPr bwMode="auto">
          <a:xfrm>
            <a:off x="3492500" y="5151439"/>
            <a:ext cx="508000" cy="403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9233" name="Line 18">
            <a:extLst>
              <a:ext uri="{FF2B5EF4-FFF2-40B4-BE49-F238E27FC236}">
                <a16:creationId xmlns:a16="http://schemas.microsoft.com/office/drawing/2014/main" id="{66B0F2E7-63E0-12BD-2F0E-ADB86EB051CA}"/>
              </a:ext>
            </a:extLst>
          </p:cNvPr>
          <p:cNvSpPr>
            <a:spLocks noChangeShapeType="1"/>
          </p:cNvSpPr>
          <p:nvPr/>
        </p:nvSpPr>
        <p:spPr bwMode="auto">
          <a:xfrm>
            <a:off x="4381500" y="4403726"/>
            <a:ext cx="82550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351251" name="Group 19">
            <a:extLst>
              <a:ext uri="{FF2B5EF4-FFF2-40B4-BE49-F238E27FC236}">
                <a16:creationId xmlns:a16="http://schemas.microsoft.com/office/drawing/2014/main" id="{057F6061-8596-525B-63DE-873827284BCD}"/>
              </a:ext>
            </a:extLst>
          </p:cNvPr>
          <p:cNvGrpSpPr>
            <a:grpSpLocks/>
          </p:cNvGrpSpPr>
          <p:nvPr/>
        </p:nvGrpSpPr>
        <p:grpSpPr bwMode="auto">
          <a:xfrm>
            <a:off x="7315200" y="3770315"/>
            <a:ext cx="1714500" cy="577883"/>
            <a:chOff x="3792" y="1824"/>
            <a:chExt cx="1296" cy="482"/>
          </a:xfrm>
        </p:grpSpPr>
        <p:sp>
          <p:nvSpPr>
            <p:cNvPr id="9254" name="Oval 20">
              <a:extLst>
                <a:ext uri="{FF2B5EF4-FFF2-40B4-BE49-F238E27FC236}">
                  <a16:creationId xmlns:a16="http://schemas.microsoft.com/office/drawing/2014/main" id="{0C23ED50-86FB-AA51-2856-D87B79A1338E}"/>
                </a:ext>
              </a:extLst>
            </p:cNvPr>
            <p:cNvSpPr>
              <a:spLocks noChangeArrowheads="1"/>
            </p:cNvSpPr>
            <p:nvPr/>
          </p:nvSpPr>
          <p:spPr bwMode="auto">
            <a:xfrm>
              <a:off x="3792" y="1824"/>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9255" name="Text Box 21">
              <a:extLst>
                <a:ext uri="{FF2B5EF4-FFF2-40B4-BE49-F238E27FC236}">
                  <a16:creationId xmlns:a16="http://schemas.microsoft.com/office/drawing/2014/main" id="{C8ACEE65-662E-4159-8957-05BBA0EA3132}"/>
                </a:ext>
              </a:extLst>
            </p:cNvPr>
            <p:cNvSpPr txBox="1">
              <a:spLocks noChangeArrowheads="1"/>
            </p:cNvSpPr>
            <p:nvPr/>
          </p:nvSpPr>
          <p:spPr bwMode="auto">
            <a:xfrm>
              <a:off x="3886" y="1921"/>
              <a:ext cx="1202"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y</a:t>
              </a:r>
            </a:p>
          </p:txBody>
        </p:sp>
      </p:grpSp>
      <p:grpSp>
        <p:nvGrpSpPr>
          <p:cNvPr id="351254" name="Group 22">
            <a:extLst>
              <a:ext uri="{FF2B5EF4-FFF2-40B4-BE49-F238E27FC236}">
                <a16:creationId xmlns:a16="http://schemas.microsoft.com/office/drawing/2014/main" id="{4BCA2C76-DBC2-B955-31D5-BF6FCD8B0B03}"/>
              </a:ext>
            </a:extLst>
          </p:cNvPr>
          <p:cNvGrpSpPr>
            <a:grpSpLocks/>
          </p:cNvGrpSpPr>
          <p:nvPr/>
        </p:nvGrpSpPr>
        <p:grpSpPr bwMode="auto">
          <a:xfrm>
            <a:off x="7937500" y="4002088"/>
            <a:ext cx="1206500" cy="862012"/>
            <a:chOff x="4272" y="2016"/>
            <a:chExt cx="912" cy="720"/>
          </a:xfrm>
        </p:grpSpPr>
        <p:sp>
          <p:nvSpPr>
            <p:cNvPr id="9251" name="Oval 23">
              <a:extLst>
                <a:ext uri="{FF2B5EF4-FFF2-40B4-BE49-F238E27FC236}">
                  <a16:creationId xmlns:a16="http://schemas.microsoft.com/office/drawing/2014/main" id="{BB5A393D-2A38-20DC-F4D7-A382F0D299FE}"/>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9252" name="Text Box 24">
              <a:extLst>
                <a:ext uri="{FF2B5EF4-FFF2-40B4-BE49-F238E27FC236}">
                  <a16:creationId xmlns:a16="http://schemas.microsoft.com/office/drawing/2014/main" id="{4238D60D-C5DD-1728-128B-A5011F8DF743}"/>
                </a:ext>
              </a:extLst>
            </p:cNvPr>
            <p:cNvSpPr txBox="1">
              <a:spLocks noChangeArrowheads="1"/>
            </p:cNvSpPr>
            <p:nvPr/>
          </p:nvSpPr>
          <p:spPr bwMode="auto">
            <a:xfrm>
              <a:off x="4704" y="2351"/>
              <a:ext cx="480" cy="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x</a:t>
              </a:r>
            </a:p>
          </p:txBody>
        </p:sp>
        <p:sp>
          <p:nvSpPr>
            <p:cNvPr id="9253" name="Line 25">
              <a:extLst>
                <a:ext uri="{FF2B5EF4-FFF2-40B4-BE49-F238E27FC236}">
                  <a16:creationId xmlns:a16="http://schemas.microsoft.com/office/drawing/2014/main" id="{DD176168-9099-CFAD-1B23-F73DCF2C0BA0}"/>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nvGrpSpPr>
          <p:cNvPr id="351258" name="Group 26">
            <a:extLst>
              <a:ext uri="{FF2B5EF4-FFF2-40B4-BE49-F238E27FC236}">
                <a16:creationId xmlns:a16="http://schemas.microsoft.com/office/drawing/2014/main" id="{9A7DE621-B132-1A69-1129-6DE242055DE2}"/>
              </a:ext>
            </a:extLst>
          </p:cNvPr>
          <p:cNvGrpSpPr>
            <a:grpSpLocks/>
          </p:cNvGrpSpPr>
          <p:nvPr/>
        </p:nvGrpSpPr>
        <p:grpSpPr bwMode="auto">
          <a:xfrm>
            <a:off x="6540500" y="4232276"/>
            <a:ext cx="1524000" cy="1495425"/>
            <a:chOff x="3216" y="2208"/>
            <a:chExt cx="1152" cy="1248"/>
          </a:xfrm>
        </p:grpSpPr>
        <p:sp>
          <p:nvSpPr>
            <p:cNvPr id="9248" name="AutoShape 27">
              <a:extLst>
                <a:ext uri="{FF2B5EF4-FFF2-40B4-BE49-F238E27FC236}">
                  <a16:creationId xmlns:a16="http://schemas.microsoft.com/office/drawing/2014/main" id="{3C366283-E9F0-0A22-20F4-56DB1EDE59F2}"/>
                </a:ext>
              </a:extLst>
            </p:cNvPr>
            <p:cNvSpPr>
              <a:spLocks noChangeArrowheads="1"/>
            </p:cNvSpPr>
            <p:nvPr/>
          </p:nvSpPr>
          <p:spPr bwMode="auto">
            <a:xfrm>
              <a:off x="3216" y="2448"/>
              <a:ext cx="810" cy="100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9249" name="Text Box 28">
              <a:extLst>
                <a:ext uri="{FF2B5EF4-FFF2-40B4-BE49-F238E27FC236}">
                  <a16:creationId xmlns:a16="http://schemas.microsoft.com/office/drawing/2014/main" id="{B3DEC563-2E85-1A56-FE6C-B35FFF391BCB}"/>
                </a:ext>
              </a:extLst>
            </p:cNvPr>
            <p:cNvSpPr txBox="1">
              <a:spLocks noChangeArrowheads="1"/>
            </p:cNvSpPr>
            <p:nvPr/>
          </p:nvSpPr>
          <p:spPr bwMode="auto">
            <a:xfrm>
              <a:off x="3553" y="2928"/>
              <a:ext cx="815" cy="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A</a:t>
              </a:r>
            </a:p>
          </p:txBody>
        </p:sp>
        <p:sp>
          <p:nvSpPr>
            <p:cNvPr id="9250" name="Line 29">
              <a:extLst>
                <a:ext uri="{FF2B5EF4-FFF2-40B4-BE49-F238E27FC236}">
                  <a16:creationId xmlns:a16="http://schemas.microsoft.com/office/drawing/2014/main" id="{5D69446C-D36D-9546-47BA-82DFE807DD08}"/>
                </a:ext>
              </a:extLst>
            </p:cNvPr>
            <p:cNvSpPr>
              <a:spLocks noChangeShapeType="1"/>
            </p:cNvSpPr>
            <p:nvPr/>
          </p:nvSpPr>
          <p:spPr bwMode="auto">
            <a:xfrm flipV="1">
              <a:off x="3648" y="2208"/>
              <a:ext cx="38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nvGrpSpPr>
          <p:cNvPr id="351262" name="Group 30">
            <a:extLst>
              <a:ext uri="{FF2B5EF4-FFF2-40B4-BE49-F238E27FC236}">
                <a16:creationId xmlns:a16="http://schemas.microsoft.com/office/drawing/2014/main" id="{0EEFBBB6-A9A4-3D1E-3B19-EE13DE36FD81}"/>
              </a:ext>
            </a:extLst>
          </p:cNvPr>
          <p:cNvGrpSpPr>
            <a:grpSpLocks/>
          </p:cNvGrpSpPr>
          <p:nvPr/>
        </p:nvGrpSpPr>
        <p:grpSpPr bwMode="auto">
          <a:xfrm>
            <a:off x="8128001" y="4864100"/>
            <a:ext cx="881063" cy="863600"/>
            <a:chOff x="4416" y="2736"/>
            <a:chExt cx="666" cy="720"/>
          </a:xfrm>
        </p:grpSpPr>
        <p:sp>
          <p:nvSpPr>
            <p:cNvPr id="9245" name="AutoShape 31">
              <a:extLst>
                <a:ext uri="{FF2B5EF4-FFF2-40B4-BE49-F238E27FC236}">
                  <a16:creationId xmlns:a16="http://schemas.microsoft.com/office/drawing/2014/main" id="{2DF5C729-7B2A-651C-F56B-A4DB5EEB7631}"/>
                </a:ext>
              </a:extLst>
            </p:cNvPr>
            <p:cNvSpPr>
              <a:spLocks noChangeArrowheads="1"/>
            </p:cNvSpPr>
            <p:nvPr/>
          </p:nvSpPr>
          <p:spPr bwMode="auto">
            <a:xfrm>
              <a:off x="4416" y="2880"/>
              <a:ext cx="666" cy="576"/>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9246" name="Text Box 32">
              <a:extLst>
                <a:ext uri="{FF2B5EF4-FFF2-40B4-BE49-F238E27FC236}">
                  <a16:creationId xmlns:a16="http://schemas.microsoft.com/office/drawing/2014/main" id="{5D3A9D40-17B7-B6E4-C85E-0289C942DDBC}"/>
                </a:ext>
              </a:extLst>
            </p:cNvPr>
            <p:cNvSpPr txBox="1">
              <a:spLocks noChangeArrowheads="1"/>
            </p:cNvSpPr>
            <p:nvPr/>
          </p:nvSpPr>
          <p:spPr bwMode="auto">
            <a:xfrm>
              <a:off x="4560" y="3071"/>
              <a:ext cx="480" cy="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B</a:t>
              </a:r>
            </a:p>
          </p:txBody>
        </p:sp>
        <p:sp>
          <p:nvSpPr>
            <p:cNvPr id="9247" name="Line 33">
              <a:extLst>
                <a:ext uri="{FF2B5EF4-FFF2-40B4-BE49-F238E27FC236}">
                  <a16:creationId xmlns:a16="http://schemas.microsoft.com/office/drawing/2014/main" id="{7B2CB45A-0F10-1F2C-4DFC-C3F50C347039}"/>
                </a:ext>
              </a:extLst>
            </p:cNvPr>
            <p:cNvSpPr>
              <a:spLocks noChangeShapeType="1"/>
            </p:cNvSpPr>
            <p:nvPr/>
          </p:nvSpPr>
          <p:spPr bwMode="auto">
            <a:xfrm flipV="1">
              <a:off x="4752" y="2736"/>
              <a:ext cx="24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nvGrpSpPr>
          <p:cNvPr id="351266" name="Group 34">
            <a:extLst>
              <a:ext uri="{FF2B5EF4-FFF2-40B4-BE49-F238E27FC236}">
                <a16:creationId xmlns:a16="http://schemas.microsoft.com/office/drawing/2014/main" id="{9E78BF2D-EC5A-1E80-AC5F-1B00927B6AC6}"/>
              </a:ext>
            </a:extLst>
          </p:cNvPr>
          <p:cNvGrpSpPr>
            <a:grpSpLocks/>
          </p:cNvGrpSpPr>
          <p:nvPr/>
        </p:nvGrpSpPr>
        <p:grpSpPr bwMode="auto">
          <a:xfrm>
            <a:off x="8953500" y="4864102"/>
            <a:ext cx="952500" cy="808071"/>
            <a:chOff x="5040" y="2736"/>
            <a:chExt cx="720" cy="674"/>
          </a:xfrm>
        </p:grpSpPr>
        <p:sp>
          <p:nvSpPr>
            <p:cNvPr id="9242" name="AutoShape 35">
              <a:extLst>
                <a:ext uri="{FF2B5EF4-FFF2-40B4-BE49-F238E27FC236}">
                  <a16:creationId xmlns:a16="http://schemas.microsoft.com/office/drawing/2014/main" id="{BC7A4F8A-DE31-5A7F-9CB2-B726B4E1C522}"/>
                </a:ext>
              </a:extLst>
            </p:cNvPr>
            <p:cNvSpPr>
              <a:spLocks noChangeArrowheads="1"/>
            </p:cNvSpPr>
            <p:nvPr/>
          </p:nvSpPr>
          <p:spPr bwMode="auto">
            <a:xfrm>
              <a:off x="5094" y="2784"/>
              <a:ext cx="666" cy="576"/>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9243" name="Text Box 36">
              <a:extLst>
                <a:ext uri="{FF2B5EF4-FFF2-40B4-BE49-F238E27FC236}">
                  <a16:creationId xmlns:a16="http://schemas.microsoft.com/office/drawing/2014/main" id="{6C74CBDF-F602-B25F-8A0D-888DE4264B78}"/>
                </a:ext>
              </a:extLst>
            </p:cNvPr>
            <p:cNvSpPr txBox="1">
              <a:spLocks noChangeArrowheads="1"/>
            </p:cNvSpPr>
            <p:nvPr/>
          </p:nvSpPr>
          <p:spPr bwMode="auto">
            <a:xfrm>
              <a:off x="5280" y="3025"/>
              <a:ext cx="480"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C</a:t>
              </a:r>
            </a:p>
          </p:txBody>
        </p:sp>
        <p:sp>
          <p:nvSpPr>
            <p:cNvPr id="9244" name="Line 37">
              <a:extLst>
                <a:ext uri="{FF2B5EF4-FFF2-40B4-BE49-F238E27FC236}">
                  <a16:creationId xmlns:a16="http://schemas.microsoft.com/office/drawing/2014/main" id="{40BE6C5B-C51F-457B-99C6-FF0978E43379}"/>
                </a:ext>
              </a:extLst>
            </p:cNvPr>
            <p:cNvSpPr>
              <a:spLocks noChangeShapeType="1"/>
            </p:cNvSpPr>
            <p:nvPr/>
          </p:nvSpPr>
          <p:spPr bwMode="auto">
            <a:xfrm>
              <a:off x="5040" y="2736"/>
              <a:ext cx="384"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sp>
        <p:nvSpPr>
          <p:cNvPr id="9239" name="Text Box 38">
            <a:extLst>
              <a:ext uri="{FF2B5EF4-FFF2-40B4-BE49-F238E27FC236}">
                <a16:creationId xmlns:a16="http://schemas.microsoft.com/office/drawing/2014/main" id="{F1A9006F-AD7D-D124-0727-AFE2839008C8}"/>
              </a:ext>
            </a:extLst>
          </p:cNvPr>
          <p:cNvSpPr txBox="1">
            <a:spLocks noChangeArrowheads="1"/>
          </p:cNvSpPr>
          <p:nvPr/>
        </p:nvSpPr>
        <p:spPr bwMode="auto">
          <a:xfrm>
            <a:off x="4191000" y="6186488"/>
            <a:ext cx="1905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rPr>
              <a:t>Before Rotation</a:t>
            </a:r>
          </a:p>
        </p:txBody>
      </p:sp>
      <p:sp>
        <p:nvSpPr>
          <p:cNvPr id="351271" name="Text Box 39">
            <a:extLst>
              <a:ext uri="{FF2B5EF4-FFF2-40B4-BE49-F238E27FC236}">
                <a16:creationId xmlns:a16="http://schemas.microsoft.com/office/drawing/2014/main" id="{1D922874-14D7-65D4-BB4A-A0C2EE7BD001}"/>
              </a:ext>
            </a:extLst>
          </p:cNvPr>
          <p:cNvSpPr txBox="1">
            <a:spLocks noChangeArrowheads="1"/>
          </p:cNvSpPr>
          <p:nvPr/>
        </p:nvSpPr>
        <p:spPr bwMode="auto">
          <a:xfrm>
            <a:off x="7175500" y="6127751"/>
            <a:ext cx="1905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rPr>
              <a:t>After Rotation</a:t>
            </a:r>
          </a:p>
        </p:txBody>
      </p:sp>
      <p:sp>
        <p:nvSpPr>
          <p:cNvPr id="9241" name="Text Box 40">
            <a:extLst>
              <a:ext uri="{FF2B5EF4-FFF2-40B4-BE49-F238E27FC236}">
                <a16:creationId xmlns:a16="http://schemas.microsoft.com/office/drawing/2014/main" id="{A62A8C60-7260-7BAD-9DE8-2399A5D6F30B}"/>
              </a:ext>
            </a:extLst>
          </p:cNvPr>
          <p:cNvSpPr txBox="1">
            <a:spLocks noChangeArrowheads="1"/>
          </p:cNvSpPr>
          <p:nvPr/>
        </p:nvSpPr>
        <p:spPr bwMode="auto">
          <a:xfrm>
            <a:off x="1828800" y="3581401"/>
            <a:ext cx="2819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000">
                <a:solidFill>
                  <a:srgbClr val="FFFFFF"/>
                </a:solidFill>
              </a:rPr>
              <a:t>e.g. Single Rotation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512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5125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5125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5125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5126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5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71"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D7F8C5F-541A-3524-9559-B7AE7C734CBB}"/>
              </a:ext>
            </a:extLst>
          </p:cNvPr>
          <p:cNvSpPr>
            <a:spLocks noGrp="1" noChangeArrowheads="1"/>
          </p:cNvSpPr>
          <p:nvPr>
            <p:ph type="title"/>
          </p:nvPr>
        </p:nvSpPr>
        <p:spPr/>
        <p:txBody>
          <a:bodyPr/>
          <a:lstStyle/>
          <a:p>
            <a:r>
              <a:rPr lang="en-US" altLang="en-US"/>
              <a:t>Rotations</a:t>
            </a:r>
          </a:p>
        </p:txBody>
      </p:sp>
      <p:sp>
        <p:nvSpPr>
          <p:cNvPr id="10243" name="Rectangle 3">
            <a:extLst>
              <a:ext uri="{FF2B5EF4-FFF2-40B4-BE49-F238E27FC236}">
                <a16:creationId xmlns:a16="http://schemas.microsoft.com/office/drawing/2014/main" id="{A914F457-1D4E-A60F-4441-3C64C33680CB}"/>
              </a:ext>
            </a:extLst>
          </p:cNvPr>
          <p:cNvSpPr>
            <a:spLocks noGrp="1" noChangeArrowheads="1"/>
          </p:cNvSpPr>
          <p:nvPr>
            <p:ph type="body" idx="1"/>
          </p:nvPr>
        </p:nvSpPr>
        <p:spPr/>
        <p:txBody>
          <a:bodyPr/>
          <a:lstStyle/>
          <a:p>
            <a:r>
              <a:rPr lang="en-US" altLang="en-US"/>
              <a:t>Since an insertion/deletion involves adding/deleting a single node, this can only increase/decrease the height of some subtree by 1</a:t>
            </a:r>
          </a:p>
          <a:p>
            <a:r>
              <a:rPr lang="en-US" altLang="en-US"/>
              <a:t>Thus, if the AVL tree property is violated at a node x, it means that the heights of left(x) and right(x) </a:t>
            </a:r>
            <a:r>
              <a:rPr lang="en-US" altLang="en-US">
                <a:solidFill>
                  <a:srgbClr val="00FF00"/>
                </a:solidFill>
              </a:rPr>
              <a:t>differ by exactly 2</a:t>
            </a:r>
            <a:r>
              <a:rPr lang="en-US" altLang="en-US"/>
              <a:t>.</a:t>
            </a:r>
          </a:p>
          <a:p>
            <a:r>
              <a:rPr lang="en-US" altLang="en-US"/>
              <a:t>Rotations will be applied to x to restore the AVL tree property.</a:t>
            </a:r>
          </a:p>
          <a:p>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F5BA0D0E-3CA6-D1A9-C821-B93BE266A5CB}"/>
              </a:ext>
            </a:extLst>
          </p:cNvPr>
          <p:cNvSpPr>
            <a:spLocks noGrp="1" noChangeArrowheads="1"/>
          </p:cNvSpPr>
          <p:nvPr>
            <p:ph type="title"/>
          </p:nvPr>
        </p:nvSpPr>
        <p:spPr/>
        <p:txBody>
          <a:bodyPr/>
          <a:lstStyle/>
          <a:p>
            <a:r>
              <a:rPr lang="en-US" altLang="en-US"/>
              <a:t>Insertion</a:t>
            </a:r>
          </a:p>
        </p:txBody>
      </p:sp>
      <p:sp>
        <p:nvSpPr>
          <p:cNvPr id="11267" name="Rectangle 3">
            <a:extLst>
              <a:ext uri="{FF2B5EF4-FFF2-40B4-BE49-F238E27FC236}">
                <a16:creationId xmlns:a16="http://schemas.microsoft.com/office/drawing/2014/main" id="{697A9A90-3775-2B0F-F605-8469E1EA840A}"/>
              </a:ext>
            </a:extLst>
          </p:cNvPr>
          <p:cNvSpPr>
            <a:spLocks noGrp="1" noChangeArrowheads="1"/>
          </p:cNvSpPr>
          <p:nvPr>
            <p:ph type="body" idx="1"/>
          </p:nvPr>
        </p:nvSpPr>
        <p:spPr/>
        <p:txBody>
          <a:bodyPr/>
          <a:lstStyle/>
          <a:p>
            <a:r>
              <a:rPr lang="en-US" altLang="en-US" sz="2400"/>
              <a:t>First, insert the new key as a new leaf just as in ordinary binary search tree</a:t>
            </a:r>
          </a:p>
          <a:p>
            <a:r>
              <a:rPr lang="en-US" altLang="en-US" sz="2400"/>
              <a:t>Then trace the path </a:t>
            </a:r>
            <a:r>
              <a:rPr lang="en-US" altLang="en-US" sz="2400">
                <a:solidFill>
                  <a:srgbClr val="00FF00"/>
                </a:solidFill>
              </a:rPr>
              <a:t>from the new leaf towards the root</a:t>
            </a:r>
            <a:r>
              <a:rPr lang="en-US" altLang="en-US" sz="2400"/>
              <a:t>.  For each node x encountered, check if heights of left(x) and right(x) differ by at most 1.</a:t>
            </a:r>
          </a:p>
          <a:p>
            <a:r>
              <a:rPr lang="en-US" altLang="en-US" sz="2400"/>
              <a:t>If yes, proceed to parent(x).  If not, restructure by doing </a:t>
            </a:r>
            <a:r>
              <a:rPr lang="en-US" altLang="en-US" sz="2400">
                <a:solidFill>
                  <a:srgbClr val="00FF00"/>
                </a:solidFill>
              </a:rPr>
              <a:t>either a single rotation or a double rotation </a:t>
            </a:r>
          </a:p>
          <a:p>
            <a:r>
              <a:rPr lang="en-US" altLang="en-US" sz="2400"/>
              <a:t>For insertion, once we perform a rotation at a node x, we don’t need to perform any rotation at any ancestor of x.</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027C95A-22AF-FE2E-981A-E5929520684B}"/>
              </a:ext>
            </a:extLst>
          </p:cNvPr>
          <p:cNvSpPr>
            <a:spLocks noGrp="1" noChangeArrowheads="1"/>
          </p:cNvSpPr>
          <p:nvPr>
            <p:ph type="title"/>
          </p:nvPr>
        </p:nvSpPr>
        <p:spPr/>
        <p:txBody>
          <a:bodyPr/>
          <a:lstStyle/>
          <a:p>
            <a:r>
              <a:rPr lang="en-US" altLang="en-US"/>
              <a:t>Insertion </a:t>
            </a:r>
          </a:p>
        </p:txBody>
      </p:sp>
      <p:sp>
        <p:nvSpPr>
          <p:cNvPr id="12291" name="Rectangle 3">
            <a:extLst>
              <a:ext uri="{FF2B5EF4-FFF2-40B4-BE49-F238E27FC236}">
                <a16:creationId xmlns:a16="http://schemas.microsoft.com/office/drawing/2014/main" id="{F265739C-ACF0-11D6-BADB-D511C3CC6C0B}"/>
              </a:ext>
            </a:extLst>
          </p:cNvPr>
          <p:cNvSpPr>
            <a:spLocks noGrp="1" noChangeArrowheads="1"/>
          </p:cNvSpPr>
          <p:nvPr>
            <p:ph type="body" idx="1"/>
          </p:nvPr>
        </p:nvSpPr>
        <p:spPr>
          <a:xfrm>
            <a:off x="2133600" y="1676400"/>
            <a:ext cx="8229600" cy="4800600"/>
          </a:xfrm>
        </p:spPr>
        <p:txBody>
          <a:bodyPr/>
          <a:lstStyle/>
          <a:p>
            <a:r>
              <a:rPr lang="en-US" altLang="en-US"/>
              <a:t>Let x be the node at which left(x) and right(x) differ by more than 1</a:t>
            </a:r>
          </a:p>
          <a:p>
            <a:r>
              <a:rPr lang="en-US" altLang="en-US"/>
              <a:t>A violation may occur in four cases:</a:t>
            </a:r>
          </a:p>
          <a:p>
            <a:pPr>
              <a:buFont typeface="Monotype Sorts" pitchFamily="2" charset="2"/>
              <a:buNone/>
            </a:pPr>
            <a:r>
              <a:rPr lang="en-US" altLang="en-US"/>
              <a:t>	</a:t>
            </a:r>
            <a:r>
              <a:rPr lang="en-US" altLang="en-US" sz="2000"/>
              <a:t>1. An insertion into the left subtree of the left child of x</a:t>
            </a:r>
          </a:p>
          <a:p>
            <a:pPr>
              <a:buFont typeface="Monotype Sorts" pitchFamily="2" charset="2"/>
              <a:buNone/>
            </a:pPr>
            <a:r>
              <a:rPr lang="en-US" altLang="en-US" sz="2000"/>
              <a:t>	2. An insertion into the right subtree of the left child of x</a:t>
            </a:r>
          </a:p>
          <a:p>
            <a:pPr>
              <a:buFont typeface="Monotype Sorts" pitchFamily="2" charset="2"/>
              <a:buNone/>
            </a:pPr>
            <a:r>
              <a:rPr lang="en-US" altLang="en-US" sz="2000"/>
              <a:t>	3. An insertion into the left subtree of the right child of x.</a:t>
            </a:r>
          </a:p>
          <a:p>
            <a:pPr>
              <a:buFont typeface="Monotype Sorts" pitchFamily="2" charset="2"/>
              <a:buNone/>
            </a:pPr>
            <a:r>
              <a:rPr lang="en-US" altLang="en-US" sz="2000"/>
              <a:t>	4. An insertion into the right subtree of the right child of x.</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9ADEAC0-9E4B-7732-B704-B244252C7DB7}"/>
              </a:ext>
            </a:extLst>
          </p:cNvPr>
          <p:cNvSpPr>
            <a:spLocks noGrp="1" noChangeArrowheads="1"/>
          </p:cNvSpPr>
          <p:nvPr>
            <p:ph type="title"/>
          </p:nvPr>
        </p:nvSpPr>
        <p:spPr/>
        <p:txBody>
          <a:bodyPr/>
          <a:lstStyle/>
          <a:p>
            <a:r>
              <a:rPr lang="en-US" altLang="en-US"/>
              <a:t>Single rotation</a:t>
            </a:r>
          </a:p>
        </p:txBody>
      </p:sp>
      <p:grpSp>
        <p:nvGrpSpPr>
          <p:cNvPr id="13315" name="Group 17">
            <a:extLst>
              <a:ext uri="{FF2B5EF4-FFF2-40B4-BE49-F238E27FC236}">
                <a16:creationId xmlns:a16="http://schemas.microsoft.com/office/drawing/2014/main" id="{F26DE772-B026-16E6-006C-AFF382F2A85C}"/>
              </a:ext>
            </a:extLst>
          </p:cNvPr>
          <p:cNvGrpSpPr>
            <a:grpSpLocks/>
          </p:cNvGrpSpPr>
          <p:nvPr/>
        </p:nvGrpSpPr>
        <p:grpSpPr bwMode="auto">
          <a:xfrm>
            <a:off x="2286000" y="3581400"/>
            <a:ext cx="7696200" cy="3048000"/>
            <a:chOff x="768" y="2424"/>
            <a:chExt cx="4147" cy="1560"/>
          </a:xfrm>
        </p:grpSpPr>
        <p:graphicFrame>
          <p:nvGraphicFramePr>
            <p:cNvPr id="13317" name="Object 3">
              <a:extLst>
                <a:ext uri="{FF2B5EF4-FFF2-40B4-BE49-F238E27FC236}">
                  <a16:creationId xmlns:a16="http://schemas.microsoft.com/office/drawing/2014/main" id="{BEF4BC39-234C-8569-AF4B-2DAC28F1A6EE}"/>
                </a:ext>
              </a:extLst>
            </p:cNvPr>
            <p:cNvGraphicFramePr>
              <a:graphicFrameLocks noChangeAspect="1"/>
            </p:cNvGraphicFramePr>
            <p:nvPr/>
          </p:nvGraphicFramePr>
          <p:xfrm>
            <a:off x="768" y="2424"/>
            <a:ext cx="4147" cy="1560"/>
          </p:xfrm>
          <a:graphic>
            <a:graphicData uri="http://schemas.openxmlformats.org/presentationml/2006/ole">
              <mc:AlternateContent xmlns:mc="http://schemas.openxmlformats.org/markup-compatibility/2006">
                <mc:Choice xmlns:v="urn:schemas-microsoft-com:vml" Requires="v">
                  <p:oleObj name="Bitmap Image" r:id="rId2" imgW="6582694" imgH="2476190" progId="Paint.Picture">
                    <p:embed/>
                  </p:oleObj>
                </mc:Choice>
                <mc:Fallback>
                  <p:oleObj name="Bitmap Image" r:id="rId2" imgW="6582694" imgH="2476190" progId="Paint.Picture">
                    <p:embed/>
                    <p:pic>
                      <p:nvPicPr>
                        <p:cNvPr id="13317" name="Object 3">
                          <a:extLst>
                            <a:ext uri="{FF2B5EF4-FFF2-40B4-BE49-F238E27FC236}">
                              <a16:creationId xmlns:a16="http://schemas.microsoft.com/office/drawing/2014/main" id="{BEF4BC39-234C-8569-AF4B-2DAC28F1A6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 y="2424"/>
                          <a:ext cx="4147" cy="156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8" name="Oval 5">
              <a:extLst>
                <a:ext uri="{FF2B5EF4-FFF2-40B4-BE49-F238E27FC236}">
                  <a16:creationId xmlns:a16="http://schemas.microsoft.com/office/drawing/2014/main" id="{6DE058DA-F296-FC71-A857-17D232092462}"/>
                </a:ext>
              </a:extLst>
            </p:cNvPr>
            <p:cNvSpPr>
              <a:spLocks noChangeArrowheads="1"/>
            </p:cNvSpPr>
            <p:nvPr/>
          </p:nvSpPr>
          <p:spPr bwMode="auto">
            <a:xfrm>
              <a:off x="1680" y="2616"/>
              <a:ext cx="144" cy="144"/>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3319" name="Line 10">
              <a:extLst>
                <a:ext uri="{FF2B5EF4-FFF2-40B4-BE49-F238E27FC236}">
                  <a16:creationId xmlns:a16="http://schemas.microsoft.com/office/drawing/2014/main" id="{AED13D3B-4795-2AFD-CBC9-A908405305CF}"/>
                </a:ext>
              </a:extLst>
            </p:cNvPr>
            <p:cNvSpPr>
              <a:spLocks noChangeShapeType="1"/>
            </p:cNvSpPr>
            <p:nvPr/>
          </p:nvSpPr>
          <p:spPr bwMode="auto">
            <a:xfrm flipH="1">
              <a:off x="1536" y="2760"/>
              <a:ext cx="144" cy="144"/>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3320" name="Line 15">
              <a:extLst>
                <a:ext uri="{FF2B5EF4-FFF2-40B4-BE49-F238E27FC236}">
                  <a16:creationId xmlns:a16="http://schemas.microsoft.com/office/drawing/2014/main" id="{FA6AB755-9350-ABBA-DF2C-55D7534C0378}"/>
                </a:ext>
              </a:extLst>
            </p:cNvPr>
            <p:cNvSpPr>
              <a:spLocks noChangeShapeType="1"/>
            </p:cNvSpPr>
            <p:nvPr/>
          </p:nvSpPr>
          <p:spPr bwMode="auto">
            <a:xfrm flipH="1">
              <a:off x="1275" y="2979"/>
              <a:ext cx="192" cy="192"/>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sp>
        <p:nvSpPr>
          <p:cNvPr id="13316" name="Text Box 16">
            <a:extLst>
              <a:ext uri="{FF2B5EF4-FFF2-40B4-BE49-F238E27FC236}">
                <a16:creationId xmlns:a16="http://schemas.microsoft.com/office/drawing/2014/main" id="{79BCBB7D-880F-1800-2A8F-471422ED3F31}"/>
              </a:ext>
            </a:extLst>
          </p:cNvPr>
          <p:cNvSpPr txBox="1">
            <a:spLocks noChangeArrowheads="1"/>
          </p:cNvSpPr>
          <p:nvPr/>
        </p:nvSpPr>
        <p:spPr bwMode="auto">
          <a:xfrm>
            <a:off x="2667000" y="1600200"/>
            <a:ext cx="7010400" cy="179126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400">
                <a:solidFill>
                  <a:srgbClr val="FFFFFF"/>
                </a:solidFill>
              </a:rPr>
              <a:t>The new key is inserted in the subtree A. </a:t>
            </a:r>
          </a:p>
          <a:p>
            <a:pPr eaLnBrk="0" fontAlgn="base" hangingPunct="0">
              <a:spcAft>
                <a:spcPct val="0"/>
              </a:spcAft>
              <a:buClr>
                <a:srgbClr val="00CCCC"/>
              </a:buClr>
              <a:buNone/>
            </a:pPr>
            <a:r>
              <a:rPr lang="en-US" altLang="en-US" sz="2400">
                <a:solidFill>
                  <a:srgbClr val="FFFFFF"/>
                </a:solidFill>
              </a:rPr>
              <a:t>The AVL-property is violated at x</a:t>
            </a:r>
          </a:p>
          <a:p>
            <a:pPr eaLnBrk="0" fontAlgn="base" hangingPunct="0">
              <a:spcAft>
                <a:spcPct val="0"/>
              </a:spcAft>
              <a:buClr>
                <a:srgbClr val="00CCCC"/>
              </a:buClr>
              <a:buFont typeface="Monotype Sorts" pitchFamily="2" charset="2"/>
              <a:buChar char="l"/>
            </a:pPr>
            <a:r>
              <a:rPr lang="en-US" altLang="en-US" sz="2400">
                <a:solidFill>
                  <a:srgbClr val="FFFFFF"/>
                </a:solidFill>
              </a:rPr>
              <a:t> height of left(x) is h+2</a:t>
            </a:r>
          </a:p>
          <a:p>
            <a:pPr eaLnBrk="0" fontAlgn="base" hangingPunct="0">
              <a:spcAft>
                <a:spcPct val="0"/>
              </a:spcAft>
              <a:buClr>
                <a:srgbClr val="00CCCC"/>
              </a:buClr>
              <a:buFont typeface="Monotype Sorts" pitchFamily="2" charset="2"/>
              <a:buChar char="l"/>
            </a:pPr>
            <a:r>
              <a:rPr lang="en-US" altLang="en-US" sz="2400">
                <a:solidFill>
                  <a:srgbClr val="FFFFFF"/>
                </a:solidFill>
              </a:rPr>
              <a:t> height of right(x) is 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A71769F-D873-02A9-0781-4885A5DBFA15}"/>
              </a:ext>
            </a:extLst>
          </p:cNvPr>
          <p:cNvSpPr>
            <a:spLocks noGrp="1" noChangeArrowheads="1"/>
          </p:cNvSpPr>
          <p:nvPr>
            <p:ph type="title"/>
          </p:nvPr>
        </p:nvSpPr>
        <p:spPr/>
        <p:txBody>
          <a:bodyPr/>
          <a:lstStyle/>
          <a:p>
            <a:r>
              <a:rPr lang="en-US" altLang="en-US"/>
              <a:t>Single rotation</a:t>
            </a:r>
          </a:p>
        </p:txBody>
      </p:sp>
      <p:sp>
        <p:nvSpPr>
          <p:cNvPr id="14339" name="Text Box 9">
            <a:extLst>
              <a:ext uri="{FF2B5EF4-FFF2-40B4-BE49-F238E27FC236}">
                <a16:creationId xmlns:a16="http://schemas.microsoft.com/office/drawing/2014/main" id="{A5DF2A6F-8902-B1EE-CF1F-5DA5162CA341}"/>
              </a:ext>
            </a:extLst>
          </p:cNvPr>
          <p:cNvSpPr txBox="1">
            <a:spLocks noChangeArrowheads="1"/>
          </p:cNvSpPr>
          <p:nvPr/>
        </p:nvSpPr>
        <p:spPr bwMode="auto">
          <a:xfrm>
            <a:off x="4343401" y="5943600"/>
            <a:ext cx="3916363" cy="7620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000" b="1">
                <a:solidFill>
                  <a:srgbClr val="FF9933"/>
                </a:solidFill>
              </a:rPr>
              <a:t>Single rotation takes O(1) time.</a:t>
            </a:r>
          </a:p>
          <a:p>
            <a:pPr eaLnBrk="0" fontAlgn="base" hangingPunct="0">
              <a:spcAft>
                <a:spcPct val="0"/>
              </a:spcAft>
              <a:buClr>
                <a:srgbClr val="00CCCC"/>
              </a:buClr>
              <a:buNone/>
            </a:pPr>
            <a:r>
              <a:rPr lang="en-US" altLang="en-US" sz="2000" b="1">
                <a:solidFill>
                  <a:srgbClr val="FF9933"/>
                </a:solidFill>
              </a:rPr>
              <a:t>Insertion takes O(log N) time.</a:t>
            </a:r>
          </a:p>
        </p:txBody>
      </p:sp>
      <p:grpSp>
        <p:nvGrpSpPr>
          <p:cNvPr id="14340" name="Group 15">
            <a:extLst>
              <a:ext uri="{FF2B5EF4-FFF2-40B4-BE49-F238E27FC236}">
                <a16:creationId xmlns:a16="http://schemas.microsoft.com/office/drawing/2014/main" id="{9F817CF3-6857-4D70-FE4B-B466476958BD}"/>
              </a:ext>
            </a:extLst>
          </p:cNvPr>
          <p:cNvGrpSpPr>
            <a:grpSpLocks/>
          </p:cNvGrpSpPr>
          <p:nvPr/>
        </p:nvGrpSpPr>
        <p:grpSpPr bwMode="auto">
          <a:xfrm>
            <a:off x="2362200" y="2667000"/>
            <a:ext cx="7772400" cy="3276600"/>
            <a:chOff x="720" y="1920"/>
            <a:chExt cx="4049" cy="1734"/>
          </a:xfrm>
        </p:grpSpPr>
        <p:graphicFrame>
          <p:nvGraphicFramePr>
            <p:cNvPr id="14342" name="Object 4">
              <a:extLst>
                <a:ext uri="{FF2B5EF4-FFF2-40B4-BE49-F238E27FC236}">
                  <a16:creationId xmlns:a16="http://schemas.microsoft.com/office/drawing/2014/main" id="{7B060B61-15CA-22E2-F051-B68E3D71BD89}"/>
                </a:ext>
              </a:extLst>
            </p:cNvPr>
            <p:cNvGraphicFramePr>
              <a:graphicFrameLocks noChangeAspect="1"/>
            </p:cNvGraphicFramePr>
            <p:nvPr/>
          </p:nvGraphicFramePr>
          <p:xfrm>
            <a:off x="720" y="1920"/>
            <a:ext cx="4049" cy="1734"/>
          </p:xfrm>
          <a:graphic>
            <a:graphicData uri="http://schemas.openxmlformats.org/presentationml/2006/ole">
              <mc:AlternateContent xmlns:mc="http://schemas.openxmlformats.org/markup-compatibility/2006">
                <mc:Choice xmlns:v="urn:schemas-microsoft-com:vml" Requires="v">
                  <p:oleObj name="Bitmap Image" r:id="rId2" imgW="6428571" imgH="2752381" progId="Paint.Picture">
                    <p:embed/>
                  </p:oleObj>
                </mc:Choice>
                <mc:Fallback>
                  <p:oleObj name="Bitmap Image" r:id="rId2" imgW="6428571" imgH="2752381" progId="Paint.Picture">
                    <p:embed/>
                    <p:pic>
                      <p:nvPicPr>
                        <p:cNvPr id="14342" name="Object 4">
                          <a:extLst>
                            <a:ext uri="{FF2B5EF4-FFF2-40B4-BE49-F238E27FC236}">
                              <a16:creationId xmlns:a16="http://schemas.microsoft.com/office/drawing/2014/main" id="{7B060B61-15CA-22E2-F051-B68E3D71BD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1920"/>
                          <a:ext cx="4049" cy="1734"/>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3" name="Oval 6">
              <a:extLst>
                <a:ext uri="{FF2B5EF4-FFF2-40B4-BE49-F238E27FC236}">
                  <a16:creationId xmlns:a16="http://schemas.microsoft.com/office/drawing/2014/main" id="{B218D92D-EB0B-5B97-A7A1-009472FC8839}"/>
                </a:ext>
              </a:extLst>
            </p:cNvPr>
            <p:cNvSpPr>
              <a:spLocks noChangeArrowheads="1"/>
            </p:cNvSpPr>
            <p:nvPr/>
          </p:nvSpPr>
          <p:spPr bwMode="auto">
            <a:xfrm>
              <a:off x="1216" y="2200"/>
              <a:ext cx="144" cy="144"/>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4344" name="Line 11">
              <a:extLst>
                <a:ext uri="{FF2B5EF4-FFF2-40B4-BE49-F238E27FC236}">
                  <a16:creationId xmlns:a16="http://schemas.microsoft.com/office/drawing/2014/main" id="{1F02FDB5-D3FF-E400-DACD-E38518603D1C}"/>
                </a:ext>
              </a:extLst>
            </p:cNvPr>
            <p:cNvSpPr>
              <a:spLocks noChangeShapeType="1"/>
            </p:cNvSpPr>
            <p:nvPr/>
          </p:nvSpPr>
          <p:spPr bwMode="auto">
            <a:xfrm>
              <a:off x="1344" y="2304"/>
              <a:ext cx="288" cy="144"/>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4345" name="Line 12">
              <a:extLst>
                <a:ext uri="{FF2B5EF4-FFF2-40B4-BE49-F238E27FC236}">
                  <a16:creationId xmlns:a16="http://schemas.microsoft.com/office/drawing/2014/main" id="{9B85AB72-B47D-FF2F-352D-9272F2FE7E0C}"/>
                </a:ext>
              </a:extLst>
            </p:cNvPr>
            <p:cNvSpPr>
              <a:spLocks noChangeShapeType="1"/>
            </p:cNvSpPr>
            <p:nvPr/>
          </p:nvSpPr>
          <p:spPr bwMode="auto">
            <a:xfrm>
              <a:off x="1728" y="2544"/>
              <a:ext cx="192" cy="192"/>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sp>
        <p:nvSpPr>
          <p:cNvPr id="14341" name="Text Box 14">
            <a:extLst>
              <a:ext uri="{FF2B5EF4-FFF2-40B4-BE49-F238E27FC236}">
                <a16:creationId xmlns:a16="http://schemas.microsoft.com/office/drawing/2014/main" id="{EA214609-8F4A-7D71-C109-88C84ED3D8E5}"/>
              </a:ext>
            </a:extLst>
          </p:cNvPr>
          <p:cNvSpPr txBox="1">
            <a:spLocks noChangeArrowheads="1"/>
          </p:cNvSpPr>
          <p:nvPr/>
        </p:nvSpPr>
        <p:spPr bwMode="auto">
          <a:xfrm>
            <a:off x="2667000" y="1600201"/>
            <a:ext cx="7010400" cy="9048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400">
                <a:solidFill>
                  <a:srgbClr val="FFFFFF"/>
                </a:solidFill>
              </a:rPr>
              <a:t>The new key is inserted in the subtree C. </a:t>
            </a:r>
          </a:p>
          <a:p>
            <a:pPr eaLnBrk="0" fontAlgn="base" hangingPunct="0">
              <a:spcAft>
                <a:spcPct val="0"/>
              </a:spcAft>
              <a:buClr>
                <a:srgbClr val="00CCCC"/>
              </a:buClr>
              <a:buNone/>
            </a:pPr>
            <a:r>
              <a:rPr lang="en-US" altLang="en-US" sz="2400">
                <a:solidFill>
                  <a:srgbClr val="FFFFFF"/>
                </a:solidFill>
              </a:rPr>
              <a:t>The AVL-property is violated at x.</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Oval 2">
            <a:extLst>
              <a:ext uri="{FF2B5EF4-FFF2-40B4-BE49-F238E27FC236}">
                <a16:creationId xmlns:a16="http://schemas.microsoft.com/office/drawing/2014/main" id="{708029D8-E3BE-48EC-4558-C68352581670}"/>
              </a:ext>
            </a:extLst>
          </p:cNvPr>
          <p:cNvSpPr>
            <a:spLocks noChangeArrowheads="1"/>
          </p:cNvSpPr>
          <p:nvPr/>
        </p:nvSpPr>
        <p:spPr bwMode="auto">
          <a:xfrm>
            <a:off x="4114800" y="685800"/>
            <a:ext cx="685800" cy="649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363" name="Line 3">
            <a:extLst>
              <a:ext uri="{FF2B5EF4-FFF2-40B4-BE49-F238E27FC236}">
                <a16:creationId xmlns:a16="http://schemas.microsoft.com/office/drawing/2014/main" id="{E3BED102-8877-998A-CFE5-E7D7907CE8CF}"/>
              </a:ext>
            </a:extLst>
          </p:cNvPr>
          <p:cNvSpPr>
            <a:spLocks noChangeShapeType="1"/>
          </p:cNvSpPr>
          <p:nvPr/>
        </p:nvSpPr>
        <p:spPr bwMode="auto">
          <a:xfrm flipH="1">
            <a:off x="3429000" y="1219201"/>
            <a:ext cx="762000" cy="485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5364" name="Text Box 4">
            <a:extLst>
              <a:ext uri="{FF2B5EF4-FFF2-40B4-BE49-F238E27FC236}">
                <a16:creationId xmlns:a16="http://schemas.microsoft.com/office/drawing/2014/main" id="{B51B0652-FBF3-7BC9-3F0A-F73F3038A879}"/>
              </a:ext>
            </a:extLst>
          </p:cNvPr>
          <p:cNvSpPr txBox="1">
            <a:spLocks noChangeArrowheads="1"/>
          </p:cNvSpPr>
          <p:nvPr/>
        </p:nvSpPr>
        <p:spPr bwMode="auto">
          <a:xfrm>
            <a:off x="4191000" y="685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5</a:t>
            </a:r>
          </a:p>
        </p:txBody>
      </p:sp>
      <p:grpSp>
        <p:nvGrpSpPr>
          <p:cNvPr id="15365" name="Group 5">
            <a:extLst>
              <a:ext uri="{FF2B5EF4-FFF2-40B4-BE49-F238E27FC236}">
                <a16:creationId xmlns:a16="http://schemas.microsoft.com/office/drawing/2014/main" id="{1DFD4662-53ED-A671-944E-C8D56498DF48}"/>
              </a:ext>
            </a:extLst>
          </p:cNvPr>
          <p:cNvGrpSpPr>
            <a:grpSpLocks/>
          </p:cNvGrpSpPr>
          <p:nvPr/>
        </p:nvGrpSpPr>
        <p:grpSpPr bwMode="auto">
          <a:xfrm>
            <a:off x="1981200" y="1658938"/>
            <a:ext cx="2209800" cy="1541462"/>
            <a:chOff x="288" y="1045"/>
            <a:chExt cx="1392" cy="971"/>
          </a:xfrm>
        </p:grpSpPr>
        <p:sp>
          <p:nvSpPr>
            <p:cNvPr id="15432" name="Oval 6">
              <a:extLst>
                <a:ext uri="{FF2B5EF4-FFF2-40B4-BE49-F238E27FC236}">
                  <a16:creationId xmlns:a16="http://schemas.microsoft.com/office/drawing/2014/main" id="{F6AA8272-300D-DC09-04F2-7AF644ED3F5C}"/>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33" name="Oval 7">
              <a:extLst>
                <a:ext uri="{FF2B5EF4-FFF2-40B4-BE49-F238E27FC236}">
                  <a16:creationId xmlns:a16="http://schemas.microsoft.com/office/drawing/2014/main" id="{24A1C4D5-B816-5621-994B-4F8809FD19FF}"/>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34" name="Line 8">
              <a:extLst>
                <a:ext uri="{FF2B5EF4-FFF2-40B4-BE49-F238E27FC236}">
                  <a16:creationId xmlns:a16="http://schemas.microsoft.com/office/drawing/2014/main" id="{67668CC8-2FAA-E4FD-BBA9-89E5138B524A}"/>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5435" name="Text Box 9">
              <a:extLst>
                <a:ext uri="{FF2B5EF4-FFF2-40B4-BE49-F238E27FC236}">
                  <a16:creationId xmlns:a16="http://schemas.microsoft.com/office/drawing/2014/main" id="{EB2F9BEA-D6EB-0B44-0479-8B29913BC850}"/>
                </a:ext>
              </a:extLst>
            </p:cNvPr>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sp>
          <p:nvSpPr>
            <p:cNvPr id="15436" name="Text Box 10">
              <a:extLst>
                <a:ext uri="{FF2B5EF4-FFF2-40B4-BE49-F238E27FC236}">
                  <a16:creationId xmlns:a16="http://schemas.microsoft.com/office/drawing/2014/main" id="{B875C9FE-1F9D-2B47-EE67-F47E394FB70F}"/>
                </a:ext>
              </a:extLst>
            </p:cNvPr>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15366" name="Group 11">
            <a:extLst>
              <a:ext uri="{FF2B5EF4-FFF2-40B4-BE49-F238E27FC236}">
                <a16:creationId xmlns:a16="http://schemas.microsoft.com/office/drawing/2014/main" id="{FCD23541-E324-197E-4D6F-950A80233AE5}"/>
              </a:ext>
            </a:extLst>
          </p:cNvPr>
          <p:cNvGrpSpPr>
            <a:grpSpLocks/>
          </p:cNvGrpSpPr>
          <p:nvPr/>
        </p:nvGrpSpPr>
        <p:grpSpPr bwMode="auto">
          <a:xfrm>
            <a:off x="3200400" y="2308226"/>
            <a:ext cx="1143000" cy="811213"/>
            <a:chOff x="1056" y="1454"/>
            <a:chExt cx="720" cy="511"/>
          </a:xfrm>
        </p:grpSpPr>
        <p:sp>
          <p:nvSpPr>
            <p:cNvPr id="15428" name="Line 12">
              <a:extLst>
                <a:ext uri="{FF2B5EF4-FFF2-40B4-BE49-F238E27FC236}">
                  <a16:creationId xmlns:a16="http://schemas.microsoft.com/office/drawing/2014/main" id="{FF6F2AF4-528D-FEB9-0567-47788503D93A}"/>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15429" name="Group 13">
              <a:extLst>
                <a:ext uri="{FF2B5EF4-FFF2-40B4-BE49-F238E27FC236}">
                  <a16:creationId xmlns:a16="http://schemas.microsoft.com/office/drawing/2014/main" id="{F1A1FB4B-7D93-A380-7ADB-E72C06EDBF1A}"/>
                </a:ext>
              </a:extLst>
            </p:cNvPr>
            <p:cNvGrpSpPr>
              <a:grpSpLocks/>
            </p:cNvGrpSpPr>
            <p:nvPr/>
          </p:nvGrpSpPr>
          <p:grpSpPr bwMode="auto">
            <a:xfrm>
              <a:off x="1152" y="1556"/>
              <a:ext cx="624" cy="409"/>
              <a:chOff x="1152" y="1556"/>
              <a:chExt cx="624" cy="409"/>
            </a:xfrm>
          </p:grpSpPr>
          <p:sp>
            <p:nvSpPr>
              <p:cNvPr id="15430" name="Oval 14">
                <a:extLst>
                  <a:ext uri="{FF2B5EF4-FFF2-40B4-BE49-F238E27FC236}">
                    <a16:creationId xmlns:a16="http://schemas.microsoft.com/office/drawing/2014/main" id="{F5905EF4-BB6A-E47C-788D-F129179C9272}"/>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31" name="Text Box 15">
                <a:extLst>
                  <a:ext uri="{FF2B5EF4-FFF2-40B4-BE49-F238E27FC236}">
                    <a16:creationId xmlns:a16="http://schemas.microsoft.com/office/drawing/2014/main" id="{A23570BB-0839-78C7-545D-5C8D2E125462}"/>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grpSp>
      </p:grpSp>
      <p:sp>
        <p:nvSpPr>
          <p:cNvPr id="334864" name="Text Box 16">
            <a:extLst>
              <a:ext uri="{FF2B5EF4-FFF2-40B4-BE49-F238E27FC236}">
                <a16:creationId xmlns:a16="http://schemas.microsoft.com/office/drawing/2014/main" id="{0A74358C-00AD-7E34-0EFB-BA5481E2F4F5}"/>
              </a:ext>
            </a:extLst>
          </p:cNvPr>
          <p:cNvSpPr txBox="1">
            <a:spLocks noChangeArrowheads="1"/>
          </p:cNvSpPr>
          <p:nvPr/>
        </p:nvSpPr>
        <p:spPr bwMode="auto">
          <a:xfrm>
            <a:off x="6934200" y="38862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Insert 0.8</a:t>
            </a:r>
          </a:p>
        </p:txBody>
      </p:sp>
      <p:sp>
        <p:nvSpPr>
          <p:cNvPr id="15368" name="Text Box 17">
            <a:extLst>
              <a:ext uri="{FF2B5EF4-FFF2-40B4-BE49-F238E27FC236}">
                <a16:creationId xmlns:a16="http://schemas.microsoft.com/office/drawing/2014/main" id="{931CF564-ADB3-A908-6C62-F2DF68D409B3}"/>
              </a:ext>
            </a:extLst>
          </p:cNvPr>
          <p:cNvSpPr txBox="1">
            <a:spLocks noChangeArrowheads="1"/>
          </p:cNvSpPr>
          <p:nvPr/>
        </p:nvSpPr>
        <p:spPr bwMode="auto">
          <a:xfrm>
            <a:off x="1828800" y="5334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 AVL Tree</a:t>
            </a:r>
          </a:p>
        </p:txBody>
      </p:sp>
      <p:sp>
        <p:nvSpPr>
          <p:cNvPr id="15369" name="Oval 18">
            <a:extLst>
              <a:ext uri="{FF2B5EF4-FFF2-40B4-BE49-F238E27FC236}">
                <a16:creationId xmlns:a16="http://schemas.microsoft.com/office/drawing/2014/main" id="{5110AF6E-A83F-C86F-8DEC-A16E9D784061}"/>
              </a:ext>
            </a:extLst>
          </p:cNvPr>
          <p:cNvSpPr>
            <a:spLocks noChangeArrowheads="1"/>
          </p:cNvSpPr>
          <p:nvPr/>
        </p:nvSpPr>
        <p:spPr bwMode="auto">
          <a:xfrm>
            <a:off x="4495800" y="1676400"/>
            <a:ext cx="685800" cy="533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370" name="Text Box 19">
            <a:extLst>
              <a:ext uri="{FF2B5EF4-FFF2-40B4-BE49-F238E27FC236}">
                <a16:creationId xmlns:a16="http://schemas.microsoft.com/office/drawing/2014/main" id="{54D52D07-E051-2C07-FB12-3F6E5502984F}"/>
              </a:ext>
            </a:extLst>
          </p:cNvPr>
          <p:cNvSpPr txBox="1">
            <a:spLocks noChangeArrowheads="1"/>
          </p:cNvSpPr>
          <p:nvPr/>
        </p:nvSpPr>
        <p:spPr bwMode="auto">
          <a:xfrm>
            <a:off x="4572000" y="1676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8</a:t>
            </a:r>
          </a:p>
        </p:txBody>
      </p:sp>
      <p:sp>
        <p:nvSpPr>
          <p:cNvPr id="15371" name="Line 20">
            <a:extLst>
              <a:ext uri="{FF2B5EF4-FFF2-40B4-BE49-F238E27FC236}">
                <a16:creationId xmlns:a16="http://schemas.microsoft.com/office/drawing/2014/main" id="{61B0E56C-08E4-3A2D-44B5-D474BDD28041}"/>
              </a:ext>
            </a:extLst>
          </p:cNvPr>
          <p:cNvSpPr>
            <a:spLocks noChangeShapeType="1"/>
          </p:cNvSpPr>
          <p:nvPr/>
        </p:nvSpPr>
        <p:spPr bwMode="auto">
          <a:xfrm>
            <a:off x="4648200" y="1295400"/>
            <a:ext cx="1524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5372" name="Oval 22">
            <a:extLst>
              <a:ext uri="{FF2B5EF4-FFF2-40B4-BE49-F238E27FC236}">
                <a16:creationId xmlns:a16="http://schemas.microsoft.com/office/drawing/2014/main" id="{70399A26-2058-C665-0FC0-6BA419B43AC2}"/>
              </a:ext>
            </a:extLst>
          </p:cNvPr>
          <p:cNvSpPr>
            <a:spLocks noChangeArrowheads="1"/>
          </p:cNvSpPr>
          <p:nvPr/>
        </p:nvSpPr>
        <p:spPr bwMode="auto">
          <a:xfrm>
            <a:off x="6019800" y="3200400"/>
            <a:ext cx="685800" cy="649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373" name="Text Box 23">
            <a:extLst>
              <a:ext uri="{FF2B5EF4-FFF2-40B4-BE49-F238E27FC236}">
                <a16:creationId xmlns:a16="http://schemas.microsoft.com/office/drawing/2014/main" id="{04025181-5C3D-CB59-59A4-589FF9F951E4}"/>
              </a:ext>
            </a:extLst>
          </p:cNvPr>
          <p:cNvSpPr txBox="1">
            <a:spLocks noChangeArrowheads="1"/>
          </p:cNvSpPr>
          <p:nvPr/>
        </p:nvSpPr>
        <p:spPr bwMode="auto">
          <a:xfrm>
            <a:off x="6096000" y="32766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0.8</a:t>
            </a:r>
          </a:p>
        </p:txBody>
      </p:sp>
      <p:grpSp>
        <p:nvGrpSpPr>
          <p:cNvPr id="15374" name="Group 24">
            <a:extLst>
              <a:ext uri="{FF2B5EF4-FFF2-40B4-BE49-F238E27FC236}">
                <a16:creationId xmlns:a16="http://schemas.microsoft.com/office/drawing/2014/main" id="{46A7C971-4A2C-1B03-0DB8-ED79794E64C0}"/>
              </a:ext>
            </a:extLst>
          </p:cNvPr>
          <p:cNvGrpSpPr>
            <a:grpSpLocks/>
          </p:cNvGrpSpPr>
          <p:nvPr/>
        </p:nvGrpSpPr>
        <p:grpSpPr bwMode="auto">
          <a:xfrm>
            <a:off x="6400800" y="457200"/>
            <a:ext cx="3657600" cy="2514600"/>
            <a:chOff x="192" y="2256"/>
            <a:chExt cx="2304" cy="1584"/>
          </a:xfrm>
        </p:grpSpPr>
        <p:sp>
          <p:nvSpPr>
            <p:cNvPr id="15414" name="Oval 25">
              <a:extLst>
                <a:ext uri="{FF2B5EF4-FFF2-40B4-BE49-F238E27FC236}">
                  <a16:creationId xmlns:a16="http://schemas.microsoft.com/office/drawing/2014/main" id="{0B16BCA6-28B0-5990-DDCE-3F7C794287E8}"/>
                </a:ext>
              </a:extLst>
            </p:cNvPr>
            <p:cNvSpPr>
              <a:spLocks noChangeArrowheads="1"/>
            </p:cNvSpPr>
            <p:nvPr/>
          </p:nvSpPr>
          <p:spPr bwMode="auto">
            <a:xfrm>
              <a:off x="1536" y="22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15" name="Oval 26">
              <a:extLst>
                <a:ext uri="{FF2B5EF4-FFF2-40B4-BE49-F238E27FC236}">
                  <a16:creationId xmlns:a16="http://schemas.microsoft.com/office/drawing/2014/main" id="{51B1A0D1-5D9F-9BC2-2BE1-62DCA01372CA}"/>
                </a:ext>
              </a:extLst>
            </p:cNvPr>
            <p:cNvSpPr>
              <a:spLocks noChangeArrowheads="1"/>
            </p:cNvSpPr>
            <p:nvPr/>
          </p:nvSpPr>
          <p:spPr bwMode="auto">
            <a:xfrm>
              <a:off x="720" y="2869"/>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16" name="Oval 27">
              <a:extLst>
                <a:ext uri="{FF2B5EF4-FFF2-40B4-BE49-F238E27FC236}">
                  <a16:creationId xmlns:a16="http://schemas.microsoft.com/office/drawing/2014/main" id="{6345A04C-F707-F94C-A5E3-C08A8E1B0D90}"/>
                </a:ext>
              </a:extLst>
            </p:cNvPr>
            <p:cNvSpPr>
              <a:spLocks noChangeArrowheads="1"/>
            </p:cNvSpPr>
            <p:nvPr/>
          </p:nvSpPr>
          <p:spPr bwMode="auto">
            <a:xfrm>
              <a:off x="192" y="343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17" name="Oval 28">
              <a:extLst>
                <a:ext uri="{FF2B5EF4-FFF2-40B4-BE49-F238E27FC236}">
                  <a16:creationId xmlns:a16="http://schemas.microsoft.com/office/drawing/2014/main" id="{01CE7D7B-70A7-0D79-0602-80D526CA99AA}"/>
                </a:ext>
              </a:extLst>
            </p:cNvPr>
            <p:cNvSpPr>
              <a:spLocks noChangeArrowheads="1"/>
            </p:cNvSpPr>
            <p:nvPr/>
          </p:nvSpPr>
          <p:spPr bwMode="auto">
            <a:xfrm>
              <a:off x="1056" y="3380"/>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18" name="Oval 29">
              <a:extLst>
                <a:ext uri="{FF2B5EF4-FFF2-40B4-BE49-F238E27FC236}">
                  <a16:creationId xmlns:a16="http://schemas.microsoft.com/office/drawing/2014/main" id="{F56835FE-9DF5-8625-780F-FF7FC3204B84}"/>
                </a:ext>
              </a:extLst>
            </p:cNvPr>
            <p:cNvSpPr>
              <a:spLocks noChangeArrowheads="1"/>
            </p:cNvSpPr>
            <p:nvPr/>
          </p:nvSpPr>
          <p:spPr bwMode="auto">
            <a:xfrm>
              <a:off x="1920" y="273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19" name="Line 30">
              <a:extLst>
                <a:ext uri="{FF2B5EF4-FFF2-40B4-BE49-F238E27FC236}">
                  <a16:creationId xmlns:a16="http://schemas.microsoft.com/office/drawing/2014/main" id="{B7CFCB3D-C1D3-894F-711E-8A93BB5CEA83}"/>
                </a:ext>
              </a:extLst>
            </p:cNvPr>
            <p:cNvSpPr>
              <a:spLocks noChangeShapeType="1"/>
            </p:cNvSpPr>
            <p:nvPr/>
          </p:nvSpPr>
          <p:spPr bwMode="auto">
            <a:xfrm flipH="1">
              <a:off x="1104" y="2592"/>
              <a:ext cx="480" cy="30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5420" name="Line 31">
              <a:extLst>
                <a:ext uri="{FF2B5EF4-FFF2-40B4-BE49-F238E27FC236}">
                  <a16:creationId xmlns:a16="http://schemas.microsoft.com/office/drawing/2014/main" id="{4F31EBB8-F93D-294E-8F42-0C2364F5E659}"/>
                </a:ext>
              </a:extLst>
            </p:cNvPr>
            <p:cNvSpPr>
              <a:spLocks noChangeShapeType="1"/>
            </p:cNvSpPr>
            <p:nvPr/>
          </p:nvSpPr>
          <p:spPr bwMode="auto">
            <a:xfrm>
              <a:off x="1776" y="2665"/>
              <a:ext cx="192"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5421" name="Line 32">
              <a:extLst>
                <a:ext uri="{FF2B5EF4-FFF2-40B4-BE49-F238E27FC236}">
                  <a16:creationId xmlns:a16="http://schemas.microsoft.com/office/drawing/2014/main" id="{224411C3-F275-0CB1-7A65-8CD3D6614747}"/>
                </a:ext>
              </a:extLst>
            </p:cNvPr>
            <p:cNvSpPr>
              <a:spLocks noChangeShapeType="1"/>
            </p:cNvSpPr>
            <p:nvPr/>
          </p:nvSpPr>
          <p:spPr bwMode="auto">
            <a:xfrm flipH="1">
              <a:off x="528" y="327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5422" name="Line 33">
              <a:extLst>
                <a:ext uri="{FF2B5EF4-FFF2-40B4-BE49-F238E27FC236}">
                  <a16:creationId xmlns:a16="http://schemas.microsoft.com/office/drawing/2014/main" id="{AF2CF1A4-3471-E5AF-1809-254027C7D8DD}"/>
                </a:ext>
              </a:extLst>
            </p:cNvPr>
            <p:cNvSpPr>
              <a:spLocks noChangeShapeType="1"/>
            </p:cNvSpPr>
            <p:nvPr/>
          </p:nvSpPr>
          <p:spPr bwMode="auto">
            <a:xfrm>
              <a:off x="960" y="3278"/>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5423" name="Text Box 34">
              <a:extLst>
                <a:ext uri="{FF2B5EF4-FFF2-40B4-BE49-F238E27FC236}">
                  <a16:creationId xmlns:a16="http://schemas.microsoft.com/office/drawing/2014/main" id="{7D1CC1E6-BDDE-E3F7-B8C5-830C4A092807}"/>
                </a:ext>
              </a:extLst>
            </p:cNvPr>
            <p:cNvSpPr txBox="1">
              <a:spLocks noChangeArrowheads="1"/>
            </p:cNvSpPr>
            <p:nvPr/>
          </p:nvSpPr>
          <p:spPr bwMode="auto">
            <a:xfrm>
              <a:off x="1584" y="225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5</a:t>
              </a:r>
            </a:p>
          </p:txBody>
        </p:sp>
        <p:sp>
          <p:nvSpPr>
            <p:cNvPr id="15424" name="Text Box 35">
              <a:extLst>
                <a:ext uri="{FF2B5EF4-FFF2-40B4-BE49-F238E27FC236}">
                  <a16:creationId xmlns:a16="http://schemas.microsoft.com/office/drawing/2014/main" id="{228E42AB-C325-07A9-B9E2-CD5F5E7C4AE8}"/>
                </a:ext>
              </a:extLst>
            </p:cNvPr>
            <p:cNvSpPr txBox="1">
              <a:spLocks noChangeArrowheads="1"/>
            </p:cNvSpPr>
            <p:nvPr/>
          </p:nvSpPr>
          <p:spPr bwMode="auto">
            <a:xfrm>
              <a:off x="816" y="2920"/>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sp>
          <p:nvSpPr>
            <p:cNvPr id="15425" name="Text Box 36">
              <a:extLst>
                <a:ext uri="{FF2B5EF4-FFF2-40B4-BE49-F238E27FC236}">
                  <a16:creationId xmlns:a16="http://schemas.microsoft.com/office/drawing/2014/main" id="{6C1EF615-32C6-6F68-4DCF-73AA7D2572D1}"/>
                </a:ext>
              </a:extLst>
            </p:cNvPr>
            <p:cNvSpPr txBox="1">
              <a:spLocks noChangeArrowheads="1"/>
            </p:cNvSpPr>
            <p:nvPr/>
          </p:nvSpPr>
          <p:spPr bwMode="auto">
            <a:xfrm>
              <a:off x="288" y="348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sp>
          <p:nvSpPr>
            <p:cNvPr id="15426" name="Text Box 37">
              <a:extLst>
                <a:ext uri="{FF2B5EF4-FFF2-40B4-BE49-F238E27FC236}">
                  <a16:creationId xmlns:a16="http://schemas.microsoft.com/office/drawing/2014/main" id="{9EB8B611-9619-D377-E473-5CB33F450508}"/>
                </a:ext>
              </a:extLst>
            </p:cNvPr>
            <p:cNvSpPr txBox="1">
              <a:spLocks noChangeArrowheads="1"/>
            </p:cNvSpPr>
            <p:nvPr/>
          </p:nvSpPr>
          <p:spPr bwMode="auto">
            <a:xfrm>
              <a:off x="1104" y="3456"/>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sp>
          <p:nvSpPr>
            <p:cNvPr id="15427" name="Text Box 38">
              <a:extLst>
                <a:ext uri="{FF2B5EF4-FFF2-40B4-BE49-F238E27FC236}">
                  <a16:creationId xmlns:a16="http://schemas.microsoft.com/office/drawing/2014/main" id="{735581FB-C09D-F542-090C-9053FFD2DA22}"/>
                </a:ext>
              </a:extLst>
            </p:cNvPr>
            <p:cNvSpPr txBox="1">
              <a:spLocks noChangeArrowheads="1"/>
            </p:cNvSpPr>
            <p:nvPr/>
          </p:nvSpPr>
          <p:spPr bwMode="auto">
            <a:xfrm>
              <a:off x="1968" y="2832"/>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8</a:t>
              </a:r>
            </a:p>
          </p:txBody>
        </p:sp>
      </p:grpSp>
      <p:sp>
        <p:nvSpPr>
          <p:cNvPr id="15375" name="Line 39">
            <a:extLst>
              <a:ext uri="{FF2B5EF4-FFF2-40B4-BE49-F238E27FC236}">
                <a16:creationId xmlns:a16="http://schemas.microsoft.com/office/drawing/2014/main" id="{3455AF45-31C1-D673-011F-241A1CCDE26E}"/>
              </a:ext>
            </a:extLst>
          </p:cNvPr>
          <p:cNvSpPr>
            <a:spLocks noChangeShapeType="1"/>
          </p:cNvSpPr>
          <p:nvPr/>
        </p:nvSpPr>
        <p:spPr bwMode="auto">
          <a:xfrm flipH="1">
            <a:off x="6400800" y="2971800"/>
            <a:ext cx="3048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5376" name="Rectangle 41">
            <a:extLst>
              <a:ext uri="{FF2B5EF4-FFF2-40B4-BE49-F238E27FC236}">
                <a16:creationId xmlns:a16="http://schemas.microsoft.com/office/drawing/2014/main" id="{5CF300D0-FD2A-C716-E1CC-405A22DA608B}"/>
              </a:ext>
            </a:extLst>
          </p:cNvPr>
          <p:cNvSpPr>
            <a:spLocks noChangeArrowheads="1"/>
          </p:cNvSpPr>
          <p:nvPr/>
        </p:nvSpPr>
        <p:spPr bwMode="auto">
          <a:xfrm>
            <a:off x="8458200" y="228600"/>
            <a:ext cx="1828800" cy="838200"/>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377" name="Text Box 42">
            <a:extLst>
              <a:ext uri="{FF2B5EF4-FFF2-40B4-BE49-F238E27FC236}">
                <a16:creationId xmlns:a16="http://schemas.microsoft.com/office/drawing/2014/main" id="{6A5BCDE5-0C95-E191-E294-F430E1A0FE87}"/>
              </a:ext>
            </a:extLst>
          </p:cNvPr>
          <p:cNvSpPr txBox="1">
            <a:spLocks noChangeArrowheads="1"/>
          </p:cNvSpPr>
          <p:nvPr/>
        </p:nvSpPr>
        <p:spPr bwMode="auto">
          <a:xfrm>
            <a:off x="9296400" y="381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x</a:t>
            </a:r>
          </a:p>
        </p:txBody>
      </p:sp>
      <p:sp>
        <p:nvSpPr>
          <p:cNvPr id="15378" name="Rectangle 43">
            <a:extLst>
              <a:ext uri="{FF2B5EF4-FFF2-40B4-BE49-F238E27FC236}">
                <a16:creationId xmlns:a16="http://schemas.microsoft.com/office/drawing/2014/main" id="{1B750B80-530A-86BB-0FEB-91AD5AFFAA96}"/>
              </a:ext>
            </a:extLst>
          </p:cNvPr>
          <p:cNvSpPr>
            <a:spLocks noChangeArrowheads="1"/>
          </p:cNvSpPr>
          <p:nvPr/>
        </p:nvSpPr>
        <p:spPr bwMode="auto">
          <a:xfrm>
            <a:off x="6858000" y="1295400"/>
            <a:ext cx="1828800" cy="838200"/>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379" name="Text Box 44">
            <a:extLst>
              <a:ext uri="{FF2B5EF4-FFF2-40B4-BE49-F238E27FC236}">
                <a16:creationId xmlns:a16="http://schemas.microsoft.com/office/drawing/2014/main" id="{5788B71E-4226-503D-0F3C-CAAA3917AEB5}"/>
              </a:ext>
            </a:extLst>
          </p:cNvPr>
          <p:cNvSpPr txBox="1">
            <a:spLocks noChangeArrowheads="1"/>
          </p:cNvSpPr>
          <p:nvPr/>
        </p:nvSpPr>
        <p:spPr bwMode="auto">
          <a:xfrm>
            <a:off x="8077200" y="13716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y</a:t>
            </a:r>
          </a:p>
        </p:txBody>
      </p:sp>
      <p:sp>
        <p:nvSpPr>
          <p:cNvPr id="15380" name="Rectangle 45">
            <a:extLst>
              <a:ext uri="{FF2B5EF4-FFF2-40B4-BE49-F238E27FC236}">
                <a16:creationId xmlns:a16="http://schemas.microsoft.com/office/drawing/2014/main" id="{65A015BA-C9A1-CD94-9D34-7F9777BBA042}"/>
              </a:ext>
            </a:extLst>
          </p:cNvPr>
          <p:cNvSpPr>
            <a:spLocks noChangeArrowheads="1"/>
          </p:cNvSpPr>
          <p:nvPr/>
        </p:nvSpPr>
        <p:spPr bwMode="auto">
          <a:xfrm>
            <a:off x="5943600" y="2286000"/>
            <a:ext cx="1752600" cy="1676400"/>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381" name="Text Box 46">
            <a:extLst>
              <a:ext uri="{FF2B5EF4-FFF2-40B4-BE49-F238E27FC236}">
                <a16:creationId xmlns:a16="http://schemas.microsoft.com/office/drawing/2014/main" id="{F359D4F5-EB44-974E-855F-469A2F0F92D0}"/>
              </a:ext>
            </a:extLst>
          </p:cNvPr>
          <p:cNvSpPr txBox="1">
            <a:spLocks noChangeArrowheads="1"/>
          </p:cNvSpPr>
          <p:nvPr/>
        </p:nvSpPr>
        <p:spPr bwMode="auto">
          <a:xfrm>
            <a:off x="7086600" y="2971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A</a:t>
            </a:r>
          </a:p>
        </p:txBody>
      </p:sp>
      <p:sp>
        <p:nvSpPr>
          <p:cNvPr id="15382" name="Rectangle 47">
            <a:extLst>
              <a:ext uri="{FF2B5EF4-FFF2-40B4-BE49-F238E27FC236}">
                <a16:creationId xmlns:a16="http://schemas.microsoft.com/office/drawing/2014/main" id="{ABD6D384-9ED3-11FF-4CCF-149193319054}"/>
              </a:ext>
            </a:extLst>
          </p:cNvPr>
          <p:cNvSpPr>
            <a:spLocks noChangeArrowheads="1"/>
          </p:cNvSpPr>
          <p:nvPr/>
        </p:nvSpPr>
        <p:spPr bwMode="auto">
          <a:xfrm>
            <a:off x="7924800" y="2133600"/>
            <a:ext cx="1752600" cy="1676400"/>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383" name="Text Box 48">
            <a:extLst>
              <a:ext uri="{FF2B5EF4-FFF2-40B4-BE49-F238E27FC236}">
                <a16:creationId xmlns:a16="http://schemas.microsoft.com/office/drawing/2014/main" id="{D76839AE-79AF-26C3-C190-BF86133A4845}"/>
              </a:ext>
            </a:extLst>
          </p:cNvPr>
          <p:cNvSpPr txBox="1">
            <a:spLocks noChangeArrowheads="1"/>
          </p:cNvSpPr>
          <p:nvPr/>
        </p:nvSpPr>
        <p:spPr bwMode="auto">
          <a:xfrm>
            <a:off x="8839200" y="24384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B</a:t>
            </a:r>
          </a:p>
        </p:txBody>
      </p:sp>
      <p:sp>
        <p:nvSpPr>
          <p:cNvPr id="15384" name="Rectangle 49">
            <a:extLst>
              <a:ext uri="{FF2B5EF4-FFF2-40B4-BE49-F238E27FC236}">
                <a16:creationId xmlns:a16="http://schemas.microsoft.com/office/drawing/2014/main" id="{8DB49F5C-95AE-76A8-A256-B3CE554F1D97}"/>
              </a:ext>
            </a:extLst>
          </p:cNvPr>
          <p:cNvSpPr>
            <a:spLocks noChangeArrowheads="1"/>
          </p:cNvSpPr>
          <p:nvPr/>
        </p:nvSpPr>
        <p:spPr bwMode="auto">
          <a:xfrm>
            <a:off x="8991600" y="1143000"/>
            <a:ext cx="1524000" cy="838200"/>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385" name="Text Box 50">
            <a:extLst>
              <a:ext uri="{FF2B5EF4-FFF2-40B4-BE49-F238E27FC236}">
                <a16:creationId xmlns:a16="http://schemas.microsoft.com/office/drawing/2014/main" id="{2AC6C3E5-0A61-ABB5-09ED-296527F288D2}"/>
              </a:ext>
            </a:extLst>
          </p:cNvPr>
          <p:cNvSpPr txBox="1">
            <a:spLocks noChangeArrowheads="1"/>
          </p:cNvSpPr>
          <p:nvPr/>
        </p:nvSpPr>
        <p:spPr bwMode="auto">
          <a:xfrm>
            <a:off x="10058400" y="12954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C</a:t>
            </a:r>
          </a:p>
        </p:txBody>
      </p:sp>
      <p:grpSp>
        <p:nvGrpSpPr>
          <p:cNvPr id="334899" name="Group 51">
            <a:extLst>
              <a:ext uri="{FF2B5EF4-FFF2-40B4-BE49-F238E27FC236}">
                <a16:creationId xmlns:a16="http://schemas.microsoft.com/office/drawing/2014/main" id="{84D15E57-F9F3-8E95-76B6-ABF44059BCB9}"/>
              </a:ext>
            </a:extLst>
          </p:cNvPr>
          <p:cNvGrpSpPr>
            <a:grpSpLocks/>
          </p:cNvGrpSpPr>
          <p:nvPr/>
        </p:nvGrpSpPr>
        <p:grpSpPr bwMode="auto">
          <a:xfrm>
            <a:off x="2895600" y="4114800"/>
            <a:ext cx="2057400" cy="609600"/>
            <a:chOff x="3792" y="1824"/>
            <a:chExt cx="1296" cy="384"/>
          </a:xfrm>
        </p:grpSpPr>
        <p:sp>
          <p:nvSpPr>
            <p:cNvPr id="15412" name="Oval 52">
              <a:extLst>
                <a:ext uri="{FF2B5EF4-FFF2-40B4-BE49-F238E27FC236}">
                  <a16:creationId xmlns:a16="http://schemas.microsoft.com/office/drawing/2014/main" id="{E2A73D6E-46B9-5F6B-C70F-649F137FD09A}"/>
                </a:ext>
              </a:extLst>
            </p:cNvPr>
            <p:cNvSpPr>
              <a:spLocks noChangeArrowheads="1"/>
            </p:cNvSpPr>
            <p:nvPr/>
          </p:nvSpPr>
          <p:spPr bwMode="auto">
            <a:xfrm>
              <a:off x="3792" y="1824"/>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13" name="Text Box 53">
              <a:extLst>
                <a:ext uri="{FF2B5EF4-FFF2-40B4-BE49-F238E27FC236}">
                  <a16:creationId xmlns:a16="http://schemas.microsoft.com/office/drawing/2014/main" id="{30931500-6104-2437-427F-59E62D944061}"/>
                </a:ext>
              </a:extLst>
            </p:cNvPr>
            <p:cNvSpPr txBox="1">
              <a:spLocks noChangeArrowheads="1"/>
            </p:cNvSpPr>
            <p:nvPr/>
          </p:nvSpPr>
          <p:spPr bwMode="auto">
            <a:xfrm>
              <a:off x="3888" y="1920"/>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3</a:t>
              </a:r>
            </a:p>
          </p:txBody>
        </p:sp>
      </p:grpSp>
      <p:grpSp>
        <p:nvGrpSpPr>
          <p:cNvPr id="334902" name="Group 54">
            <a:extLst>
              <a:ext uri="{FF2B5EF4-FFF2-40B4-BE49-F238E27FC236}">
                <a16:creationId xmlns:a16="http://schemas.microsoft.com/office/drawing/2014/main" id="{58B3E0E1-28A9-2E44-80BA-5896CDB32168}"/>
              </a:ext>
            </a:extLst>
          </p:cNvPr>
          <p:cNvGrpSpPr>
            <a:grpSpLocks/>
          </p:cNvGrpSpPr>
          <p:nvPr/>
        </p:nvGrpSpPr>
        <p:grpSpPr bwMode="auto">
          <a:xfrm>
            <a:off x="3505200" y="4648200"/>
            <a:ext cx="1447800" cy="1143000"/>
            <a:chOff x="4272" y="2016"/>
            <a:chExt cx="912" cy="720"/>
          </a:xfrm>
        </p:grpSpPr>
        <p:sp>
          <p:nvSpPr>
            <p:cNvPr id="15409" name="Oval 55">
              <a:extLst>
                <a:ext uri="{FF2B5EF4-FFF2-40B4-BE49-F238E27FC236}">
                  <a16:creationId xmlns:a16="http://schemas.microsoft.com/office/drawing/2014/main" id="{624B9A22-2B49-8D43-8DF2-D008F37225C2}"/>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10" name="Text Box 56">
              <a:extLst>
                <a:ext uri="{FF2B5EF4-FFF2-40B4-BE49-F238E27FC236}">
                  <a16:creationId xmlns:a16="http://schemas.microsoft.com/office/drawing/2014/main" id="{81C08311-6E0E-0DA5-B084-3B024AE27EC7}"/>
                </a:ext>
              </a:extLst>
            </p:cNvPr>
            <p:cNvSpPr txBox="1">
              <a:spLocks noChangeArrowheads="1"/>
            </p:cNvSpPr>
            <p:nvPr/>
          </p:nvSpPr>
          <p:spPr bwMode="auto">
            <a:xfrm>
              <a:off x="4704" y="2352"/>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5</a:t>
              </a:r>
            </a:p>
          </p:txBody>
        </p:sp>
        <p:sp>
          <p:nvSpPr>
            <p:cNvPr id="15411" name="Line 57">
              <a:extLst>
                <a:ext uri="{FF2B5EF4-FFF2-40B4-BE49-F238E27FC236}">
                  <a16:creationId xmlns:a16="http://schemas.microsoft.com/office/drawing/2014/main" id="{18451CB4-21C7-E127-0F08-D0A444937C61}"/>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nvGrpSpPr>
          <p:cNvPr id="334906" name="Group 58">
            <a:extLst>
              <a:ext uri="{FF2B5EF4-FFF2-40B4-BE49-F238E27FC236}">
                <a16:creationId xmlns:a16="http://schemas.microsoft.com/office/drawing/2014/main" id="{8136BFC8-8F67-43C9-E419-215F9D0D4AFF}"/>
              </a:ext>
            </a:extLst>
          </p:cNvPr>
          <p:cNvGrpSpPr>
            <a:grpSpLocks/>
          </p:cNvGrpSpPr>
          <p:nvPr/>
        </p:nvGrpSpPr>
        <p:grpSpPr bwMode="auto">
          <a:xfrm>
            <a:off x="1524000" y="4724400"/>
            <a:ext cx="2209800" cy="2133600"/>
            <a:chOff x="0" y="2976"/>
            <a:chExt cx="1392" cy="1344"/>
          </a:xfrm>
        </p:grpSpPr>
        <p:grpSp>
          <p:nvGrpSpPr>
            <p:cNvPr id="15402" name="Group 59">
              <a:extLst>
                <a:ext uri="{FF2B5EF4-FFF2-40B4-BE49-F238E27FC236}">
                  <a16:creationId xmlns:a16="http://schemas.microsoft.com/office/drawing/2014/main" id="{0AA1BDAE-4C9D-2A13-A7D8-18C22CA07D5F}"/>
                </a:ext>
              </a:extLst>
            </p:cNvPr>
            <p:cNvGrpSpPr>
              <a:grpSpLocks/>
            </p:cNvGrpSpPr>
            <p:nvPr/>
          </p:nvGrpSpPr>
          <p:grpSpPr bwMode="auto">
            <a:xfrm>
              <a:off x="0" y="3349"/>
              <a:ext cx="1392" cy="971"/>
              <a:chOff x="288" y="1045"/>
              <a:chExt cx="1392" cy="971"/>
            </a:xfrm>
          </p:grpSpPr>
          <p:sp>
            <p:nvSpPr>
              <p:cNvPr id="15404" name="Oval 60">
                <a:extLst>
                  <a:ext uri="{FF2B5EF4-FFF2-40B4-BE49-F238E27FC236}">
                    <a16:creationId xmlns:a16="http://schemas.microsoft.com/office/drawing/2014/main" id="{6F247F94-566A-C6C3-6967-C4A495EBE696}"/>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05" name="Oval 61">
                <a:extLst>
                  <a:ext uri="{FF2B5EF4-FFF2-40B4-BE49-F238E27FC236}">
                    <a16:creationId xmlns:a16="http://schemas.microsoft.com/office/drawing/2014/main" id="{7A6A742A-2120-CE21-440D-BD368E96B634}"/>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06" name="Line 62">
                <a:extLst>
                  <a:ext uri="{FF2B5EF4-FFF2-40B4-BE49-F238E27FC236}">
                    <a16:creationId xmlns:a16="http://schemas.microsoft.com/office/drawing/2014/main" id="{08AFD1DC-7FC4-89FB-E7F4-9885D417C022}"/>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5407" name="Text Box 63">
                <a:extLst>
                  <a:ext uri="{FF2B5EF4-FFF2-40B4-BE49-F238E27FC236}">
                    <a16:creationId xmlns:a16="http://schemas.microsoft.com/office/drawing/2014/main" id="{1209BE83-0CFD-BC19-4F6C-813FC3FDB608}"/>
                  </a:ext>
                </a:extLst>
              </p:cNvPr>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sp>
            <p:nvSpPr>
              <p:cNvPr id="15408" name="Text Box 64">
                <a:extLst>
                  <a:ext uri="{FF2B5EF4-FFF2-40B4-BE49-F238E27FC236}">
                    <a16:creationId xmlns:a16="http://schemas.microsoft.com/office/drawing/2014/main" id="{626A6A77-0839-494B-9435-0B20686C64D9}"/>
                  </a:ext>
                </a:extLst>
              </p:cNvPr>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0.8</a:t>
                </a:r>
              </a:p>
            </p:txBody>
          </p:sp>
        </p:grpSp>
        <p:sp>
          <p:nvSpPr>
            <p:cNvPr id="15403" name="Line 65">
              <a:extLst>
                <a:ext uri="{FF2B5EF4-FFF2-40B4-BE49-F238E27FC236}">
                  <a16:creationId xmlns:a16="http://schemas.microsoft.com/office/drawing/2014/main" id="{3B335056-6347-305A-1373-6476E1D82639}"/>
                </a:ext>
              </a:extLst>
            </p:cNvPr>
            <p:cNvSpPr>
              <a:spLocks noChangeShapeType="1"/>
            </p:cNvSpPr>
            <p:nvPr/>
          </p:nvSpPr>
          <p:spPr bwMode="auto">
            <a:xfrm flipH="1">
              <a:off x="768" y="2976"/>
              <a:ext cx="24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nvGrpSpPr>
          <p:cNvPr id="334914" name="Group 66">
            <a:extLst>
              <a:ext uri="{FF2B5EF4-FFF2-40B4-BE49-F238E27FC236}">
                <a16:creationId xmlns:a16="http://schemas.microsoft.com/office/drawing/2014/main" id="{E4FF58B3-968C-0AA8-F795-2E8A3DB05042}"/>
              </a:ext>
            </a:extLst>
          </p:cNvPr>
          <p:cNvGrpSpPr>
            <a:grpSpLocks/>
          </p:cNvGrpSpPr>
          <p:nvPr/>
        </p:nvGrpSpPr>
        <p:grpSpPr bwMode="auto">
          <a:xfrm>
            <a:off x="3657600" y="5715000"/>
            <a:ext cx="990600" cy="877888"/>
            <a:chOff x="1344" y="3600"/>
            <a:chExt cx="624" cy="553"/>
          </a:xfrm>
        </p:grpSpPr>
        <p:grpSp>
          <p:nvGrpSpPr>
            <p:cNvPr id="15398" name="Group 67">
              <a:extLst>
                <a:ext uri="{FF2B5EF4-FFF2-40B4-BE49-F238E27FC236}">
                  <a16:creationId xmlns:a16="http://schemas.microsoft.com/office/drawing/2014/main" id="{DA1DA3BE-44B6-6684-E9A3-375A17D1942E}"/>
                </a:ext>
              </a:extLst>
            </p:cNvPr>
            <p:cNvGrpSpPr>
              <a:grpSpLocks/>
            </p:cNvGrpSpPr>
            <p:nvPr/>
          </p:nvGrpSpPr>
          <p:grpSpPr bwMode="auto">
            <a:xfrm>
              <a:off x="1344" y="3744"/>
              <a:ext cx="624" cy="409"/>
              <a:chOff x="1152" y="1556"/>
              <a:chExt cx="624" cy="409"/>
            </a:xfrm>
          </p:grpSpPr>
          <p:sp>
            <p:nvSpPr>
              <p:cNvPr id="15400" name="Oval 68">
                <a:extLst>
                  <a:ext uri="{FF2B5EF4-FFF2-40B4-BE49-F238E27FC236}">
                    <a16:creationId xmlns:a16="http://schemas.microsoft.com/office/drawing/2014/main" id="{B325DFA6-770A-91E2-FACA-DE38F3B8AD68}"/>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401" name="Text Box 69">
                <a:extLst>
                  <a:ext uri="{FF2B5EF4-FFF2-40B4-BE49-F238E27FC236}">
                    <a16:creationId xmlns:a16="http://schemas.microsoft.com/office/drawing/2014/main" id="{348F2833-661F-67BE-833B-E277FF59FEB1}"/>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grpSp>
        <p:sp>
          <p:nvSpPr>
            <p:cNvPr id="15399" name="Line 70">
              <a:extLst>
                <a:ext uri="{FF2B5EF4-FFF2-40B4-BE49-F238E27FC236}">
                  <a16:creationId xmlns:a16="http://schemas.microsoft.com/office/drawing/2014/main" id="{1AD43BC1-9E37-9FDB-6D00-37DEEC2EBBC4}"/>
                </a:ext>
              </a:extLst>
            </p:cNvPr>
            <p:cNvSpPr>
              <a:spLocks noChangeShapeType="1"/>
            </p:cNvSpPr>
            <p:nvPr/>
          </p:nvSpPr>
          <p:spPr bwMode="auto">
            <a:xfrm flipH="1">
              <a:off x="1632" y="3600"/>
              <a:ext cx="144"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nvGrpSpPr>
          <p:cNvPr id="334919" name="Group 71">
            <a:extLst>
              <a:ext uri="{FF2B5EF4-FFF2-40B4-BE49-F238E27FC236}">
                <a16:creationId xmlns:a16="http://schemas.microsoft.com/office/drawing/2014/main" id="{0FE905E6-E76B-C5D9-37EE-A3E3FBF77EB1}"/>
              </a:ext>
            </a:extLst>
          </p:cNvPr>
          <p:cNvGrpSpPr>
            <a:grpSpLocks/>
          </p:cNvGrpSpPr>
          <p:nvPr/>
        </p:nvGrpSpPr>
        <p:grpSpPr bwMode="auto">
          <a:xfrm>
            <a:off x="4876800" y="5715001"/>
            <a:ext cx="1143000" cy="811213"/>
            <a:chOff x="1056" y="1454"/>
            <a:chExt cx="720" cy="511"/>
          </a:xfrm>
        </p:grpSpPr>
        <p:sp>
          <p:nvSpPr>
            <p:cNvPr id="15394" name="Line 72">
              <a:extLst>
                <a:ext uri="{FF2B5EF4-FFF2-40B4-BE49-F238E27FC236}">
                  <a16:creationId xmlns:a16="http://schemas.microsoft.com/office/drawing/2014/main" id="{0B07E87F-FE1D-C9B2-06AB-55FD4AA1EAB4}"/>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15395" name="Group 73">
              <a:extLst>
                <a:ext uri="{FF2B5EF4-FFF2-40B4-BE49-F238E27FC236}">
                  <a16:creationId xmlns:a16="http://schemas.microsoft.com/office/drawing/2014/main" id="{51AD9980-CEEC-3EF1-45FC-10F1C77C4380}"/>
                </a:ext>
              </a:extLst>
            </p:cNvPr>
            <p:cNvGrpSpPr>
              <a:grpSpLocks/>
            </p:cNvGrpSpPr>
            <p:nvPr/>
          </p:nvGrpSpPr>
          <p:grpSpPr bwMode="auto">
            <a:xfrm>
              <a:off x="1152" y="1556"/>
              <a:ext cx="624" cy="409"/>
              <a:chOff x="1152" y="1556"/>
              <a:chExt cx="624" cy="409"/>
            </a:xfrm>
          </p:grpSpPr>
          <p:sp>
            <p:nvSpPr>
              <p:cNvPr id="15396" name="Oval 74">
                <a:extLst>
                  <a:ext uri="{FF2B5EF4-FFF2-40B4-BE49-F238E27FC236}">
                    <a16:creationId xmlns:a16="http://schemas.microsoft.com/office/drawing/2014/main" id="{88725AD8-FB2E-93CD-F541-5AA5D727AEAB}"/>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5397" name="Text Box 75">
                <a:extLst>
                  <a:ext uri="{FF2B5EF4-FFF2-40B4-BE49-F238E27FC236}">
                    <a16:creationId xmlns:a16="http://schemas.microsoft.com/office/drawing/2014/main" id="{F6EC2A67-EF1F-3561-1236-BFC2160ADF69}"/>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8</a:t>
                </a:r>
              </a:p>
            </p:txBody>
          </p:sp>
        </p:grpSp>
      </p:grpSp>
      <p:sp>
        <p:nvSpPr>
          <p:cNvPr id="334924" name="Text Box 76">
            <a:extLst>
              <a:ext uri="{FF2B5EF4-FFF2-40B4-BE49-F238E27FC236}">
                <a16:creationId xmlns:a16="http://schemas.microsoft.com/office/drawing/2014/main" id="{C0CD00DC-4F86-40F4-022C-EAAE1B2CADB0}"/>
              </a:ext>
            </a:extLst>
          </p:cNvPr>
          <p:cNvSpPr txBox="1">
            <a:spLocks noChangeArrowheads="1"/>
          </p:cNvSpPr>
          <p:nvPr/>
        </p:nvSpPr>
        <p:spPr bwMode="auto">
          <a:xfrm>
            <a:off x="5867400" y="57912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After rotation</a:t>
            </a:r>
          </a:p>
        </p:txBody>
      </p:sp>
      <p:sp>
        <p:nvSpPr>
          <p:cNvPr id="15392" name="Line 77">
            <a:extLst>
              <a:ext uri="{FF2B5EF4-FFF2-40B4-BE49-F238E27FC236}">
                <a16:creationId xmlns:a16="http://schemas.microsoft.com/office/drawing/2014/main" id="{2DCFF780-1ED2-F08E-51BF-E85E937FA8EC}"/>
              </a:ext>
            </a:extLst>
          </p:cNvPr>
          <p:cNvSpPr>
            <a:spLocks noChangeShapeType="1"/>
          </p:cNvSpPr>
          <p:nvPr/>
        </p:nvSpPr>
        <p:spPr bwMode="auto">
          <a:xfrm>
            <a:off x="5410200" y="1219200"/>
            <a:ext cx="9906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5393" name="Line 78">
            <a:extLst>
              <a:ext uri="{FF2B5EF4-FFF2-40B4-BE49-F238E27FC236}">
                <a16:creationId xmlns:a16="http://schemas.microsoft.com/office/drawing/2014/main" id="{D126C509-EF0C-4E50-08A5-CFB3163A346A}"/>
              </a:ext>
            </a:extLst>
          </p:cNvPr>
          <p:cNvSpPr>
            <a:spLocks noChangeShapeType="1"/>
          </p:cNvSpPr>
          <p:nvPr/>
        </p:nvSpPr>
        <p:spPr bwMode="auto">
          <a:xfrm flipH="1">
            <a:off x="4876800" y="4114800"/>
            <a:ext cx="762000" cy="53340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348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349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3489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3490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3490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3491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3349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64" grpId="0" autoUpdateAnimBg="0"/>
      <p:bldP spid="334924"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1CDC73A-28B9-4F32-519B-9AEA6719FBE9}"/>
              </a:ext>
            </a:extLst>
          </p:cNvPr>
          <p:cNvSpPr>
            <a:spLocks noGrp="1" noChangeArrowheads="1"/>
          </p:cNvSpPr>
          <p:nvPr>
            <p:ph type="title"/>
          </p:nvPr>
        </p:nvSpPr>
        <p:spPr/>
        <p:txBody>
          <a:bodyPr/>
          <a:lstStyle/>
          <a:p>
            <a:r>
              <a:rPr lang="en-US" altLang="en-US"/>
              <a:t>Double rotation</a:t>
            </a:r>
          </a:p>
        </p:txBody>
      </p:sp>
      <p:sp>
        <p:nvSpPr>
          <p:cNvPr id="16387" name="Text Box 7">
            <a:extLst>
              <a:ext uri="{FF2B5EF4-FFF2-40B4-BE49-F238E27FC236}">
                <a16:creationId xmlns:a16="http://schemas.microsoft.com/office/drawing/2014/main" id="{49FCE9B6-C022-D73D-41C9-D1B11DE0E32E}"/>
              </a:ext>
            </a:extLst>
          </p:cNvPr>
          <p:cNvSpPr txBox="1">
            <a:spLocks noChangeArrowheads="1"/>
          </p:cNvSpPr>
          <p:nvPr/>
        </p:nvSpPr>
        <p:spPr bwMode="auto">
          <a:xfrm>
            <a:off x="2743200" y="1371601"/>
            <a:ext cx="7010400" cy="134806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400">
                <a:solidFill>
                  <a:srgbClr val="FFFFFF"/>
                </a:solidFill>
              </a:rPr>
              <a:t>The new key is inserted in the subtree B1 or B2. </a:t>
            </a:r>
          </a:p>
          <a:p>
            <a:pPr eaLnBrk="0" fontAlgn="base" hangingPunct="0">
              <a:spcAft>
                <a:spcPct val="0"/>
              </a:spcAft>
              <a:buClr>
                <a:srgbClr val="00CCCC"/>
              </a:buClr>
              <a:buNone/>
            </a:pPr>
            <a:r>
              <a:rPr lang="en-US" altLang="en-US" sz="2400">
                <a:solidFill>
                  <a:srgbClr val="FFFFFF"/>
                </a:solidFill>
              </a:rPr>
              <a:t>The AVL-property is violated at x.</a:t>
            </a:r>
          </a:p>
          <a:p>
            <a:pPr eaLnBrk="0" fontAlgn="base" hangingPunct="0">
              <a:spcAft>
                <a:spcPct val="0"/>
              </a:spcAft>
              <a:buClr>
                <a:srgbClr val="00CCCC"/>
              </a:buClr>
              <a:buNone/>
            </a:pPr>
            <a:r>
              <a:rPr lang="en-US" altLang="en-US" sz="2400">
                <a:solidFill>
                  <a:srgbClr val="FFFFFF"/>
                </a:solidFill>
              </a:rPr>
              <a:t>x-y-z forms a zig-zag shape</a:t>
            </a:r>
          </a:p>
        </p:txBody>
      </p:sp>
      <p:grpSp>
        <p:nvGrpSpPr>
          <p:cNvPr id="16388" name="Group 14">
            <a:extLst>
              <a:ext uri="{FF2B5EF4-FFF2-40B4-BE49-F238E27FC236}">
                <a16:creationId xmlns:a16="http://schemas.microsoft.com/office/drawing/2014/main" id="{DF990AD9-62DC-85AC-FE14-25DF9F9669CB}"/>
              </a:ext>
            </a:extLst>
          </p:cNvPr>
          <p:cNvGrpSpPr>
            <a:grpSpLocks/>
          </p:cNvGrpSpPr>
          <p:nvPr/>
        </p:nvGrpSpPr>
        <p:grpSpPr bwMode="auto">
          <a:xfrm>
            <a:off x="2590800" y="3200400"/>
            <a:ext cx="7467600" cy="3276600"/>
            <a:chOff x="720" y="2274"/>
            <a:chExt cx="4265" cy="1710"/>
          </a:xfrm>
        </p:grpSpPr>
        <p:graphicFrame>
          <p:nvGraphicFramePr>
            <p:cNvPr id="16390" name="Object 3">
              <a:extLst>
                <a:ext uri="{FF2B5EF4-FFF2-40B4-BE49-F238E27FC236}">
                  <a16:creationId xmlns:a16="http://schemas.microsoft.com/office/drawing/2014/main" id="{AFCFA4BA-F919-C2F7-A9E8-D381A568C309}"/>
                </a:ext>
              </a:extLst>
            </p:cNvPr>
            <p:cNvGraphicFramePr>
              <a:graphicFrameLocks noChangeAspect="1"/>
            </p:cNvGraphicFramePr>
            <p:nvPr/>
          </p:nvGraphicFramePr>
          <p:xfrm>
            <a:off x="720" y="2274"/>
            <a:ext cx="4265" cy="1710"/>
          </p:xfrm>
          <a:graphic>
            <a:graphicData uri="http://schemas.openxmlformats.org/presentationml/2006/ole">
              <mc:AlternateContent xmlns:mc="http://schemas.openxmlformats.org/markup-compatibility/2006">
                <mc:Choice xmlns:v="urn:schemas-microsoft-com:vml" Requires="v">
                  <p:oleObj name="Bitmap Image" r:id="rId2" imgW="6771429" imgH="2715004" progId="Paint.Picture">
                    <p:embed/>
                  </p:oleObj>
                </mc:Choice>
                <mc:Fallback>
                  <p:oleObj name="Bitmap Image" r:id="rId2" imgW="6771429" imgH="2715004" progId="Paint.Picture">
                    <p:embed/>
                    <p:pic>
                      <p:nvPicPr>
                        <p:cNvPr id="16390" name="Object 3">
                          <a:extLst>
                            <a:ext uri="{FF2B5EF4-FFF2-40B4-BE49-F238E27FC236}">
                              <a16:creationId xmlns:a16="http://schemas.microsoft.com/office/drawing/2014/main" id="{AFCFA4BA-F919-C2F7-A9E8-D381A568C3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2274"/>
                          <a:ext cx="4265" cy="171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1" name="Oval 6">
              <a:extLst>
                <a:ext uri="{FF2B5EF4-FFF2-40B4-BE49-F238E27FC236}">
                  <a16:creationId xmlns:a16="http://schemas.microsoft.com/office/drawing/2014/main" id="{59CBD624-0B68-7513-97D4-A876E4BC8B8B}"/>
                </a:ext>
              </a:extLst>
            </p:cNvPr>
            <p:cNvSpPr>
              <a:spLocks noChangeArrowheads="1"/>
            </p:cNvSpPr>
            <p:nvPr/>
          </p:nvSpPr>
          <p:spPr bwMode="auto">
            <a:xfrm>
              <a:off x="1552" y="2506"/>
              <a:ext cx="144" cy="144"/>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6392" name="Line 9">
              <a:extLst>
                <a:ext uri="{FF2B5EF4-FFF2-40B4-BE49-F238E27FC236}">
                  <a16:creationId xmlns:a16="http://schemas.microsoft.com/office/drawing/2014/main" id="{6E8A1A1A-CD4B-5E29-EC69-233B12AB74B2}"/>
                </a:ext>
              </a:extLst>
            </p:cNvPr>
            <p:cNvSpPr>
              <a:spLocks noChangeShapeType="1"/>
            </p:cNvSpPr>
            <p:nvPr/>
          </p:nvSpPr>
          <p:spPr bwMode="auto">
            <a:xfrm flipH="1">
              <a:off x="1440" y="2610"/>
              <a:ext cx="144" cy="144"/>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6393" name="Line 10">
              <a:extLst>
                <a:ext uri="{FF2B5EF4-FFF2-40B4-BE49-F238E27FC236}">
                  <a16:creationId xmlns:a16="http://schemas.microsoft.com/office/drawing/2014/main" id="{68E7C504-55D9-8412-D4A7-E907C8DFBCB1}"/>
                </a:ext>
              </a:extLst>
            </p:cNvPr>
            <p:cNvSpPr>
              <a:spLocks noChangeShapeType="1"/>
            </p:cNvSpPr>
            <p:nvPr/>
          </p:nvSpPr>
          <p:spPr bwMode="auto">
            <a:xfrm>
              <a:off x="1440" y="2898"/>
              <a:ext cx="48" cy="96"/>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sp>
        <p:nvSpPr>
          <p:cNvPr id="16389" name="Text Box 13">
            <a:extLst>
              <a:ext uri="{FF2B5EF4-FFF2-40B4-BE49-F238E27FC236}">
                <a16:creationId xmlns:a16="http://schemas.microsoft.com/office/drawing/2014/main" id="{9C065E03-C843-DDAE-A5AB-E4C581091E40}"/>
              </a:ext>
            </a:extLst>
          </p:cNvPr>
          <p:cNvSpPr txBox="1">
            <a:spLocks noChangeArrowheads="1"/>
          </p:cNvSpPr>
          <p:nvPr/>
        </p:nvSpPr>
        <p:spPr bwMode="auto">
          <a:xfrm>
            <a:off x="4572000" y="6461126"/>
            <a:ext cx="3422650"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000" b="1">
                <a:solidFill>
                  <a:srgbClr val="FFFFFF"/>
                </a:solidFill>
              </a:rPr>
              <a:t>also called left-right rotate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877DCC7-2768-9A79-D42D-4236C449C61A}"/>
              </a:ext>
            </a:extLst>
          </p:cNvPr>
          <p:cNvSpPr>
            <a:spLocks noGrp="1" noChangeArrowheads="1"/>
          </p:cNvSpPr>
          <p:nvPr>
            <p:ph type="title"/>
          </p:nvPr>
        </p:nvSpPr>
        <p:spPr/>
        <p:txBody>
          <a:bodyPr/>
          <a:lstStyle/>
          <a:p>
            <a:r>
              <a:rPr lang="en-US" altLang="en-US"/>
              <a:t>Double rotation</a:t>
            </a:r>
          </a:p>
        </p:txBody>
      </p:sp>
      <p:grpSp>
        <p:nvGrpSpPr>
          <p:cNvPr id="17411" name="Group 15">
            <a:extLst>
              <a:ext uri="{FF2B5EF4-FFF2-40B4-BE49-F238E27FC236}">
                <a16:creationId xmlns:a16="http://schemas.microsoft.com/office/drawing/2014/main" id="{E7E1C337-040C-0081-95E5-74A740C74C00}"/>
              </a:ext>
            </a:extLst>
          </p:cNvPr>
          <p:cNvGrpSpPr>
            <a:grpSpLocks/>
          </p:cNvGrpSpPr>
          <p:nvPr/>
        </p:nvGrpSpPr>
        <p:grpSpPr bwMode="auto">
          <a:xfrm>
            <a:off x="2209800" y="2667000"/>
            <a:ext cx="7696200" cy="3219450"/>
            <a:chOff x="672" y="1872"/>
            <a:chExt cx="4345" cy="1740"/>
          </a:xfrm>
        </p:grpSpPr>
        <p:graphicFrame>
          <p:nvGraphicFramePr>
            <p:cNvPr id="17414" name="Object 4">
              <a:extLst>
                <a:ext uri="{FF2B5EF4-FFF2-40B4-BE49-F238E27FC236}">
                  <a16:creationId xmlns:a16="http://schemas.microsoft.com/office/drawing/2014/main" id="{75511173-8289-7B39-A0D5-8A5DA8C65F12}"/>
                </a:ext>
              </a:extLst>
            </p:cNvPr>
            <p:cNvGraphicFramePr>
              <a:graphicFrameLocks noChangeAspect="1"/>
            </p:cNvGraphicFramePr>
            <p:nvPr/>
          </p:nvGraphicFramePr>
          <p:xfrm>
            <a:off x="672" y="1872"/>
            <a:ext cx="4345" cy="1740"/>
          </p:xfrm>
          <a:graphic>
            <a:graphicData uri="http://schemas.openxmlformats.org/presentationml/2006/ole">
              <mc:AlternateContent xmlns:mc="http://schemas.openxmlformats.org/markup-compatibility/2006">
                <mc:Choice xmlns:v="urn:schemas-microsoft-com:vml" Requires="v">
                  <p:oleObj name="Bitmap Image" r:id="rId2" imgW="6897063" imgH="2762636" progId="Paint.Picture">
                    <p:embed/>
                  </p:oleObj>
                </mc:Choice>
                <mc:Fallback>
                  <p:oleObj name="Bitmap Image" r:id="rId2" imgW="6897063" imgH="2762636" progId="Paint.Picture">
                    <p:embed/>
                    <p:pic>
                      <p:nvPicPr>
                        <p:cNvPr id="17414" name="Object 4">
                          <a:extLst>
                            <a:ext uri="{FF2B5EF4-FFF2-40B4-BE49-F238E27FC236}">
                              <a16:creationId xmlns:a16="http://schemas.microsoft.com/office/drawing/2014/main" id="{75511173-8289-7B39-A0D5-8A5DA8C65F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 y="1872"/>
                          <a:ext cx="4345" cy="174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5" name="Oval 5">
              <a:extLst>
                <a:ext uri="{FF2B5EF4-FFF2-40B4-BE49-F238E27FC236}">
                  <a16:creationId xmlns:a16="http://schemas.microsoft.com/office/drawing/2014/main" id="{CA708E2A-ED6C-A587-6189-A2F6CC183CBA}"/>
                </a:ext>
              </a:extLst>
            </p:cNvPr>
            <p:cNvSpPr>
              <a:spLocks noChangeArrowheads="1"/>
            </p:cNvSpPr>
            <p:nvPr/>
          </p:nvSpPr>
          <p:spPr bwMode="auto">
            <a:xfrm>
              <a:off x="1248" y="2136"/>
              <a:ext cx="144" cy="144"/>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7416" name="Line 11">
              <a:extLst>
                <a:ext uri="{FF2B5EF4-FFF2-40B4-BE49-F238E27FC236}">
                  <a16:creationId xmlns:a16="http://schemas.microsoft.com/office/drawing/2014/main" id="{DACE6C23-CE54-FF77-8E1C-2EE27E96AD08}"/>
                </a:ext>
              </a:extLst>
            </p:cNvPr>
            <p:cNvSpPr>
              <a:spLocks noChangeShapeType="1"/>
            </p:cNvSpPr>
            <p:nvPr/>
          </p:nvSpPr>
          <p:spPr bwMode="auto">
            <a:xfrm>
              <a:off x="1392" y="2220"/>
              <a:ext cx="288" cy="192"/>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7417" name="Line 12">
              <a:extLst>
                <a:ext uri="{FF2B5EF4-FFF2-40B4-BE49-F238E27FC236}">
                  <a16:creationId xmlns:a16="http://schemas.microsoft.com/office/drawing/2014/main" id="{D403857A-08A5-69CC-2068-393F878FAF76}"/>
                </a:ext>
              </a:extLst>
            </p:cNvPr>
            <p:cNvSpPr>
              <a:spLocks noChangeShapeType="1"/>
            </p:cNvSpPr>
            <p:nvPr/>
          </p:nvSpPr>
          <p:spPr bwMode="auto">
            <a:xfrm flipH="1">
              <a:off x="1536" y="2508"/>
              <a:ext cx="144" cy="144"/>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sp>
        <p:nvSpPr>
          <p:cNvPr id="17412" name="Text Box 13">
            <a:extLst>
              <a:ext uri="{FF2B5EF4-FFF2-40B4-BE49-F238E27FC236}">
                <a16:creationId xmlns:a16="http://schemas.microsoft.com/office/drawing/2014/main" id="{A9ADC5A1-D864-FB97-5E3B-34E8ACF415AA}"/>
              </a:ext>
            </a:extLst>
          </p:cNvPr>
          <p:cNvSpPr txBox="1">
            <a:spLocks noChangeArrowheads="1"/>
          </p:cNvSpPr>
          <p:nvPr/>
        </p:nvSpPr>
        <p:spPr bwMode="auto">
          <a:xfrm>
            <a:off x="2667000" y="1600201"/>
            <a:ext cx="7010400" cy="9048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400">
                <a:solidFill>
                  <a:srgbClr val="FFFFFF"/>
                </a:solidFill>
              </a:rPr>
              <a:t>The new key is inserted in the subtree B1 or B2. </a:t>
            </a:r>
          </a:p>
          <a:p>
            <a:pPr eaLnBrk="0" fontAlgn="base" hangingPunct="0">
              <a:spcAft>
                <a:spcPct val="0"/>
              </a:spcAft>
              <a:buClr>
                <a:srgbClr val="00CCCC"/>
              </a:buClr>
              <a:buNone/>
            </a:pPr>
            <a:r>
              <a:rPr lang="en-US" altLang="en-US" sz="2400">
                <a:solidFill>
                  <a:srgbClr val="FFFFFF"/>
                </a:solidFill>
              </a:rPr>
              <a:t>The AVL-property is violated at x.</a:t>
            </a:r>
          </a:p>
        </p:txBody>
      </p:sp>
      <p:sp>
        <p:nvSpPr>
          <p:cNvPr id="17413" name="Text Box 14">
            <a:extLst>
              <a:ext uri="{FF2B5EF4-FFF2-40B4-BE49-F238E27FC236}">
                <a16:creationId xmlns:a16="http://schemas.microsoft.com/office/drawing/2014/main" id="{66599801-6EC0-D203-8C77-9FB98A2FE77B}"/>
              </a:ext>
            </a:extLst>
          </p:cNvPr>
          <p:cNvSpPr txBox="1">
            <a:spLocks noChangeArrowheads="1"/>
          </p:cNvSpPr>
          <p:nvPr/>
        </p:nvSpPr>
        <p:spPr bwMode="auto">
          <a:xfrm>
            <a:off x="4267200" y="5867401"/>
            <a:ext cx="3422650"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000" b="1">
                <a:solidFill>
                  <a:srgbClr val="FFFFFF"/>
                </a:solidFill>
              </a:rPr>
              <a:t>also called right-left rotate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Oval 2">
            <a:extLst>
              <a:ext uri="{FF2B5EF4-FFF2-40B4-BE49-F238E27FC236}">
                <a16:creationId xmlns:a16="http://schemas.microsoft.com/office/drawing/2014/main" id="{A7ADC4D4-5218-E8C1-C212-A60659EA173A}"/>
              </a:ext>
            </a:extLst>
          </p:cNvPr>
          <p:cNvSpPr>
            <a:spLocks noChangeArrowheads="1"/>
          </p:cNvSpPr>
          <p:nvPr/>
        </p:nvSpPr>
        <p:spPr bwMode="auto">
          <a:xfrm>
            <a:off x="4114800" y="685800"/>
            <a:ext cx="685800" cy="649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35" name="Line 3">
            <a:extLst>
              <a:ext uri="{FF2B5EF4-FFF2-40B4-BE49-F238E27FC236}">
                <a16:creationId xmlns:a16="http://schemas.microsoft.com/office/drawing/2014/main" id="{EF04F896-6166-E9DF-F05F-C0DD92E630BB}"/>
              </a:ext>
            </a:extLst>
          </p:cNvPr>
          <p:cNvSpPr>
            <a:spLocks noChangeShapeType="1"/>
          </p:cNvSpPr>
          <p:nvPr/>
        </p:nvSpPr>
        <p:spPr bwMode="auto">
          <a:xfrm flipH="1">
            <a:off x="3429000" y="1219201"/>
            <a:ext cx="762000" cy="485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8436" name="Text Box 4">
            <a:extLst>
              <a:ext uri="{FF2B5EF4-FFF2-40B4-BE49-F238E27FC236}">
                <a16:creationId xmlns:a16="http://schemas.microsoft.com/office/drawing/2014/main" id="{36549963-A99F-C741-E903-6E416C1F7080}"/>
              </a:ext>
            </a:extLst>
          </p:cNvPr>
          <p:cNvSpPr txBox="1">
            <a:spLocks noChangeArrowheads="1"/>
          </p:cNvSpPr>
          <p:nvPr/>
        </p:nvSpPr>
        <p:spPr bwMode="auto">
          <a:xfrm>
            <a:off x="4191000" y="685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5</a:t>
            </a:r>
          </a:p>
        </p:txBody>
      </p:sp>
      <p:grpSp>
        <p:nvGrpSpPr>
          <p:cNvPr id="18437" name="Group 5">
            <a:extLst>
              <a:ext uri="{FF2B5EF4-FFF2-40B4-BE49-F238E27FC236}">
                <a16:creationId xmlns:a16="http://schemas.microsoft.com/office/drawing/2014/main" id="{D2B45321-0D60-212E-D307-9A818A1C1A40}"/>
              </a:ext>
            </a:extLst>
          </p:cNvPr>
          <p:cNvGrpSpPr>
            <a:grpSpLocks/>
          </p:cNvGrpSpPr>
          <p:nvPr/>
        </p:nvGrpSpPr>
        <p:grpSpPr bwMode="auto">
          <a:xfrm>
            <a:off x="1981200" y="1658938"/>
            <a:ext cx="2209800" cy="1541462"/>
            <a:chOff x="288" y="1045"/>
            <a:chExt cx="1392" cy="971"/>
          </a:xfrm>
        </p:grpSpPr>
        <p:sp>
          <p:nvSpPr>
            <p:cNvPr id="18507" name="Oval 6">
              <a:extLst>
                <a:ext uri="{FF2B5EF4-FFF2-40B4-BE49-F238E27FC236}">
                  <a16:creationId xmlns:a16="http://schemas.microsoft.com/office/drawing/2014/main" id="{F983D65C-B89F-BAA8-35F6-D6C0353C7D10}"/>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508" name="Oval 7">
              <a:extLst>
                <a:ext uri="{FF2B5EF4-FFF2-40B4-BE49-F238E27FC236}">
                  <a16:creationId xmlns:a16="http://schemas.microsoft.com/office/drawing/2014/main" id="{DD08514A-0D42-9E5C-04B1-C088FF0375D5}"/>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509" name="Line 8">
              <a:extLst>
                <a:ext uri="{FF2B5EF4-FFF2-40B4-BE49-F238E27FC236}">
                  <a16:creationId xmlns:a16="http://schemas.microsoft.com/office/drawing/2014/main" id="{796DBBFD-4365-F607-29EC-376F6D37A0C4}"/>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8510" name="Text Box 9">
              <a:extLst>
                <a:ext uri="{FF2B5EF4-FFF2-40B4-BE49-F238E27FC236}">
                  <a16:creationId xmlns:a16="http://schemas.microsoft.com/office/drawing/2014/main" id="{1FF07239-6461-BC0A-E404-493101E1BB17}"/>
                </a:ext>
              </a:extLst>
            </p:cNvPr>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sp>
          <p:nvSpPr>
            <p:cNvPr id="18511" name="Text Box 10">
              <a:extLst>
                <a:ext uri="{FF2B5EF4-FFF2-40B4-BE49-F238E27FC236}">
                  <a16:creationId xmlns:a16="http://schemas.microsoft.com/office/drawing/2014/main" id="{23D079A0-A0C2-EE03-4E44-3A11D39DB37A}"/>
                </a:ext>
              </a:extLst>
            </p:cNvPr>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18438" name="Group 11">
            <a:extLst>
              <a:ext uri="{FF2B5EF4-FFF2-40B4-BE49-F238E27FC236}">
                <a16:creationId xmlns:a16="http://schemas.microsoft.com/office/drawing/2014/main" id="{D66382FD-91F9-3073-9435-403B35AF8A2B}"/>
              </a:ext>
            </a:extLst>
          </p:cNvPr>
          <p:cNvGrpSpPr>
            <a:grpSpLocks/>
          </p:cNvGrpSpPr>
          <p:nvPr/>
        </p:nvGrpSpPr>
        <p:grpSpPr bwMode="auto">
          <a:xfrm>
            <a:off x="3200400" y="2308226"/>
            <a:ext cx="1143000" cy="811213"/>
            <a:chOff x="1056" y="1454"/>
            <a:chExt cx="720" cy="511"/>
          </a:xfrm>
        </p:grpSpPr>
        <p:sp>
          <p:nvSpPr>
            <p:cNvPr id="18503" name="Line 12">
              <a:extLst>
                <a:ext uri="{FF2B5EF4-FFF2-40B4-BE49-F238E27FC236}">
                  <a16:creationId xmlns:a16="http://schemas.microsoft.com/office/drawing/2014/main" id="{B575A7E9-5E87-814D-287F-AAC9A88AE319}"/>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18504" name="Group 13">
              <a:extLst>
                <a:ext uri="{FF2B5EF4-FFF2-40B4-BE49-F238E27FC236}">
                  <a16:creationId xmlns:a16="http://schemas.microsoft.com/office/drawing/2014/main" id="{479C69D0-DA10-30B0-8493-3B826053A468}"/>
                </a:ext>
              </a:extLst>
            </p:cNvPr>
            <p:cNvGrpSpPr>
              <a:grpSpLocks/>
            </p:cNvGrpSpPr>
            <p:nvPr/>
          </p:nvGrpSpPr>
          <p:grpSpPr bwMode="auto">
            <a:xfrm>
              <a:off x="1152" y="1556"/>
              <a:ext cx="624" cy="409"/>
              <a:chOff x="1152" y="1556"/>
              <a:chExt cx="624" cy="409"/>
            </a:xfrm>
          </p:grpSpPr>
          <p:sp>
            <p:nvSpPr>
              <p:cNvPr id="18505" name="Oval 14">
                <a:extLst>
                  <a:ext uri="{FF2B5EF4-FFF2-40B4-BE49-F238E27FC236}">
                    <a16:creationId xmlns:a16="http://schemas.microsoft.com/office/drawing/2014/main" id="{AEB92BE9-1C0A-656F-FCAA-70F6E90A9D6A}"/>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506" name="Text Box 15">
                <a:extLst>
                  <a:ext uri="{FF2B5EF4-FFF2-40B4-BE49-F238E27FC236}">
                    <a16:creationId xmlns:a16="http://schemas.microsoft.com/office/drawing/2014/main" id="{D7B9DF15-E4F1-C1E7-3385-455BAA1DC6D1}"/>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grpSp>
      </p:grpSp>
      <p:sp>
        <p:nvSpPr>
          <p:cNvPr id="336912" name="Text Box 16">
            <a:extLst>
              <a:ext uri="{FF2B5EF4-FFF2-40B4-BE49-F238E27FC236}">
                <a16:creationId xmlns:a16="http://schemas.microsoft.com/office/drawing/2014/main" id="{05FC2D37-AD0B-F0D9-A492-8ED2D9F1466E}"/>
              </a:ext>
            </a:extLst>
          </p:cNvPr>
          <p:cNvSpPr txBox="1">
            <a:spLocks noChangeArrowheads="1"/>
          </p:cNvSpPr>
          <p:nvPr/>
        </p:nvSpPr>
        <p:spPr bwMode="auto">
          <a:xfrm>
            <a:off x="6934200" y="38862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Insert 3.5</a:t>
            </a:r>
          </a:p>
        </p:txBody>
      </p:sp>
      <p:sp>
        <p:nvSpPr>
          <p:cNvPr id="18440" name="Text Box 17">
            <a:extLst>
              <a:ext uri="{FF2B5EF4-FFF2-40B4-BE49-F238E27FC236}">
                <a16:creationId xmlns:a16="http://schemas.microsoft.com/office/drawing/2014/main" id="{BF179716-F8D5-A7A9-CF05-1CB2C2A3BC07}"/>
              </a:ext>
            </a:extLst>
          </p:cNvPr>
          <p:cNvSpPr txBox="1">
            <a:spLocks noChangeArrowheads="1"/>
          </p:cNvSpPr>
          <p:nvPr/>
        </p:nvSpPr>
        <p:spPr bwMode="auto">
          <a:xfrm>
            <a:off x="1905000" y="6858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 AVL Tree</a:t>
            </a:r>
          </a:p>
        </p:txBody>
      </p:sp>
      <p:sp>
        <p:nvSpPr>
          <p:cNvPr id="18441" name="Oval 18">
            <a:extLst>
              <a:ext uri="{FF2B5EF4-FFF2-40B4-BE49-F238E27FC236}">
                <a16:creationId xmlns:a16="http://schemas.microsoft.com/office/drawing/2014/main" id="{8F20CA57-8226-373B-D0F0-29F2CD0576CD}"/>
              </a:ext>
            </a:extLst>
          </p:cNvPr>
          <p:cNvSpPr>
            <a:spLocks noChangeArrowheads="1"/>
          </p:cNvSpPr>
          <p:nvPr/>
        </p:nvSpPr>
        <p:spPr bwMode="auto">
          <a:xfrm>
            <a:off x="4495800" y="1676400"/>
            <a:ext cx="685800" cy="533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42" name="Text Box 19">
            <a:extLst>
              <a:ext uri="{FF2B5EF4-FFF2-40B4-BE49-F238E27FC236}">
                <a16:creationId xmlns:a16="http://schemas.microsoft.com/office/drawing/2014/main" id="{2790D8AD-8EC1-63CE-4F40-D9EA3E739005}"/>
              </a:ext>
            </a:extLst>
          </p:cNvPr>
          <p:cNvSpPr txBox="1">
            <a:spLocks noChangeArrowheads="1"/>
          </p:cNvSpPr>
          <p:nvPr/>
        </p:nvSpPr>
        <p:spPr bwMode="auto">
          <a:xfrm>
            <a:off x="4572000" y="1676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8</a:t>
            </a:r>
          </a:p>
        </p:txBody>
      </p:sp>
      <p:sp>
        <p:nvSpPr>
          <p:cNvPr id="18443" name="Line 20">
            <a:extLst>
              <a:ext uri="{FF2B5EF4-FFF2-40B4-BE49-F238E27FC236}">
                <a16:creationId xmlns:a16="http://schemas.microsoft.com/office/drawing/2014/main" id="{194D8812-A98F-F0C2-0F99-4AD5B6D1C64E}"/>
              </a:ext>
            </a:extLst>
          </p:cNvPr>
          <p:cNvSpPr>
            <a:spLocks noChangeShapeType="1"/>
          </p:cNvSpPr>
          <p:nvPr/>
        </p:nvSpPr>
        <p:spPr bwMode="auto">
          <a:xfrm>
            <a:off x="4648200" y="1295400"/>
            <a:ext cx="1524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336917" name="Group 21">
            <a:extLst>
              <a:ext uri="{FF2B5EF4-FFF2-40B4-BE49-F238E27FC236}">
                <a16:creationId xmlns:a16="http://schemas.microsoft.com/office/drawing/2014/main" id="{C2D6B323-3302-0042-2C44-3E1D389BCA00}"/>
              </a:ext>
            </a:extLst>
          </p:cNvPr>
          <p:cNvGrpSpPr>
            <a:grpSpLocks/>
          </p:cNvGrpSpPr>
          <p:nvPr/>
        </p:nvGrpSpPr>
        <p:grpSpPr bwMode="auto">
          <a:xfrm>
            <a:off x="6400800" y="457200"/>
            <a:ext cx="3657600" cy="3316288"/>
            <a:chOff x="3072" y="288"/>
            <a:chExt cx="2304" cy="2089"/>
          </a:xfrm>
        </p:grpSpPr>
        <p:sp>
          <p:nvSpPr>
            <p:cNvPr id="18485" name="Oval 22">
              <a:extLst>
                <a:ext uri="{FF2B5EF4-FFF2-40B4-BE49-F238E27FC236}">
                  <a16:creationId xmlns:a16="http://schemas.microsoft.com/office/drawing/2014/main" id="{54B676D8-69DD-580B-3A6B-647F3FCD8220}"/>
                </a:ext>
              </a:extLst>
            </p:cNvPr>
            <p:cNvSpPr>
              <a:spLocks noChangeArrowheads="1"/>
            </p:cNvSpPr>
            <p:nvPr/>
          </p:nvSpPr>
          <p:spPr bwMode="auto">
            <a:xfrm>
              <a:off x="3696" y="1968"/>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86" name="Text Box 23">
              <a:extLst>
                <a:ext uri="{FF2B5EF4-FFF2-40B4-BE49-F238E27FC236}">
                  <a16:creationId xmlns:a16="http://schemas.microsoft.com/office/drawing/2014/main" id="{08F50422-CB22-1414-6802-83EF54C48759}"/>
                </a:ext>
              </a:extLst>
            </p:cNvPr>
            <p:cNvSpPr txBox="1">
              <a:spLocks noChangeArrowheads="1"/>
            </p:cNvSpPr>
            <p:nvPr/>
          </p:nvSpPr>
          <p:spPr bwMode="auto">
            <a:xfrm>
              <a:off x="3744" y="201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3.5</a:t>
              </a:r>
            </a:p>
          </p:txBody>
        </p:sp>
        <p:grpSp>
          <p:nvGrpSpPr>
            <p:cNvPr id="18487" name="Group 24">
              <a:extLst>
                <a:ext uri="{FF2B5EF4-FFF2-40B4-BE49-F238E27FC236}">
                  <a16:creationId xmlns:a16="http://schemas.microsoft.com/office/drawing/2014/main" id="{88955C27-388A-15A4-C1D1-FBC76A631E66}"/>
                </a:ext>
              </a:extLst>
            </p:cNvPr>
            <p:cNvGrpSpPr>
              <a:grpSpLocks/>
            </p:cNvGrpSpPr>
            <p:nvPr/>
          </p:nvGrpSpPr>
          <p:grpSpPr bwMode="auto">
            <a:xfrm>
              <a:off x="3072" y="288"/>
              <a:ext cx="2304" cy="1584"/>
              <a:chOff x="192" y="2256"/>
              <a:chExt cx="2304" cy="1584"/>
            </a:xfrm>
          </p:grpSpPr>
          <p:sp>
            <p:nvSpPr>
              <p:cNvPr id="18489" name="Oval 25">
                <a:extLst>
                  <a:ext uri="{FF2B5EF4-FFF2-40B4-BE49-F238E27FC236}">
                    <a16:creationId xmlns:a16="http://schemas.microsoft.com/office/drawing/2014/main" id="{88241C4A-BD86-7AE8-A2A9-AC6BA9C9F218}"/>
                  </a:ext>
                </a:extLst>
              </p:cNvPr>
              <p:cNvSpPr>
                <a:spLocks noChangeArrowheads="1"/>
              </p:cNvSpPr>
              <p:nvPr/>
            </p:nvSpPr>
            <p:spPr bwMode="auto">
              <a:xfrm>
                <a:off x="1536" y="22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90" name="Oval 26">
                <a:extLst>
                  <a:ext uri="{FF2B5EF4-FFF2-40B4-BE49-F238E27FC236}">
                    <a16:creationId xmlns:a16="http://schemas.microsoft.com/office/drawing/2014/main" id="{805966C6-027B-F5BF-4EA1-F78D48968A6E}"/>
                  </a:ext>
                </a:extLst>
              </p:cNvPr>
              <p:cNvSpPr>
                <a:spLocks noChangeArrowheads="1"/>
              </p:cNvSpPr>
              <p:nvPr/>
            </p:nvSpPr>
            <p:spPr bwMode="auto">
              <a:xfrm>
                <a:off x="720" y="2869"/>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91" name="Oval 27">
                <a:extLst>
                  <a:ext uri="{FF2B5EF4-FFF2-40B4-BE49-F238E27FC236}">
                    <a16:creationId xmlns:a16="http://schemas.microsoft.com/office/drawing/2014/main" id="{30132E41-E390-E139-EA65-BC380EAAABF4}"/>
                  </a:ext>
                </a:extLst>
              </p:cNvPr>
              <p:cNvSpPr>
                <a:spLocks noChangeArrowheads="1"/>
              </p:cNvSpPr>
              <p:nvPr/>
            </p:nvSpPr>
            <p:spPr bwMode="auto">
              <a:xfrm>
                <a:off x="192" y="343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92" name="Oval 28">
                <a:extLst>
                  <a:ext uri="{FF2B5EF4-FFF2-40B4-BE49-F238E27FC236}">
                    <a16:creationId xmlns:a16="http://schemas.microsoft.com/office/drawing/2014/main" id="{F1FA617C-B219-6CFC-8F3D-46A0B38945C6}"/>
                  </a:ext>
                </a:extLst>
              </p:cNvPr>
              <p:cNvSpPr>
                <a:spLocks noChangeArrowheads="1"/>
              </p:cNvSpPr>
              <p:nvPr/>
            </p:nvSpPr>
            <p:spPr bwMode="auto">
              <a:xfrm>
                <a:off x="1056" y="3380"/>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93" name="Oval 29">
                <a:extLst>
                  <a:ext uri="{FF2B5EF4-FFF2-40B4-BE49-F238E27FC236}">
                    <a16:creationId xmlns:a16="http://schemas.microsoft.com/office/drawing/2014/main" id="{2B1AE2B1-DA0C-0152-CC10-8F981CB59C9D}"/>
                  </a:ext>
                </a:extLst>
              </p:cNvPr>
              <p:cNvSpPr>
                <a:spLocks noChangeArrowheads="1"/>
              </p:cNvSpPr>
              <p:nvPr/>
            </p:nvSpPr>
            <p:spPr bwMode="auto">
              <a:xfrm>
                <a:off x="1920" y="273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94" name="Line 30">
                <a:extLst>
                  <a:ext uri="{FF2B5EF4-FFF2-40B4-BE49-F238E27FC236}">
                    <a16:creationId xmlns:a16="http://schemas.microsoft.com/office/drawing/2014/main" id="{7F32688F-B496-B31D-2A72-6C8B8F360140}"/>
                  </a:ext>
                </a:extLst>
              </p:cNvPr>
              <p:cNvSpPr>
                <a:spLocks noChangeShapeType="1"/>
              </p:cNvSpPr>
              <p:nvPr/>
            </p:nvSpPr>
            <p:spPr bwMode="auto">
              <a:xfrm flipH="1">
                <a:off x="1104" y="2592"/>
                <a:ext cx="480" cy="30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8495" name="Line 31">
                <a:extLst>
                  <a:ext uri="{FF2B5EF4-FFF2-40B4-BE49-F238E27FC236}">
                    <a16:creationId xmlns:a16="http://schemas.microsoft.com/office/drawing/2014/main" id="{243FAF33-A2A1-F95D-F5A3-B0DCDCE6A8A7}"/>
                  </a:ext>
                </a:extLst>
              </p:cNvPr>
              <p:cNvSpPr>
                <a:spLocks noChangeShapeType="1"/>
              </p:cNvSpPr>
              <p:nvPr/>
            </p:nvSpPr>
            <p:spPr bwMode="auto">
              <a:xfrm>
                <a:off x="1776" y="2665"/>
                <a:ext cx="192"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8496" name="Line 32">
                <a:extLst>
                  <a:ext uri="{FF2B5EF4-FFF2-40B4-BE49-F238E27FC236}">
                    <a16:creationId xmlns:a16="http://schemas.microsoft.com/office/drawing/2014/main" id="{DE8E29DD-3F70-787C-929B-3C9F924DB1C6}"/>
                  </a:ext>
                </a:extLst>
              </p:cNvPr>
              <p:cNvSpPr>
                <a:spLocks noChangeShapeType="1"/>
              </p:cNvSpPr>
              <p:nvPr/>
            </p:nvSpPr>
            <p:spPr bwMode="auto">
              <a:xfrm flipH="1">
                <a:off x="528" y="327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8497" name="Line 33">
                <a:extLst>
                  <a:ext uri="{FF2B5EF4-FFF2-40B4-BE49-F238E27FC236}">
                    <a16:creationId xmlns:a16="http://schemas.microsoft.com/office/drawing/2014/main" id="{2C46F7CA-731A-DD80-01D7-3CF71157DBEF}"/>
                  </a:ext>
                </a:extLst>
              </p:cNvPr>
              <p:cNvSpPr>
                <a:spLocks noChangeShapeType="1"/>
              </p:cNvSpPr>
              <p:nvPr/>
            </p:nvSpPr>
            <p:spPr bwMode="auto">
              <a:xfrm>
                <a:off x="960" y="3278"/>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8498" name="Text Box 34">
                <a:extLst>
                  <a:ext uri="{FF2B5EF4-FFF2-40B4-BE49-F238E27FC236}">
                    <a16:creationId xmlns:a16="http://schemas.microsoft.com/office/drawing/2014/main" id="{F99B0B7C-62B1-0352-B71E-36F39C74A3CD}"/>
                  </a:ext>
                </a:extLst>
              </p:cNvPr>
              <p:cNvSpPr txBox="1">
                <a:spLocks noChangeArrowheads="1"/>
              </p:cNvSpPr>
              <p:nvPr/>
            </p:nvSpPr>
            <p:spPr bwMode="auto">
              <a:xfrm>
                <a:off x="1584" y="225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5</a:t>
                </a:r>
              </a:p>
            </p:txBody>
          </p:sp>
          <p:sp>
            <p:nvSpPr>
              <p:cNvPr id="18499" name="Text Box 35">
                <a:extLst>
                  <a:ext uri="{FF2B5EF4-FFF2-40B4-BE49-F238E27FC236}">
                    <a16:creationId xmlns:a16="http://schemas.microsoft.com/office/drawing/2014/main" id="{3F776499-F33F-DACB-1672-2E67A10BFA53}"/>
                  </a:ext>
                </a:extLst>
              </p:cNvPr>
              <p:cNvSpPr txBox="1">
                <a:spLocks noChangeArrowheads="1"/>
              </p:cNvSpPr>
              <p:nvPr/>
            </p:nvSpPr>
            <p:spPr bwMode="auto">
              <a:xfrm>
                <a:off x="816" y="2920"/>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sp>
            <p:nvSpPr>
              <p:cNvPr id="18500" name="Text Box 36">
                <a:extLst>
                  <a:ext uri="{FF2B5EF4-FFF2-40B4-BE49-F238E27FC236}">
                    <a16:creationId xmlns:a16="http://schemas.microsoft.com/office/drawing/2014/main" id="{9759E504-EC56-D3F0-1FD8-88FB4D14AF3B}"/>
                  </a:ext>
                </a:extLst>
              </p:cNvPr>
              <p:cNvSpPr txBox="1">
                <a:spLocks noChangeArrowheads="1"/>
              </p:cNvSpPr>
              <p:nvPr/>
            </p:nvSpPr>
            <p:spPr bwMode="auto">
              <a:xfrm>
                <a:off x="288" y="348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sp>
            <p:nvSpPr>
              <p:cNvPr id="18501" name="Text Box 37">
                <a:extLst>
                  <a:ext uri="{FF2B5EF4-FFF2-40B4-BE49-F238E27FC236}">
                    <a16:creationId xmlns:a16="http://schemas.microsoft.com/office/drawing/2014/main" id="{938E0D26-A094-830B-1B90-C36D4F04FEAA}"/>
                  </a:ext>
                </a:extLst>
              </p:cNvPr>
              <p:cNvSpPr txBox="1">
                <a:spLocks noChangeArrowheads="1"/>
              </p:cNvSpPr>
              <p:nvPr/>
            </p:nvSpPr>
            <p:spPr bwMode="auto">
              <a:xfrm>
                <a:off x="1104" y="3456"/>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sp>
            <p:nvSpPr>
              <p:cNvPr id="18502" name="Text Box 38">
                <a:extLst>
                  <a:ext uri="{FF2B5EF4-FFF2-40B4-BE49-F238E27FC236}">
                    <a16:creationId xmlns:a16="http://schemas.microsoft.com/office/drawing/2014/main" id="{923F490C-02C6-6057-BFC8-C563321D9639}"/>
                  </a:ext>
                </a:extLst>
              </p:cNvPr>
              <p:cNvSpPr txBox="1">
                <a:spLocks noChangeArrowheads="1"/>
              </p:cNvSpPr>
              <p:nvPr/>
            </p:nvSpPr>
            <p:spPr bwMode="auto">
              <a:xfrm>
                <a:off x="1968" y="2832"/>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8</a:t>
                </a:r>
              </a:p>
            </p:txBody>
          </p:sp>
        </p:grpSp>
        <p:sp>
          <p:nvSpPr>
            <p:cNvPr id="18488" name="Line 39">
              <a:extLst>
                <a:ext uri="{FF2B5EF4-FFF2-40B4-BE49-F238E27FC236}">
                  <a16:creationId xmlns:a16="http://schemas.microsoft.com/office/drawing/2014/main" id="{1D5D56C4-4739-0350-437C-5127B8790D86}"/>
                </a:ext>
              </a:extLst>
            </p:cNvPr>
            <p:cNvSpPr>
              <a:spLocks noChangeShapeType="1"/>
            </p:cNvSpPr>
            <p:nvPr/>
          </p:nvSpPr>
          <p:spPr bwMode="auto">
            <a:xfrm flipH="1">
              <a:off x="3936" y="1824"/>
              <a:ext cx="19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nvGrpSpPr>
          <p:cNvPr id="336936" name="Group 40">
            <a:extLst>
              <a:ext uri="{FF2B5EF4-FFF2-40B4-BE49-F238E27FC236}">
                <a16:creationId xmlns:a16="http://schemas.microsoft.com/office/drawing/2014/main" id="{EBE43A34-A40F-4A80-E1C2-25FDC8CAD56F}"/>
              </a:ext>
            </a:extLst>
          </p:cNvPr>
          <p:cNvGrpSpPr>
            <a:grpSpLocks/>
          </p:cNvGrpSpPr>
          <p:nvPr/>
        </p:nvGrpSpPr>
        <p:grpSpPr bwMode="auto">
          <a:xfrm>
            <a:off x="2895600" y="4114800"/>
            <a:ext cx="2057400" cy="609600"/>
            <a:chOff x="3792" y="1824"/>
            <a:chExt cx="1296" cy="384"/>
          </a:xfrm>
        </p:grpSpPr>
        <p:sp>
          <p:nvSpPr>
            <p:cNvPr id="18483" name="Oval 41">
              <a:extLst>
                <a:ext uri="{FF2B5EF4-FFF2-40B4-BE49-F238E27FC236}">
                  <a16:creationId xmlns:a16="http://schemas.microsoft.com/office/drawing/2014/main" id="{EEEEC3DE-E147-3917-BFEF-7723FD80395B}"/>
                </a:ext>
              </a:extLst>
            </p:cNvPr>
            <p:cNvSpPr>
              <a:spLocks noChangeArrowheads="1"/>
            </p:cNvSpPr>
            <p:nvPr/>
          </p:nvSpPr>
          <p:spPr bwMode="auto">
            <a:xfrm>
              <a:off x="3792" y="1824"/>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84" name="Text Box 42">
              <a:extLst>
                <a:ext uri="{FF2B5EF4-FFF2-40B4-BE49-F238E27FC236}">
                  <a16:creationId xmlns:a16="http://schemas.microsoft.com/office/drawing/2014/main" id="{91A2BF7B-8367-27BC-DB3C-461120A1A131}"/>
                </a:ext>
              </a:extLst>
            </p:cNvPr>
            <p:cNvSpPr txBox="1">
              <a:spLocks noChangeArrowheads="1"/>
            </p:cNvSpPr>
            <p:nvPr/>
          </p:nvSpPr>
          <p:spPr bwMode="auto">
            <a:xfrm>
              <a:off x="3888" y="1920"/>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4</a:t>
              </a:r>
            </a:p>
          </p:txBody>
        </p:sp>
      </p:grpSp>
      <p:grpSp>
        <p:nvGrpSpPr>
          <p:cNvPr id="336939" name="Group 43">
            <a:extLst>
              <a:ext uri="{FF2B5EF4-FFF2-40B4-BE49-F238E27FC236}">
                <a16:creationId xmlns:a16="http://schemas.microsoft.com/office/drawing/2014/main" id="{137948B4-53FD-7E52-D9A7-BFAD09961D56}"/>
              </a:ext>
            </a:extLst>
          </p:cNvPr>
          <p:cNvGrpSpPr>
            <a:grpSpLocks/>
          </p:cNvGrpSpPr>
          <p:nvPr/>
        </p:nvGrpSpPr>
        <p:grpSpPr bwMode="auto">
          <a:xfrm>
            <a:off x="3505200" y="4648200"/>
            <a:ext cx="1447800" cy="1143000"/>
            <a:chOff x="4272" y="2016"/>
            <a:chExt cx="912" cy="720"/>
          </a:xfrm>
        </p:grpSpPr>
        <p:sp>
          <p:nvSpPr>
            <p:cNvPr id="18480" name="Oval 44">
              <a:extLst>
                <a:ext uri="{FF2B5EF4-FFF2-40B4-BE49-F238E27FC236}">
                  <a16:creationId xmlns:a16="http://schemas.microsoft.com/office/drawing/2014/main" id="{C81EC80C-4A84-2D6F-F73B-9382C2984AAE}"/>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81" name="Text Box 45">
              <a:extLst>
                <a:ext uri="{FF2B5EF4-FFF2-40B4-BE49-F238E27FC236}">
                  <a16:creationId xmlns:a16="http://schemas.microsoft.com/office/drawing/2014/main" id="{9BEDC3BC-E4EB-D8D8-F575-75871C2EE796}"/>
                </a:ext>
              </a:extLst>
            </p:cNvPr>
            <p:cNvSpPr txBox="1">
              <a:spLocks noChangeArrowheads="1"/>
            </p:cNvSpPr>
            <p:nvPr/>
          </p:nvSpPr>
          <p:spPr bwMode="auto">
            <a:xfrm>
              <a:off x="4704" y="2352"/>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5</a:t>
              </a:r>
            </a:p>
          </p:txBody>
        </p:sp>
        <p:sp>
          <p:nvSpPr>
            <p:cNvPr id="18482" name="Line 46">
              <a:extLst>
                <a:ext uri="{FF2B5EF4-FFF2-40B4-BE49-F238E27FC236}">
                  <a16:creationId xmlns:a16="http://schemas.microsoft.com/office/drawing/2014/main" id="{07B3A3DF-5E1D-8C1C-3A95-0421B6FD615C}"/>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sp>
        <p:nvSpPr>
          <p:cNvPr id="18447" name="Oval 48">
            <a:extLst>
              <a:ext uri="{FF2B5EF4-FFF2-40B4-BE49-F238E27FC236}">
                <a16:creationId xmlns:a16="http://schemas.microsoft.com/office/drawing/2014/main" id="{B03AED07-813D-70CC-9113-D4758F3BBC66}"/>
              </a:ext>
            </a:extLst>
          </p:cNvPr>
          <p:cNvSpPr>
            <a:spLocks noChangeArrowheads="1"/>
          </p:cNvSpPr>
          <p:nvPr/>
        </p:nvSpPr>
        <p:spPr bwMode="auto">
          <a:xfrm>
            <a:off x="1524000" y="6208714"/>
            <a:ext cx="685800" cy="64928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48" name="Line 49">
            <a:extLst>
              <a:ext uri="{FF2B5EF4-FFF2-40B4-BE49-F238E27FC236}">
                <a16:creationId xmlns:a16="http://schemas.microsoft.com/office/drawing/2014/main" id="{167EBCB5-52A3-34F3-023C-55CA7CD1DBDB}"/>
              </a:ext>
            </a:extLst>
          </p:cNvPr>
          <p:cNvSpPr>
            <a:spLocks noChangeShapeType="1"/>
          </p:cNvSpPr>
          <p:nvPr/>
        </p:nvSpPr>
        <p:spPr bwMode="auto">
          <a:xfrm flipH="1">
            <a:off x="2057400" y="5965825"/>
            <a:ext cx="533400" cy="2428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8449" name="Text Box 50">
            <a:extLst>
              <a:ext uri="{FF2B5EF4-FFF2-40B4-BE49-F238E27FC236}">
                <a16:creationId xmlns:a16="http://schemas.microsoft.com/office/drawing/2014/main" id="{325994B3-E223-8E94-2272-A982FA085B9C}"/>
              </a:ext>
            </a:extLst>
          </p:cNvPr>
          <p:cNvSpPr txBox="1">
            <a:spLocks noChangeArrowheads="1"/>
          </p:cNvSpPr>
          <p:nvPr/>
        </p:nvSpPr>
        <p:spPr bwMode="auto">
          <a:xfrm>
            <a:off x="1676400" y="62896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nvGrpSpPr>
          <p:cNvPr id="336947" name="Group 51">
            <a:extLst>
              <a:ext uri="{FF2B5EF4-FFF2-40B4-BE49-F238E27FC236}">
                <a16:creationId xmlns:a16="http://schemas.microsoft.com/office/drawing/2014/main" id="{E07F5CFC-24E1-22A6-CE5A-BB7685AA0574}"/>
              </a:ext>
            </a:extLst>
          </p:cNvPr>
          <p:cNvGrpSpPr>
            <a:grpSpLocks/>
          </p:cNvGrpSpPr>
          <p:nvPr/>
        </p:nvGrpSpPr>
        <p:grpSpPr bwMode="auto">
          <a:xfrm>
            <a:off x="2362200" y="4724401"/>
            <a:ext cx="1371600" cy="1241425"/>
            <a:chOff x="528" y="2976"/>
            <a:chExt cx="864" cy="782"/>
          </a:xfrm>
        </p:grpSpPr>
        <p:sp>
          <p:nvSpPr>
            <p:cNvPr id="18477" name="Oval 52">
              <a:extLst>
                <a:ext uri="{FF2B5EF4-FFF2-40B4-BE49-F238E27FC236}">
                  <a16:creationId xmlns:a16="http://schemas.microsoft.com/office/drawing/2014/main" id="{3ABC740B-E07D-9B41-5ACC-BB5C3E1099E1}"/>
                </a:ext>
              </a:extLst>
            </p:cNvPr>
            <p:cNvSpPr>
              <a:spLocks noChangeArrowheads="1"/>
            </p:cNvSpPr>
            <p:nvPr/>
          </p:nvSpPr>
          <p:spPr bwMode="auto">
            <a:xfrm>
              <a:off x="528" y="3349"/>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78" name="Text Box 53">
              <a:extLst>
                <a:ext uri="{FF2B5EF4-FFF2-40B4-BE49-F238E27FC236}">
                  <a16:creationId xmlns:a16="http://schemas.microsoft.com/office/drawing/2014/main" id="{DED292E4-51ED-41E6-D71C-BC89370D6004}"/>
                </a:ext>
              </a:extLst>
            </p:cNvPr>
            <p:cNvSpPr txBox="1">
              <a:spLocks noChangeArrowheads="1"/>
            </p:cNvSpPr>
            <p:nvPr/>
          </p:nvSpPr>
          <p:spPr bwMode="auto">
            <a:xfrm>
              <a:off x="624" y="3400"/>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sp>
          <p:nvSpPr>
            <p:cNvPr id="18479" name="Line 54">
              <a:extLst>
                <a:ext uri="{FF2B5EF4-FFF2-40B4-BE49-F238E27FC236}">
                  <a16:creationId xmlns:a16="http://schemas.microsoft.com/office/drawing/2014/main" id="{5CF6B984-C901-8D20-332B-29DBE049020C}"/>
                </a:ext>
              </a:extLst>
            </p:cNvPr>
            <p:cNvSpPr>
              <a:spLocks noChangeShapeType="1"/>
            </p:cNvSpPr>
            <p:nvPr/>
          </p:nvSpPr>
          <p:spPr bwMode="auto">
            <a:xfrm flipH="1">
              <a:off x="768" y="2976"/>
              <a:ext cx="24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nvGrpSpPr>
          <p:cNvPr id="336951" name="Group 55">
            <a:extLst>
              <a:ext uri="{FF2B5EF4-FFF2-40B4-BE49-F238E27FC236}">
                <a16:creationId xmlns:a16="http://schemas.microsoft.com/office/drawing/2014/main" id="{4C4C534F-04C0-9BE4-2193-D4765FA22FE2}"/>
              </a:ext>
            </a:extLst>
          </p:cNvPr>
          <p:cNvGrpSpPr>
            <a:grpSpLocks/>
          </p:cNvGrpSpPr>
          <p:nvPr/>
        </p:nvGrpSpPr>
        <p:grpSpPr bwMode="auto">
          <a:xfrm>
            <a:off x="2971800" y="5867401"/>
            <a:ext cx="1143000" cy="811213"/>
            <a:chOff x="1056" y="1454"/>
            <a:chExt cx="720" cy="511"/>
          </a:xfrm>
        </p:grpSpPr>
        <p:sp>
          <p:nvSpPr>
            <p:cNvPr id="18473" name="Line 56">
              <a:extLst>
                <a:ext uri="{FF2B5EF4-FFF2-40B4-BE49-F238E27FC236}">
                  <a16:creationId xmlns:a16="http://schemas.microsoft.com/office/drawing/2014/main" id="{57C12157-B623-0922-14C6-483FA91DC4E4}"/>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18474" name="Group 57">
              <a:extLst>
                <a:ext uri="{FF2B5EF4-FFF2-40B4-BE49-F238E27FC236}">
                  <a16:creationId xmlns:a16="http://schemas.microsoft.com/office/drawing/2014/main" id="{CA3ED87B-E518-1BA6-7E31-1DC91A16EC94}"/>
                </a:ext>
              </a:extLst>
            </p:cNvPr>
            <p:cNvGrpSpPr>
              <a:grpSpLocks/>
            </p:cNvGrpSpPr>
            <p:nvPr/>
          </p:nvGrpSpPr>
          <p:grpSpPr bwMode="auto">
            <a:xfrm>
              <a:off x="1152" y="1556"/>
              <a:ext cx="624" cy="409"/>
              <a:chOff x="1152" y="1556"/>
              <a:chExt cx="624" cy="409"/>
            </a:xfrm>
          </p:grpSpPr>
          <p:sp>
            <p:nvSpPr>
              <p:cNvPr id="18475" name="Oval 58">
                <a:extLst>
                  <a:ext uri="{FF2B5EF4-FFF2-40B4-BE49-F238E27FC236}">
                    <a16:creationId xmlns:a16="http://schemas.microsoft.com/office/drawing/2014/main" id="{7112BBDD-D1A1-AC5C-87C1-9ABA09B16447}"/>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76" name="Text Box 59">
                <a:extLst>
                  <a:ext uri="{FF2B5EF4-FFF2-40B4-BE49-F238E27FC236}">
                    <a16:creationId xmlns:a16="http://schemas.microsoft.com/office/drawing/2014/main" id="{7EE8D785-BAC5-D520-3174-BD057A932E0F}"/>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3.5</a:t>
                </a:r>
              </a:p>
            </p:txBody>
          </p:sp>
        </p:grpSp>
      </p:grpSp>
      <p:sp>
        <p:nvSpPr>
          <p:cNvPr id="336956" name="Text Box 60">
            <a:extLst>
              <a:ext uri="{FF2B5EF4-FFF2-40B4-BE49-F238E27FC236}">
                <a16:creationId xmlns:a16="http://schemas.microsoft.com/office/drawing/2014/main" id="{373A64FE-2043-807D-C5F5-F504ADAFCD5C}"/>
              </a:ext>
            </a:extLst>
          </p:cNvPr>
          <p:cNvSpPr txBox="1">
            <a:spLocks noChangeArrowheads="1"/>
          </p:cNvSpPr>
          <p:nvPr/>
        </p:nvSpPr>
        <p:spPr bwMode="auto">
          <a:xfrm>
            <a:off x="5867400" y="60198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After Rotation</a:t>
            </a:r>
          </a:p>
        </p:txBody>
      </p:sp>
      <p:grpSp>
        <p:nvGrpSpPr>
          <p:cNvPr id="336957" name="Group 61">
            <a:extLst>
              <a:ext uri="{FF2B5EF4-FFF2-40B4-BE49-F238E27FC236}">
                <a16:creationId xmlns:a16="http://schemas.microsoft.com/office/drawing/2014/main" id="{33A3272C-357A-E73B-6A1E-634587FB2288}"/>
              </a:ext>
            </a:extLst>
          </p:cNvPr>
          <p:cNvGrpSpPr>
            <a:grpSpLocks/>
          </p:cNvGrpSpPr>
          <p:nvPr/>
        </p:nvGrpSpPr>
        <p:grpSpPr bwMode="auto">
          <a:xfrm>
            <a:off x="5638800" y="228600"/>
            <a:ext cx="5029200" cy="3657600"/>
            <a:chOff x="2592" y="144"/>
            <a:chExt cx="3168" cy="2304"/>
          </a:xfrm>
        </p:grpSpPr>
        <p:sp>
          <p:nvSpPr>
            <p:cNvPr id="18461" name="Rectangle 62">
              <a:extLst>
                <a:ext uri="{FF2B5EF4-FFF2-40B4-BE49-F238E27FC236}">
                  <a16:creationId xmlns:a16="http://schemas.microsoft.com/office/drawing/2014/main" id="{FB567B3B-2D46-13E2-845E-CE6011D35BA8}"/>
                </a:ext>
              </a:extLst>
            </p:cNvPr>
            <p:cNvSpPr>
              <a:spLocks noChangeArrowheads="1"/>
            </p:cNvSpPr>
            <p:nvPr/>
          </p:nvSpPr>
          <p:spPr bwMode="auto">
            <a:xfrm>
              <a:off x="4176" y="144"/>
              <a:ext cx="1152" cy="528"/>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62" name="Text Box 63">
              <a:extLst>
                <a:ext uri="{FF2B5EF4-FFF2-40B4-BE49-F238E27FC236}">
                  <a16:creationId xmlns:a16="http://schemas.microsoft.com/office/drawing/2014/main" id="{1956EF14-998D-502C-19D3-B8DCEB4F133D}"/>
                </a:ext>
              </a:extLst>
            </p:cNvPr>
            <p:cNvSpPr txBox="1">
              <a:spLocks noChangeArrowheads="1"/>
            </p:cNvSpPr>
            <p:nvPr/>
          </p:nvSpPr>
          <p:spPr bwMode="auto">
            <a:xfrm>
              <a:off x="4896" y="24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x</a:t>
              </a:r>
            </a:p>
          </p:txBody>
        </p:sp>
        <p:sp>
          <p:nvSpPr>
            <p:cNvPr id="18463" name="Rectangle 64">
              <a:extLst>
                <a:ext uri="{FF2B5EF4-FFF2-40B4-BE49-F238E27FC236}">
                  <a16:creationId xmlns:a16="http://schemas.microsoft.com/office/drawing/2014/main" id="{B244E138-3E09-A15D-43F4-BB1BB34EFD58}"/>
                </a:ext>
              </a:extLst>
            </p:cNvPr>
            <p:cNvSpPr>
              <a:spLocks noChangeArrowheads="1"/>
            </p:cNvSpPr>
            <p:nvPr/>
          </p:nvSpPr>
          <p:spPr bwMode="auto">
            <a:xfrm>
              <a:off x="3072" y="768"/>
              <a:ext cx="1152" cy="528"/>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64" name="Text Box 65">
              <a:extLst>
                <a:ext uri="{FF2B5EF4-FFF2-40B4-BE49-F238E27FC236}">
                  <a16:creationId xmlns:a16="http://schemas.microsoft.com/office/drawing/2014/main" id="{635139C8-59EC-0D7C-4FE7-3C1771A94DEB}"/>
                </a:ext>
              </a:extLst>
            </p:cNvPr>
            <p:cNvSpPr txBox="1">
              <a:spLocks noChangeArrowheads="1"/>
            </p:cNvSpPr>
            <p:nvPr/>
          </p:nvSpPr>
          <p:spPr bwMode="auto">
            <a:xfrm>
              <a:off x="3360" y="76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y</a:t>
              </a:r>
            </a:p>
          </p:txBody>
        </p:sp>
        <p:sp>
          <p:nvSpPr>
            <p:cNvPr id="18465" name="Rectangle 66">
              <a:extLst>
                <a:ext uri="{FF2B5EF4-FFF2-40B4-BE49-F238E27FC236}">
                  <a16:creationId xmlns:a16="http://schemas.microsoft.com/office/drawing/2014/main" id="{477C5429-E181-CF3F-7BE5-F5A042B8A5D0}"/>
                </a:ext>
              </a:extLst>
            </p:cNvPr>
            <p:cNvSpPr>
              <a:spLocks noChangeArrowheads="1"/>
            </p:cNvSpPr>
            <p:nvPr/>
          </p:nvSpPr>
          <p:spPr bwMode="auto">
            <a:xfrm>
              <a:off x="2592" y="1344"/>
              <a:ext cx="1152" cy="528"/>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66" name="Text Box 67">
              <a:extLst>
                <a:ext uri="{FF2B5EF4-FFF2-40B4-BE49-F238E27FC236}">
                  <a16:creationId xmlns:a16="http://schemas.microsoft.com/office/drawing/2014/main" id="{7815409F-7280-F882-E7C1-C67B71E91880}"/>
                </a:ext>
              </a:extLst>
            </p:cNvPr>
            <p:cNvSpPr txBox="1">
              <a:spLocks noChangeArrowheads="1"/>
            </p:cNvSpPr>
            <p:nvPr/>
          </p:nvSpPr>
          <p:spPr bwMode="auto">
            <a:xfrm>
              <a:off x="2736" y="148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A</a:t>
              </a:r>
            </a:p>
          </p:txBody>
        </p:sp>
        <p:sp>
          <p:nvSpPr>
            <p:cNvPr id="18467" name="Rectangle 68">
              <a:extLst>
                <a:ext uri="{FF2B5EF4-FFF2-40B4-BE49-F238E27FC236}">
                  <a16:creationId xmlns:a16="http://schemas.microsoft.com/office/drawing/2014/main" id="{951C67EB-933B-E727-8115-2C95D74F47F8}"/>
                </a:ext>
              </a:extLst>
            </p:cNvPr>
            <p:cNvSpPr>
              <a:spLocks noChangeArrowheads="1"/>
            </p:cNvSpPr>
            <p:nvPr/>
          </p:nvSpPr>
          <p:spPr bwMode="auto">
            <a:xfrm>
              <a:off x="3840" y="1392"/>
              <a:ext cx="1008" cy="432"/>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68" name="Text Box 69">
              <a:extLst>
                <a:ext uri="{FF2B5EF4-FFF2-40B4-BE49-F238E27FC236}">
                  <a16:creationId xmlns:a16="http://schemas.microsoft.com/office/drawing/2014/main" id="{9E46CD29-9D10-CCCB-C89D-40CB429F81D6}"/>
                </a:ext>
              </a:extLst>
            </p:cNvPr>
            <p:cNvSpPr txBox="1">
              <a:spLocks noChangeArrowheads="1"/>
            </p:cNvSpPr>
            <p:nvPr/>
          </p:nvSpPr>
          <p:spPr bwMode="auto">
            <a:xfrm>
              <a:off x="4464" y="148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z</a:t>
              </a:r>
            </a:p>
          </p:txBody>
        </p:sp>
        <p:sp>
          <p:nvSpPr>
            <p:cNvPr id="18469" name="Rectangle 70">
              <a:extLst>
                <a:ext uri="{FF2B5EF4-FFF2-40B4-BE49-F238E27FC236}">
                  <a16:creationId xmlns:a16="http://schemas.microsoft.com/office/drawing/2014/main" id="{DF6BB93A-AE23-080B-80C0-2A5637BE4B00}"/>
                </a:ext>
              </a:extLst>
            </p:cNvPr>
            <p:cNvSpPr>
              <a:spLocks noChangeArrowheads="1"/>
            </p:cNvSpPr>
            <p:nvPr/>
          </p:nvSpPr>
          <p:spPr bwMode="auto">
            <a:xfrm>
              <a:off x="3312" y="1920"/>
              <a:ext cx="960" cy="528"/>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70" name="Text Box 71">
              <a:extLst>
                <a:ext uri="{FF2B5EF4-FFF2-40B4-BE49-F238E27FC236}">
                  <a16:creationId xmlns:a16="http://schemas.microsoft.com/office/drawing/2014/main" id="{D40A904A-6D8C-06AD-377B-6EB111C368CC}"/>
                </a:ext>
              </a:extLst>
            </p:cNvPr>
            <p:cNvSpPr txBox="1">
              <a:spLocks noChangeArrowheads="1"/>
            </p:cNvSpPr>
            <p:nvPr/>
          </p:nvSpPr>
          <p:spPr bwMode="auto">
            <a:xfrm>
              <a:off x="3312" y="201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B</a:t>
              </a:r>
            </a:p>
          </p:txBody>
        </p:sp>
        <p:sp>
          <p:nvSpPr>
            <p:cNvPr id="18471" name="Rectangle 72">
              <a:extLst>
                <a:ext uri="{FF2B5EF4-FFF2-40B4-BE49-F238E27FC236}">
                  <a16:creationId xmlns:a16="http://schemas.microsoft.com/office/drawing/2014/main" id="{ABFA27EC-48AE-F48E-2FC6-0FF5AC6EE44F}"/>
                </a:ext>
              </a:extLst>
            </p:cNvPr>
            <p:cNvSpPr>
              <a:spLocks noChangeArrowheads="1"/>
            </p:cNvSpPr>
            <p:nvPr/>
          </p:nvSpPr>
          <p:spPr bwMode="auto">
            <a:xfrm>
              <a:off x="4800" y="720"/>
              <a:ext cx="960" cy="528"/>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72" name="Text Box 73">
              <a:extLst>
                <a:ext uri="{FF2B5EF4-FFF2-40B4-BE49-F238E27FC236}">
                  <a16:creationId xmlns:a16="http://schemas.microsoft.com/office/drawing/2014/main" id="{6C1453F5-69F9-B4D4-6BB3-21714D8B2290}"/>
                </a:ext>
              </a:extLst>
            </p:cNvPr>
            <p:cNvSpPr txBox="1">
              <a:spLocks noChangeArrowheads="1"/>
            </p:cNvSpPr>
            <p:nvPr/>
          </p:nvSpPr>
          <p:spPr bwMode="auto">
            <a:xfrm>
              <a:off x="5376" y="672"/>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C</a:t>
              </a:r>
            </a:p>
          </p:txBody>
        </p:sp>
      </p:grpSp>
      <p:grpSp>
        <p:nvGrpSpPr>
          <p:cNvPr id="336970" name="Group 74">
            <a:extLst>
              <a:ext uri="{FF2B5EF4-FFF2-40B4-BE49-F238E27FC236}">
                <a16:creationId xmlns:a16="http://schemas.microsoft.com/office/drawing/2014/main" id="{C064B292-8065-A23D-6B09-C6E3642290F3}"/>
              </a:ext>
            </a:extLst>
          </p:cNvPr>
          <p:cNvGrpSpPr>
            <a:grpSpLocks/>
          </p:cNvGrpSpPr>
          <p:nvPr/>
        </p:nvGrpSpPr>
        <p:grpSpPr bwMode="auto">
          <a:xfrm>
            <a:off x="4724400" y="5791201"/>
            <a:ext cx="1143000" cy="811213"/>
            <a:chOff x="1056" y="1454"/>
            <a:chExt cx="720" cy="511"/>
          </a:xfrm>
        </p:grpSpPr>
        <p:sp>
          <p:nvSpPr>
            <p:cNvPr id="18457" name="Line 75">
              <a:extLst>
                <a:ext uri="{FF2B5EF4-FFF2-40B4-BE49-F238E27FC236}">
                  <a16:creationId xmlns:a16="http://schemas.microsoft.com/office/drawing/2014/main" id="{DA4EB731-40B2-CFFD-9426-658B00655791}"/>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18458" name="Group 76">
              <a:extLst>
                <a:ext uri="{FF2B5EF4-FFF2-40B4-BE49-F238E27FC236}">
                  <a16:creationId xmlns:a16="http://schemas.microsoft.com/office/drawing/2014/main" id="{3DF541D6-EEA4-3B21-1CBD-812AE9E928DD}"/>
                </a:ext>
              </a:extLst>
            </p:cNvPr>
            <p:cNvGrpSpPr>
              <a:grpSpLocks/>
            </p:cNvGrpSpPr>
            <p:nvPr/>
          </p:nvGrpSpPr>
          <p:grpSpPr bwMode="auto">
            <a:xfrm>
              <a:off x="1152" y="1556"/>
              <a:ext cx="624" cy="409"/>
              <a:chOff x="1152" y="1556"/>
              <a:chExt cx="624" cy="409"/>
            </a:xfrm>
          </p:grpSpPr>
          <p:sp>
            <p:nvSpPr>
              <p:cNvPr id="18459" name="Oval 77">
                <a:extLst>
                  <a:ext uri="{FF2B5EF4-FFF2-40B4-BE49-F238E27FC236}">
                    <a16:creationId xmlns:a16="http://schemas.microsoft.com/office/drawing/2014/main" id="{F8E8A2E0-A4A0-206E-24A2-7F744D062980}"/>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8460" name="Text Box 78">
                <a:extLst>
                  <a:ext uri="{FF2B5EF4-FFF2-40B4-BE49-F238E27FC236}">
                    <a16:creationId xmlns:a16="http://schemas.microsoft.com/office/drawing/2014/main" id="{545D2530-B574-E432-7561-13D71E336DF7}"/>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8</a:t>
                </a:r>
              </a:p>
            </p:txBody>
          </p:sp>
        </p:grpSp>
      </p:grpSp>
      <p:sp>
        <p:nvSpPr>
          <p:cNvPr id="18455" name="Line 79">
            <a:extLst>
              <a:ext uri="{FF2B5EF4-FFF2-40B4-BE49-F238E27FC236}">
                <a16:creationId xmlns:a16="http://schemas.microsoft.com/office/drawing/2014/main" id="{302DDAAF-AB35-0818-93E2-63AE50932BA1}"/>
              </a:ext>
            </a:extLst>
          </p:cNvPr>
          <p:cNvSpPr>
            <a:spLocks noChangeShapeType="1"/>
          </p:cNvSpPr>
          <p:nvPr/>
        </p:nvSpPr>
        <p:spPr bwMode="auto">
          <a:xfrm flipV="1">
            <a:off x="5257800" y="914400"/>
            <a:ext cx="1066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8456" name="Line 80">
            <a:extLst>
              <a:ext uri="{FF2B5EF4-FFF2-40B4-BE49-F238E27FC236}">
                <a16:creationId xmlns:a16="http://schemas.microsoft.com/office/drawing/2014/main" id="{6ABBBC76-88C0-A976-00DE-59AD2CDE9D19}"/>
              </a:ext>
            </a:extLst>
          </p:cNvPr>
          <p:cNvSpPr>
            <a:spLocks noChangeShapeType="1"/>
          </p:cNvSpPr>
          <p:nvPr/>
        </p:nvSpPr>
        <p:spPr bwMode="auto">
          <a:xfrm flipH="1">
            <a:off x="5181600" y="3886200"/>
            <a:ext cx="990600" cy="76200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369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336917"/>
                                        </p:tgtEl>
                                        <p:attrNameLst>
                                          <p:attrName>style.visibility</p:attrName>
                                        </p:attrNameLst>
                                      </p:cBhvr>
                                      <p:to>
                                        <p:strVal val="visible"/>
                                      </p:to>
                                    </p:set>
                                    <p:anim calcmode="lin" valueType="num">
                                      <p:cBhvr additive="base">
                                        <p:cTn id="11" dur="500" fill="hold"/>
                                        <p:tgtEl>
                                          <p:spTgt spid="336917"/>
                                        </p:tgtEl>
                                        <p:attrNameLst>
                                          <p:attrName>ppt_x</p:attrName>
                                        </p:attrNameLst>
                                      </p:cBhvr>
                                      <p:tavLst>
                                        <p:tav tm="0">
                                          <p:val>
                                            <p:strVal val="0-#ppt_w/2"/>
                                          </p:val>
                                        </p:tav>
                                        <p:tav tm="100000">
                                          <p:val>
                                            <p:strVal val="#ppt_x"/>
                                          </p:val>
                                        </p:tav>
                                      </p:tavLst>
                                    </p:anim>
                                    <p:anim calcmode="lin" valueType="num">
                                      <p:cBhvr additive="base">
                                        <p:cTn id="12" dur="500" fill="hold"/>
                                        <p:tgtEl>
                                          <p:spTgt spid="336917"/>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33695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33695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33693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336947"/>
                                        </p:tgtEl>
                                        <p:attrNameLst>
                                          <p:attrName>style.visibility</p:attrName>
                                        </p:attrNameLst>
                                      </p:cBhvr>
                                      <p:to>
                                        <p:strVal val="visible"/>
                                      </p:to>
                                    </p:set>
                                    <p:anim calcmode="lin" valueType="num">
                                      <p:cBhvr additive="base">
                                        <p:cTn id="29" dur="500" fill="hold"/>
                                        <p:tgtEl>
                                          <p:spTgt spid="336947"/>
                                        </p:tgtEl>
                                        <p:attrNameLst>
                                          <p:attrName>ppt_x</p:attrName>
                                        </p:attrNameLst>
                                      </p:cBhvr>
                                      <p:tavLst>
                                        <p:tav tm="0">
                                          <p:val>
                                            <p:strVal val="0-#ppt_w/2"/>
                                          </p:val>
                                        </p:tav>
                                        <p:tav tm="100000">
                                          <p:val>
                                            <p:strVal val="#ppt_x"/>
                                          </p:val>
                                        </p:tav>
                                      </p:tavLst>
                                    </p:anim>
                                    <p:anim calcmode="lin" valueType="num">
                                      <p:cBhvr additive="base">
                                        <p:cTn id="30" dur="500" fill="hold"/>
                                        <p:tgtEl>
                                          <p:spTgt spid="336947"/>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3693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33697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3369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12" grpId="0" autoUpdateAnimBg="0"/>
      <p:bldP spid="336956"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D2F3311-2BEA-C961-E5F1-F341AF94C6AA}"/>
              </a:ext>
            </a:extLst>
          </p:cNvPr>
          <p:cNvSpPr>
            <a:spLocks noGrp="1" noChangeArrowheads="1"/>
          </p:cNvSpPr>
          <p:nvPr>
            <p:ph type="title"/>
          </p:nvPr>
        </p:nvSpPr>
        <p:spPr/>
        <p:txBody>
          <a:bodyPr/>
          <a:lstStyle/>
          <a:p>
            <a:r>
              <a:rPr lang="en-US" altLang="en-US"/>
              <a:t>An Extended Example</a:t>
            </a:r>
          </a:p>
        </p:txBody>
      </p:sp>
      <p:sp>
        <p:nvSpPr>
          <p:cNvPr id="19459" name="Text Box 3">
            <a:extLst>
              <a:ext uri="{FF2B5EF4-FFF2-40B4-BE49-F238E27FC236}">
                <a16:creationId xmlns:a16="http://schemas.microsoft.com/office/drawing/2014/main" id="{32DFDBBD-8C32-4EC0-42F6-EA6DD884B534}"/>
              </a:ext>
            </a:extLst>
          </p:cNvPr>
          <p:cNvSpPr txBox="1">
            <a:spLocks noChangeArrowheads="1"/>
          </p:cNvSpPr>
          <p:nvPr/>
        </p:nvSpPr>
        <p:spPr bwMode="auto">
          <a:xfrm>
            <a:off x="2133600" y="1981200"/>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Insert 3,2,1,4,5,6,7, 16,15,14</a:t>
            </a:r>
          </a:p>
        </p:txBody>
      </p:sp>
      <p:grpSp>
        <p:nvGrpSpPr>
          <p:cNvPr id="342020" name="Group 4">
            <a:extLst>
              <a:ext uri="{FF2B5EF4-FFF2-40B4-BE49-F238E27FC236}">
                <a16:creationId xmlns:a16="http://schemas.microsoft.com/office/drawing/2014/main" id="{69DABBF9-B775-E414-AB4E-33FD467E136C}"/>
              </a:ext>
            </a:extLst>
          </p:cNvPr>
          <p:cNvGrpSpPr>
            <a:grpSpLocks/>
          </p:cNvGrpSpPr>
          <p:nvPr/>
        </p:nvGrpSpPr>
        <p:grpSpPr bwMode="auto">
          <a:xfrm>
            <a:off x="2514600" y="2819401"/>
            <a:ext cx="1600200" cy="1281113"/>
            <a:chOff x="624" y="1776"/>
            <a:chExt cx="1008" cy="807"/>
          </a:xfrm>
        </p:grpSpPr>
        <p:grpSp>
          <p:nvGrpSpPr>
            <p:cNvPr id="19544" name="Group 5">
              <a:extLst>
                <a:ext uri="{FF2B5EF4-FFF2-40B4-BE49-F238E27FC236}">
                  <a16:creationId xmlns:a16="http://schemas.microsoft.com/office/drawing/2014/main" id="{704B2269-4D6A-EBAF-9593-4498220886D6}"/>
                </a:ext>
              </a:extLst>
            </p:cNvPr>
            <p:cNvGrpSpPr>
              <a:grpSpLocks/>
            </p:cNvGrpSpPr>
            <p:nvPr/>
          </p:nvGrpSpPr>
          <p:grpSpPr bwMode="auto">
            <a:xfrm>
              <a:off x="720" y="1776"/>
              <a:ext cx="912" cy="409"/>
              <a:chOff x="720" y="1776"/>
              <a:chExt cx="912" cy="409"/>
            </a:xfrm>
          </p:grpSpPr>
          <p:sp>
            <p:nvSpPr>
              <p:cNvPr id="19546" name="Oval 6">
                <a:extLst>
                  <a:ext uri="{FF2B5EF4-FFF2-40B4-BE49-F238E27FC236}">
                    <a16:creationId xmlns:a16="http://schemas.microsoft.com/office/drawing/2014/main" id="{5225AA8B-990E-4E38-227B-B0B6A0E1513E}"/>
                  </a:ext>
                </a:extLst>
              </p:cNvPr>
              <p:cNvSpPr>
                <a:spLocks noChangeArrowheads="1"/>
              </p:cNvSpPr>
              <p:nvPr/>
            </p:nvSpPr>
            <p:spPr bwMode="auto">
              <a:xfrm>
                <a:off x="720" y="177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47" name="Text Box 7">
                <a:extLst>
                  <a:ext uri="{FF2B5EF4-FFF2-40B4-BE49-F238E27FC236}">
                    <a16:creationId xmlns:a16="http://schemas.microsoft.com/office/drawing/2014/main" id="{99172E1F-8BD0-A28F-4935-5370ED8289FA}"/>
                  </a:ext>
                </a:extLst>
              </p:cNvPr>
              <p:cNvSpPr txBox="1">
                <a:spLocks noChangeArrowheads="1"/>
              </p:cNvSpPr>
              <p:nvPr/>
            </p:nvSpPr>
            <p:spPr bwMode="auto">
              <a:xfrm>
                <a:off x="864" y="187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grpSp>
        <p:sp>
          <p:nvSpPr>
            <p:cNvPr id="19545" name="Text Box 8">
              <a:extLst>
                <a:ext uri="{FF2B5EF4-FFF2-40B4-BE49-F238E27FC236}">
                  <a16:creationId xmlns:a16="http://schemas.microsoft.com/office/drawing/2014/main" id="{306E26BD-5CD0-1D33-B376-8609020C4006}"/>
                </a:ext>
              </a:extLst>
            </p:cNvPr>
            <p:cNvSpPr txBox="1">
              <a:spLocks noChangeArrowheads="1"/>
            </p:cNvSpPr>
            <p:nvPr/>
          </p:nvSpPr>
          <p:spPr bwMode="auto">
            <a:xfrm>
              <a:off x="624" y="235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1</a:t>
              </a:r>
            </a:p>
          </p:txBody>
        </p:sp>
      </p:grpSp>
      <p:grpSp>
        <p:nvGrpSpPr>
          <p:cNvPr id="342025" name="Group 9">
            <a:extLst>
              <a:ext uri="{FF2B5EF4-FFF2-40B4-BE49-F238E27FC236}">
                <a16:creationId xmlns:a16="http://schemas.microsoft.com/office/drawing/2014/main" id="{33CBBA9A-86C6-9BA6-CCED-1757456D5DA0}"/>
              </a:ext>
            </a:extLst>
          </p:cNvPr>
          <p:cNvGrpSpPr>
            <a:grpSpLocks/>
          </p:cNvGrpSpPr>
          <p:nvPr/>
        </p:nvGrpSpPr>
        <p:grpSpPr bwMode="auto">
          <a:xfrm>
            <a:off x="3810000" y="2667001"/>
            <a:ext cx="2209800" cy="1966913"/>
            <a:chOff x="1440" y="1680"/>
            <a:chExt cx="1392" cy="1239"/>
          </a:xfrm>
        </p:grpSpPr>
        <p:grpSp>
          <p:nvGrpSpPr>
            <p:cNvPr id="19537" name="Group 10">
              <a:extLst>
                <a:ext uri="{FF2B5EF4-FFF2-40B4-BE49-F238E27FC236}">
                  <a16:creationId xmlns:a16="http://schemas.microsoft.com/office/drawing/2014/main" id="{C4B09BF1-DC89-E9E2-B659-96A2C537BCB7}"/>
                </a:ext>
              </a:extLst>
            </p:cNvPr>
            <p:cNvGrpSpPr>
              <a:grpSpLocks/>
            </p:cNvGrpSpPr>
            <p:nvPr/>
          </p:nvGrpSpPr>
          <p:grpSpPr bwMode="auto">
            <a:xfrm>
              <a:off x="1440" y="1680"/>
              <a:ext cx="1392" cy="971"/>
              <a:chOff x="288" y="1045"/>
              <a:chExt cx="1392" cy="971"/>
            </a:xfrm>
          </p:grpSpPr>
          <p:sp>
            <p:nvSpPr>
              <p:cNvPr id="19539" name="Oval 11">
                <a:extLst>
                  <a:ext uri="{FF2B5EF4-FFF2-40B4-BE49-F238E27FC236}">
                    <a16:creationId xmlns:a16="http://schemas.microsoft.com/office/drawing/2014/main" id="{50DC6713-7A2D-201C-DEE1-7C5439CA72FD}"/>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40" name="Oval 12">
                <a:extLst>
                  <a:ext uri="{FF2B5EF4-FFF2-40B4-BE49-F238E27FC236}">
                    <a16:creationId xmlns:a16="http://schemas.microsoft.com/office/drawing/2014/main" id="{A2C13F64-F295-DDB3-38E1-16949916F4F8}"/>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41" name="Line 13">
                <a:extLst>
                  <a:ext uri="{FF2B5EF4-FFF2-40B4-BE49-F238E27FC236}">
                    <a16:creationId xmlns:a16="http://schemas.microsoft.com/office/drawing/2014/main" id="{ABE3CFAA-B59A-8021-1F1F-2A2C106C5CD3}"/>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9542" name="Text Box 14">
                <a:extLst>
                  <a:ext uri="{FF2B5EF4-FFF2-40B4-BE49-F238E27FC236}">
                    <a16:creationId xmlns:a16="http://schemas.microsoft.com/office/drawing/2014/main" id="{E2ED89EA-E757-FE73-A9E6-59D7ED2B5FB3}"/>
                  </a:ext>
                </a:extLst>
              </p:cNvPr>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sp>
            <p:nvSpPr>
              <p:cNvPr id="19543" name="Text Box 15">
                <a:extLst>
                  <a:ext uri="{FF2B5EF4-FFF2-40B4-BE49-F238E27FC236}">
                    <a16:creationId xmlns:a16="http://schemas.microsoft.com/office/drawing/2014/main" id="{0633B116-1D8E-0BF1-1136-40E7053A6ACF}"/>
                  </a:ext>
                </a:extLst>
              </p:cNvPr>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grpSp>
        <p:sp>
          <p:nvSpPr>
            <p:cNvPr id="19538" name="Text Box 16">
              <a:extLst>
                <a:ext uri="{FF2B5EF4-FFF2-40B4-BE49-F238E27FC236}">
                  <a16:creationId xmlns:a16="http://schemas.microsoft.com/office/drawing/2014/main" id="{AD991E7B-8F32-08ED-78DC-7017E761FB36}"/>
                </a:ext>
              </a:extLst>
            </p:cNvPr>
            <p:cNvSpPr txBox="1">
              <a:spLocks noChangeArrowheads="1"/>
            </p:cNvSpPr>
            <p:nvPr/>
          </p:nvSpPr>
          <p:spPr bwMode="auto">
            <a:xfrm>
              <a:off x="1536" y="268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2</a:t>
              </a:r>
            </a:p>
          </p:txBody>
        </p:sp>
      </p:grpSp>
      <p:grpSp>
        <p:nvGrpSpPr>
          <p:cNvPr id="342033" name="Group 17">
            <a:extLst>
              <a:ext uri="{FF2B5EF4-FFF2-40B4-BE49-F238E27FC236}">
                <a16:creationId xmlns:a16="http://schemas.microsoft.com/office/drawing/2014/main" id="{10AF5999-8FF3-841B-9ADC-AB3F31F60527}"/>
              </a:ext>
            </a:extLst>
          </p:cNvPr>
          <p:cNvGrpSpPr>
            <a:grpSpLocks/>
          </p:cNvGrpSpPr>
          <p:nvPr/>
        </p:nvGrpSpPr>
        <p:grpSpPr bwMode="auto">
          <a:xfrm>
            <a:off x="5334000" y="2514601"/>
            <a:ext cx="2819400" cy="3109913"/>
            <a:chOff x="2400" y="1584"/>
            <a:chExt cx="1776" cy="1959"/>
          </a:xfrm>
        </p:grpSpPr>
        <p:grpSp>
          <p:nvGrpSpPr>
            <p:cNvPr id="19525" name="Group 18">
              <a:extLst>
                <a:ext uri="{FF2B5EF4-FFF2-40B4-BE49-F238E27FC236}">
                  <a16:creationId xmlns:a16="http://schemas.microsoft.com/office/drawing/2014/main" id="{8FDFDD61-9C3E-D125-5789-539A530AB95A}"/>
                </a:ext>
              </a:extLst>
            </p:cNvPr>
            <p:cNvGrpSpPr>
              <a:grpSpLocks/>
            </p:cNvGrpSpPr>
            <p:nvPr/>
          </p:nvGrpSpPr>
          <p:grpSpPr bwMode="auto">
            <a:xfrm>
              <a:off x="2400" y="1584"/>
              <a:ext cx="1776" cy="1694"/>
              <a:chOff x="2400" y="1584"/>
              <a:chExt cx="1776" cy="1694"/>
            </a:xfrm>
          </p:grpSpPr>
          <p:grpSp>
            <p:nvGrpSpPr>
              <p:cNvPr id="19527" name="Group 19">
                <a:extLst>
                  <a:ext uri="{FF2B5EF4-FFF2-40B4-BE49-F238E27FC236}">
                    <a16:creationId xmlns:a16="http://schemas.microsoft.com/office/drawing/2014/main" id="{4C4F03F4-11FC-273A-4714-13F7C7388597}"/>
                  </a:ext>
                </a:extLst>
              </p:cNvPr>
              <p:cNvGrpSpPr>
                <a:grpSpLocks/>
              </p:cNvGrpSpPr>
              <p:nvPr/>
            </p:nvGrpSpPr>
            <p:grpSpPr bwMode="auto">
              <a:xfrm>
                <a:off x="2784" y="1584"/>
                <a:ext cx="1392" cy="971"/>
                <a:chOff x="288" y="1045"/>
                <a:chExt cx="1392" cy="971"/>
              </a:xfrm>
            </p:grpSpPr>
            <p:sp>
              <p:nvSpPr>
                <p:cNvPr id="19532" name="Oval 20">
                  <a:extLst>
                    <a:ext uri="{FF2B5EF4-FFF2-40B4-BE49-F238E27FC236}">
                      <a16:creationId xmlns:a16="http://schemas.microsoft.com/office/drawing/2014/main" id="{1078F22A-821E-716C-784C-19C92335B957}"/>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33" name="Oval 21">
                  <a:extLst>
                    <a:ext uri="{FF2B5EF4-FFF2-40B4-BE49-F238E27FC236}">
                      <a16:creationId xmlns:a16="http://schemas.microsoft.com/office/drawing/2014/main" id="{FC969823-D0EF-FA77-0856-EDAE1CA08F85}"/>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34" name="Line 22">
                  <a:extLst>
                    <a:ext uri="{FF2B5EF4-FFF2-40B4-BE49-F238E27FC236}">
                      <a16:creationId xmlns:a16="http://schemas.microsoft.com/office/drawing/2014/main" id="{BF17D222-CA9A-FFA0-EDB9-0300DFDAD60B}"/>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9535" name="Text Box 23">
                  <a:extLst>
                    <a:ext uri="{FF2B5EF4-FFF2-40B4-BE49-F238E27FC236}">
                      <a16:creationId xmlns:a16="http://schemas.microsoft.com/office/drawing/2014/main" id="{449923D2-4E10-3B6D-42A6-D277AC6E9EAF}"/>
                    </a:ext>
                  </a:extLst>
                </p:cNvPr>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sp>
              <p:nvSpPr>
                <p:cNvPr id="19536" name="Text Box 24">
                  <a:extLst>
                    <a:ext uri="{FF2B5EF4-FFF2-40B4-BE49-F238E27FC236}">
                      <a16:creationId xmlns:a16="http://schemas.microsoft.com/office/drawing/2014/main" id="{C1E7F0AD-5D73-38CB-43B0-B2A7819A79B5}"/>
                    </a:ext>
                  </a:extLst>
                </p:cNvPr>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grpSp>
          <p:grpSp>
            <p:nvGrpSpPr>
              <p:cNvPr id="19528" name="Group 25">
                <a:extLst>
                  <a:ext uri="{FF2B5EF4-FFF2-40B4-BE49-F238E27FC236}">
                    <a16:creationId xmlns:a16="http://schemas.microsoft.com/office/drawing/2014/main" id="{B64D73F4-3826-533C-7799-B4F2E51822AC}"/>
                  </a:ext>
                </a:extLst>
              </p:cNvPr>
              <p:cNvGrpSpPr>
                <a:grpSpLocks/>
              </p:cNvGrpSpPr>
              <p:nvPr/>
            </p:nvGrpSpPr>
            <p:grpSpPr bwMode="auto">
              <a:xfrm>
                <a:off x="2400" y="2496"/>
                <a:ext cx="864" cy="782"/>
                <a:chOff x="528" y="2976"/>
                <a:chExt cx="864" cy="782"/>
              </a:xfrm>
            </p:grpSpPr>
            <p:sp>
              <p:nvSpPr>
                <p:cNvPr id="19529" name="Oval 26">
                  <a:extLst>
                    <a:ext uri="{FF2B5EF4-FFF2-40B4-BE49-F238E27FC236}">
                      <a16:creationId xmlns:a16="http://schemas.microsoft.com/office/drawing/2014/main" id="{CDBF4617-BC28-30A0-873A-EEB4C2B6B20A}"/>
                    </a:ext>
                  </a:extLst>
                </p:cNvPr>
                <p:cNvSpPr>
                  <a:spLocks noChangeArrowheads="1"/>
                </p:cNvSpPr>
                <p:nvPr/>
              </p:nvSpPr>
              <p:spPr bwMode="auto">
                <a:xfrm>
                  <a:off x="528" y="3349"/>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30" name="Text Box 27">
                  <a:extLst>
                    <a:ext uri="{FF2B5EF4-FFF2-40B4-BE49-F238E27FC236}">
                      <a16:creationId xmlns:a16="http://schemas.microsoft.com/office/drawing/2014/main" id="{590E6181-2FAF-B65C-391C-57058B5984F4}"/>
                    </a:ext>
                  </a:extLst>
                </p:cNvPr>
                <p:cNvSpPr txBox="1">
                  <a:spLocks noChangeArrowheads="1"/>
                </p:cNvSpPr>
                <p:nvPr/>
              </p:nvSpPr>
              <p:spPr bwMode="auto">
                <a:xfrm>
                  <a:off x="624" y="3400"/>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sp>
              <p:nvSpPr>
                <p:cNvPr id="19531" name="Line 28">
                  <a:extLst>
                    <a:ext uri="{FF2B5EF4-FFF2-40B4-BE49-F238E27FC236}">
                      <a16:creationId xmlns:a16="http://schemas.microsoft.com/office/drawing/2014/main" id="{418B1618-51BF-9D08-CF5B-80A2D97B3092}"/>
                    </a:ext>
                  </a:extLst>
                </p:cNvPr>
                <p:cNvSpPr>
                  <a:spLocks noChangeShapeType="1"/>
                </p:cNvSpPr>
                <p:nvPr/>
              </p:nvSpPr>
              <p:spPr bwMode="auto">
                <a:xfrm flipH="1">
                  <a:off x="768" y="2976"/>
                  <a:ext cx="24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sp>
          <p:nvSpPr>
            <p:cNvPr id="19526" name="Text Box 29">
              <a:extLst>
                <a:ext uri="{FF2B5EF4-FFF2-40B4-BE49-F238E27FC236}">
                  <a16:creationId xmlns:a16="http://schemas.microsoft.com/office/drawing/2014/main" id="{72342E86-36B6-4822-5C2D-5BCCDBF7D151}"/>
                </a:ext>
              </a:extLst>
            </p:cNvPr>
            <p:cNvSpPr txBox="1">
              <a:spLocks noChangeArrowheads="1"/>
            </p:cNvSpPr>
            <p:nvPr/>
          </p:nvSpPr>
          <p:spPr bwMode="auto">
            <a:xfrm>
              <a:off x="2448" y="331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3</a:t>
              </a:r>
            </a:p>
          </p:txBody>
        </p:sp>
      </p:grpSp>
      <p:grpSp>
        <p:nvGrpSpPr>
          <p:cNvPr id="342046" name="Group 30">
            <a:extLst>
              <a:ext uri="{FF2B5EF4-FFF2-40B4-BE49-F238E27FC236}">
                <a16:creationId xmlns:a16="http://schemas.microsoft.com/office/drawing/2014/main" id="{AC42C3BF-61F6-16DE-7EF7-B8B0BCEE2E77}"/>
              </a:ext>
            </a:extLst>
          </p:cNvPr>
          <p:cNvGrpSpPr>
            <a:grpSpLocks/>
          </p:cNvGrpSpPr>
          <p:nvPr/>
        </p:nvGrpSpPr>
        <p:grpSpPr bwMode="auto">
          <a:xfrm>
            <a:off x="7620000" y="2590801"/>
            <a:ext cx="2362200" cy="1662113"/>
            <a:chOff x="3840" y="1632"/>
            <a:chExt cx="1488" cy="1047"/>
          </a:xfrm>
        </p:grpSpPr>
        <p:grpSp>
          <p:nvGrpSpPr>
            <p:cNvPr id="19513" name="Group 31">
              <a:extLst>
                <a:ext uri="{FF2B5EF4-FFF2-40B4-BE49-F238E27FC236}">
                  <a16:creationId xmlns:a16="http://schemas.microsoft.com/office/drawing/2014/main" id="{BC0CFBB0-0F32-3F23-0815-25A8A360A7D0}"/>
                </a:ext>
              </a:extLst>
            </p:cNvPr>
            <p:cNvGrpSpPr>
              <a:grpSpLocks/>
            </p:cNvGrpSpPr>
            <p:nvPr/>
          </p:nvGrpSpPr>
          <p:grpSpPr bwMode="auto">
            <a:xfrm>
              <a:off x="3840" y="1632"/>
              <a:ext cx="1488" cy="971"/>
              <a:chOff x="3840" y="1632"/>
              <a:chExt cx="1488" cy="971"/>
            </a:xfrm>
          </p:grpSpPr>
          <p:grpSp>
            <p:nvGrpSpPr>
              <p:cNvPr id="19515" name="Group 32">
                <a:extLst>
                  <a:ext uri="{FF2B5EF4-FFF2-40B4-BE49-F238E27FC236}">
                    <a16:creationId xmlns:a16="http://schemas.microsoft.com/office/drawing/2014/main" id="{3CC52C3B-0D8C-27B5-55CB-4D6F27A9F379}"/>
                  </a:ext>
                </a:extLst>
              </p:cNvPr>
              <p:cNvGrpSpPr>
                <a:grpSpLocks/>
              </p:cNvGrpSpPr>
              <p:nvPr/>
            </p:nvGrpSpPr>
            <p:grpSpPr bwMode="auto">
              <a:xfrm>
                <a:off x="3840" y="1632"/>
                <a:ext cx="1392" cy="971"/>
                <a:chOff x="288" y="1045"/>
                <a:chExt cx="1392" cy="971"/>
              </a:xfrm>
            </p:grpSpPr>
            <p:sp>
              <p:nvSpPr>
                <p:cNvPr id="19520" name="Oval 33">
                  <a:extLst>
                    <a:ext uri="{FF2B5EF4-FFF2-40B4-BE49-F238E27FC236}">
                      <a16:creationId xmlns:a16="http://schemas.microsoft.com/office/drawing/2014/main" id="{F4A68D3A-BF18-F563-6F1E-5ED49ED66E06}"/>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21" name="Oval 34">
                  <a:extLst>
                    <a:ext uri="{FF2B5EF4-FFF2-40B4-BE49-F238E27FC236}">
                      <a16:creationId xmlns:a16="http://schemas.microsoft.com/office/drawing/2014/main" id="{4CCF2DBE-F74B-9A2E-384C-BDC716D2DE10}"/>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22" name="Line 35">
                  <a:extLst>
                    <a:ext uri="{FF2B5EF4-FFF2-40B4-BE49-F238E27FC236}">
                      <a16:creationId xmlns:a16="http://schemas.microsoft.com/office/drawing/2014/main" id="{10DC1280-202F-1BC7-49E9-14FE6845E22B}"/>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9523" name="Text Box 36">
                  <a:extLst>
                    <a:ext uri="{FF2B5EF4-FFF2-40B4-BE49-F238E27FC236}">
                      <a16:creationId xmlns:a16="http://schemas.microsoft.com/office/drawing/2014/main" id="{895EB1D2-968F-9B31-5131-2543CA633598}"/>
                    </a:ext>
                  </a:extLst>
                </p:cNvPr>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sp>
              <p:nvSpPr>
                <p:cNvPr id="19524" name="Text Box 37">
                  <a:extLst>
                    <a:ext uri="{FF2B5EF4-FFF2-40B4-BE49-F238E27FC236}">
                      <a16:creationId xmlns:a16="http://schemas.microsoft.com/office/drawing/2014/main" id="{1F1784C1-AD46-9D71-DFEA-2FDDD40F5067}"/>
                    </a:ext>
                  </a:extLst>
                </p:cNvPr>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19516" name="Group 38">
                <a:extLst>
                  <a:ext uri="{FF2B5EF4-FFF2-40B4-BE49-F238E27FC236}">
                    <a16:creationId xmlns:a16="http://schemas.microsoft.com/office/drawing/2014/main" id="{F120DDE8-8A2C-52CB-650D-CF73984F4683}"/>
                  </a:ext>
                </a:extLst>
              </p:cNvPr>
              <p:cNvGrpSpPr>
                <a:grpSpLocks/>
              </p:cNvGrpSpPr>
              <p:nvPr/>
            </p:nvGrpSpPr>
            <p:grpSpPr bwMode="auto">
              <a:xfrm>
                <a:off x="4656" y="2016"/>
                <a:ext cx="672" cy="576"/>
                <a:chOff x="4272" y="2016"/>
                <a:chExt cx="912" cy="720"/>
              </a:xfrm>
            </p:grpSpPr>
            <p:sp>
              <p:nvSpPr>
                <p:cNvPr id="19517" name="Oval 39">
                  <a:extLst>
                    <a:ext uri="{FF2B5EF4-FFF2-40B4-BE49-F238E27FC236}">
                      <a16:creationId xmlns:a16="http://schemas.microsoft.com/office/drawing/2014/main" id="{7C74B30E-57D2-7221-0DAF-04285DC031D2}"/>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18" name="Text Box 40">
                  <a:extLst>
                    <a:ext uri="{FF2B5EF4-FFF2-40B4-BE49-F238E27FC236}">
                      <a16:creationId xmlns:a16="http://schemas.microsoft.com/office/drawing/2014/main" id="{C6211FC0-8E51-3B89-BFA3-22868B024500}"/>
                    </a:ext>
                  </a:extLst>
                </p:cNvPr>
                <p:cNvSpPr txBox="1">
                  <a:spLocks noChangeArrowheads="1"/>
                </p:cNvSpPr>
                <p:nvPr/>
              </p:nvSpPr>
              <p:spPr bwMode="auto">
                <a:xfrm>
                  <a:off x="4704" y="2352"/>
                  <a:ext cx="480"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3</a:t>
                  </a:r>
                </a:p>
              </p:txBody>
            </p:sp>
            <p:sp>
              <p:nvSpPr>
                <p:cNvPr id="19519" name="Line 41">
                  <a:extLst>
                    <a:ext uri="{FF2B5EF4-FFF2-40B4-BE49-F238E27FC236}">
                      <a16:creationId xmlns:a16="http://schemas.microsoft.com/office/drawing/2014/main" id="{A7D2FF45-84F8-A034-147B-AD9FC21282B5}"/>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sp>
          <p:nvSpPr>
            <p:cNvPr id="19514" name="Text Box 42">
              <a:extLst>
                <a:ext uri="{FF2B5EF4-FFF2-40B4-BE49-F238E27FC236}">
                  <a16:creationId xmlns:a16="http://schemas.microsoft.com/office/drawing/2014/main" id="{7CEDCBF2-1B33-2881-7B53-2E5A688BD9AE}"/>
                </a:ext>
              </a:extLst>
            </p:cNvPr>
            <p:cNvSpPr txBox="1">
              <a:spLocks noChangeArrowheads="1"/>
            </p:cNvSpPr>
            <p:nvPr/>
          </p:nvSpPr>
          <p:spPr bwMode="auto">
            <a:xfrm>
              <a:off x="4320" y="244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4</a:t>
              </a:r>
            </a:p>
          </p:txBody>
        </p:sp>
      </p:grpSp>
      <p:grpSp>
        <p:nvGrpSpPr>
          <p:cNvPr id="342059" name="Group 43">
            <a:extLst>
              <a:ext uri="{FF2B5EF4-FFF2-40B4-BE49-F238E27FC236}">
                <a16:creationId xmlns:a16="http://schemas.microsoft.com/office/drawing/2014/main" id="{7FCE4255-0B53-7392-F844-A88D7DDDC40D}"/>
              </a:ext>
            </a:extLst>
          </p:cNvPr>
          <p:cNvGrpSpPr>
            <a:grpSpLocks/>
          </p:cNvGrpSpPr>
          <p:nvPr/>
        </p:nvGrpSpPr>
        <p:grpSpPr bwMode="auto">
          <a:xfrm>
            <a:off x="2057400" y="4572000"/>
            <a:ext cx="3429000" cy="2286000"/>
            <a:chOff x="336" y="2880"/>
            <a:chExt cx="2160" cy="1440"/>
          </a:xfrm>
        </p:grpSpPr>
        <p:grpSp>
          <p:nvGrpSpPr>
            <p:cNvPr id="19495" name="Group 44">
              <a:extLst>
                <a:ext uri="{FF2B5EF4-FFF2-40B4-BE49-F238E27FC236}">
                  <a16:creationId xmlns:a16="http://schemas.microsoft.com/office/drawing/2014/main" id="{483E9001-D611-173F-47D9-113D4D897EEC}"/>
                </a:ext>
              </a:extLst>
            </p:cNvPr>
            <p:cNvGrpSpPr>
              <a:grpSpLocks/>
            </p:cNvGrpSpPr>
            <p:nvPr/>
          </p:nvGrpSpPr>
          <p:grpSpPr bwMode="auto">
            <a:xfrm>
              <a:off x="336" y="2880"/>
              <a:ext cx="2160" cy="1440"/>
              <a:chOff x="240" y="2880"/>
              <a:chExt cx="2160" cy="1440"/>
            </a:xfrm>
          </p:grpSpPr>
          <p:grpSp>
            <p:nvGrpSpPr>
              <p:cNvPr id="19497" name="Group 45">
                <a:extLst>
                  <a:ext uri="{FF2B5EF4-FFF2-40B4-BE49-F238E27FC236}">
                    <a16:creationId xmlns:a16="http://schemas.microsoft.com/office/drawing/2014/main" id="{E76B0943-CE28-823C-0728-A4A0B3856F31}"/>
                  </a:ext>
                </a:extLst>
              </p:cNvPr>
              <p:cNvGrpSpPr>
                <a:grpSpLocks/>
              </p:cNvGrpSpPr>
              <p:nvPr/>
            </p:nvGrpSpPr>
            <p:grpSpPr bwMode="auto">
              <a:xfrm>
                <a:off x="240" y="2880"/>
                <a:ext cx="1488" cy="971"/>
                <a:chOff x="3840" y="1632"/>
                <a:chExt cx="1488" cy="971"/>
              </a:xfrm>
            </p:grpSpPr>
            <p:grpSp>
              <p:nvGrpSpPr>
                <p:cNvPr id="19503" name="Group 46">
                  <a:extLst>
                    <a:ext uri="{FF2B5EF4-FFF2-40B4-BE49-F238E27FC236}">
                      <a16:creationId xmlns:a16="http://schemas.microsoft.com/office/drawing/2014/main" id="{354AE862-E13E-00F2-B44C-F4CBCBAF3B3A}"/>
                    </a:ext>
                  </a:extLst>
                </p:cNvPr>
                <p:cNvGrpSpPr>
                  <a:grpSpLocks/>
                </p:cNvGrpSpPr>
                <p:nvPr/>
              </p:nvGrpSpPr>
              <p:grpSpPr bwMode="auto">
                <a:xfrm>
                  <a:off x="3840" y="1632"/>
                  <a:ext cx="1392" cy="971"/>
                  <a:chOff x="288" y="1045"/>
                  <a:chExt cx="1392" cy="971"/>
                </a:xfrm>
              </p:grpSpPr>
              <p:sp>
                <p:nvSpPr>
                  <p:cNvPr id="19508" name="Oval 47">
                    <a:extLst>
                      <a:ext uri="{FF2B5EF4-FFF2-40B4-BE49-F238E27FC236}">
                        <a16:creationId xmlns:a16="http://schemas.microsoft.com/office/drawing/2014/main" id="{90446401-6D6F-873E-AF41-FADBB37978AC}"/>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09" name="Oval 48">
                    <a:extLst>
                      <a:ext uri="{FF2B5EF4-FFF2-40B4-BE49-F238E27FC236}">
                        <a16:creationId xmlns:a16="http://schemas.microsoft.com/office/drawing/2014/main" id="{4FBB859E-577E-C9EC-736A-2B0C060D82A8}"/>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10" name="Line 49">
                    <a:extLst>
                      <a:ext uri="{FF2B5EF4-FFF2-40B4-BE49-F238E27FC236}">
                        <a16:creationId xmlns:a16="http://schemas.microsoft.com/office/drawing/2014/main" id="{B1B68C3A-13CD-52D1-0D38-5F1A2A9F757C}"/>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9511" name="Text Box 50">
                    <a:extLst>
                      <a:ext uri="{FF2B5EF4-FFF2-40B4-BE49-F238E27FC236}">
                        <a16:creationId xmlns:a16="http://schemas.microsoft.com/office/drawing/2014/main" id="{3A72F420-FE8B-B39F-821B-E0A385B4D9B8}"/>
                      </a:ext>
                    </a:extLst>
                  </p:cNvPr>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sp>
                <p:nvSpPr>
                  <p:cNvPr id="19512" name="Text Box 51">
                    <a:extLst>
                      <a:ext uri="{FF2B5EF4-FFF2-40B4-BE49-F238E27FC236}">
                        <a16:creationId xmlns:a16="http://schemas.microsoft.com/office/drawing/2014/main" id="{C4050A8D-1363-F13E-D216-CB8B4E159FA5}"/>
                      </a:ext>
                    </a:extLst>
                  </p:cNvPr>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19504" name="Group 52">
                  <a:extLst>
                    <a:ext uri="{FF2B5EF4-FFF2-40B4-BE49-F238E27FC236}">
                      <a16:creationId xmlns:a16="http://schemas.microsoft.com/office/drawing/2014/main" id="{EEC3CDB3-4613-5C0F-B587-7DCBDF8D11CA}"/>
                    </a:ext>
                  </a:extLst>
                </p:cNvPr>
                <p:cNvGrpSpPr>
                  <a:grpSpLocks/>
                </p:cNvGrpSpPr>
                <p:nvPr/>
              </p:nvGrpSpPr>
              <p:grpSpPr bwMode="auto">
                <a:xfrm>
                  <a:off x="4656" y="2016"/>
                  <a:ext cx="672" cy="576"/>
                  <a:chOff x="4272" y="2016"/>
                  <a:chExt cx="912" cy="720"/>
                </a:xfrm>
              </p:grpSpPr>
              <p:sp>
                <p:nvSpPr>
                  <p:cNvPr id="19505" name="Oval 53">
                    <a:extLst>
                      <a:ext uri="{FF2B5EF4-FFF2-40B4-BE49-F238E27FC236}">
                        <a16:creationId xmlns:a16="http://schemas.microsoft.com/office/drawing/2014/main" id="{E47A1B1D-B8CF-0053-552F-0BE95BF19501}"/>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06" name="Text Box 54">
                    <a:extLst>
                      <a:ext uri="{FF2B5EF4-FFF2-40B4-BE49-F238E27FC236}">
                        <a16:creationId xmlns:a16="http://schemas.microsoft.com/office/drawing/2014/main" id="{23F90B39-47BF-2817-95EF-E01637FC640B}"/>
                      </a:ext>
                    </a:extLst>
                  </p:cNvPr>
                  <p:cNvSpPr txBox="1">
                    <a:spLocks noChangeArrowheads="1"/>
                  </p:cNvSpPr>
                  <p:nvPr/>
                </p:nvSpPr>
                <p:spPr bwMode="auto">
                  <a:xfrm>
                    <a:off x="4704" y="2352"/>
                    <a:ext cx="480"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3</a:t>
                    </a:r>
                  </a:p>
                </p:txBody>
              </p:sp>
              <p:sp>
                <p:nvSpPr>
                  <p:cNvPr id="19507" name="Line 55">
                    <a:extLst>
                      <a:ext uri="{FF2B5EF4-FFF2-40B4-BE49-F238E27FC236}">
                        <a16:creationId xmlns:a16="http://schemas.microsoft.com/office/drawing/2014/main" id="{2F395788-1675-8974-5D18-B456FE0C8838}"/>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19498" name="Group 56">
                <a:extLst>
                  <a:ext uri="{FF2B5EF4-FFF2-40B4-BE49-F238E27FC236}">
                    <a16:creationId xmlns:a16="http://schemas.microsoft.com/office/drawing/2014/main" id="{1639C8F1-4D8F-09B8-3B51-A9939BA21E10}"/>
                  </a:ext>
                </a:extLst>
              </p:cNvPr>
              <p:cNvGrpSpPr>
                <a:grpSpLocks/>
              </p:cNvGrpSpPr>
              <p:nvPr/>
            </p:nvGrpSpPr>
            <p:grpSpPr bwMode="auto">
              <a:xfrm>
                <a:off x="1680" y="3809"/>
                <a:ext cx="720" cy="511"/>
                <a:chOff x="1056" y="1454"/>
                <a:chExt cx="720" cy="511"/>
              </a:xfrm>
            </p:grpSpPr>
            <p:sp>
              <p:nvSpPr>
                <p:cNvPr id="19499" name="Line 57">
                  <a:extLst>
                    <a:ext uri="{FF2B5EF4-FFF2-40B4-BE49-F238E27FC236}">
                      <a16:creationId xmlns:a16="http://schemas.microsoft.com/office/drawing/2014/main" id="{F815B28A-B18E-726B-8650-990DB1DE4244}"/>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19500" name="Group 58">
                  <a:extLst>
                    <a:ext uri="{FF2B5EF4-FFF2-40B4-BE49-F238E27FC236}">
                      <a16:creationId xmlns:a16="http://schemas.microsoft.com/office/drawing/2014/main" id="{B9AE19E1-E14B-DD31-EE3C-40B488CF0E0C}"/>
                    </a:ext>
                  </a:extLst>
                </p:cNvPr>
                <p:cNvGrpSpPr>
                  <a:grpSpLocks/>
                </p:cNvGrpSpPr>
                <p:nvPr/>
              </p:nvGrpSpPr>
              <p:grpSpPr bwMode="auto">
                <a:xfrm>
                  <a:off x="1152" y="1556"/>
                  <a:ext cx="624" cy="409"/>
                  <a:chOff x="1152" y="1556"/>
                  <a:chExt cx="624" cy="409"/>
                </a:xfrm>
              </p:grpSpPr>
              <p:sp>
                <p:nvSpPr>
                  <p:cNvPr id="19501" name="Oval 59">
                    <a:extLst>
                      <a:ext uri="{FF2B5EF4-FFF2-40B4-BE49-F238E27FC236}">
                        <a16:creationId xmlns:a16="http://schemas.microsoft.com/office/drawing/2014/main" id="{7905E299-149F-00CF-B5E7-656B2580D8BB}"/>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502" name="Text Box 60">
                    <a:extLst>
                      <a:ext uri="{FF2B5EF4-FFF2-40B4-BE49-F238E27FC236}">
                        <a16:creationId xmlns:a16="http://schemas.microsoft.com/office/drawing/2014/main" id="{9928EACE-9435-E1FE-85C1-4C0A7BCE4C4F}"/>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grpSp>
          </p:grpSp>
        </p:grpSp>
        <p:sp>
          <p:nvSpPr>
            <p:cNvPr id="19496" name="Text Box 61">
              <a:extLst>
                <a:ext uri="{FF2B5EF4-FFF2-40B4-BE49-F238E27FC236}">
                  <a16:creationId xmlns:a16="http://schemas.microsoft.com/office/drawing/2014/main" id="{D9C8AE0C-115B-D7F1-4143-6AB3B6220007}"/>
                </a:ext>
              </a:extLst>
            </p:cNvPr>
            <p:cNvSpPr txBox="1">
              <a:spLocks noChangeArrowheads="1"/>
            </p:cNvSpPr>
            <p:nvPr/>
          </p:nvSpPr>
          <p:spPr bwMode="auto">
            <a:xfrm>
              <a:off x="816" y="379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5</a:t>
              </a:r>
            </a:p>
          </p:txBody>
        </p:sp>
      </p:grpSp>
      <p:grpSp>
        <p:nvGrpSpPr>
          <p:cNvPr id="342078" name="Group 62">
            <a:extLst>
              <a:ext uri="{FF2B5EF4-FFF2-40B4-BE49-F238E27FC236}">
                <a16:creationId xmlns:a16="http://schemas.microsoft.com/office/drawing/2014/main" id="{8F28C267-11D2-B51A-0783-0E02E58D3142}"/>
              </a:ext>
            </a:extLst>
          </p:cNvPr>
          <p:cNvGrpSpPr>
            <a:grpSpLocks/>
          </p:cNvGrpSpPr>
          <p:nvPr/>
        </p:nvGrpSpPr>
        <p:grpSpPr bwMode="auto">
          <a:xfrm>
            <a:off x="6781800" y="4648200"/>
            <a:ext cx="3581400" cy="2209800"/>
            <a:chOff x="3312" y="2928"/>
            <a:chExt cx="2256" cy="1392"/>
          </a:xfrm>
        </p:grpSpPr>
        <p:grpSp>
          <p:nvGrpSpPr>
            <p:cNvPr id="19472" name="Group 63">
              <a:extLst>
                <a:ext uri="{FF2B5EF4-FFF2-40B4-BE49-F238E27FC236}">
                  <a16:creationId xmlns:a16="http://schemas.microsoft.com/office/drawing/2014/main" id="{152985E3-1FDF-F8FC-A1BD-0E08711877C1}"/>
                </a:ext>
              </a:extLst>
            </p:cNvPr>
            <p:cNvGrpSpPr>
              <a:grpSpLocks/>
            </p:cNvGrpSpPr>
            <p:nvPr/>
          </p:nvGrpSpPr>
          <p:grpSpPr bwMode="auto">
            <a:xfrm>
              <a:off x="3312" y="2928"/>
              <a:ext cx="2256" cy="1392"/>
              <a:chOff x="3312" y="2928"/>
              <a:chExt cx="2256" cy="1392"/>
            </a:xfrm>
          </p:grpSpPr>
          <p:grpSp>
            <p:nvGrpSpPr>
              <p:cNvPr id="19474" name="Group 64">
                <a:extLst>
                  <a:ext uri="{FF2B5EF4-FFF2-40B4-BE49-F238E27FC236}">
                    <a16:creationId xmlns:a16="http://schemas.microsoft.com/office/drawing/2014/main" id="{01D1379E-DF35-D35F-1EFD-B5303B895081}"/>
                  </a:ext>
                </a:extLst>
              </p:cNvPr>
              <p:cNvGrpSpPr>
                <a:grpSpLocks/>
              </p:cNvGrpSpPr>
              <p:nvPr/>
            </p:nvGrpSpPr>
            <p:grpSpPr bwMode="auto">
              <a:xfrm>
                <a:off x="3312" y="2928"/>
                <a:ext cx="1824" cy="1104"/>
                <a:chOff x="240" y="2880"/>
                <a:chExt cx="2160" cy="1440"/>
              </a:xfrm>
            </p:grpSpPr>
            <p:grpSp>
              <p:nvGrpSpPr>
                <p:cNvPr id="19479" name="Group 65">
                  <a:extLst>
                    <a:ext uri="{FF2B5EF4-FFF2-40B4-BE49-F238E27FC236}">
                      <a16:creationId xmlns:a16="http://schemas.microsoft.com/office/drawing/2014/main" id="{3D7CC3D5-E12B-05CB-13D1-9707F0C4797A}"/>
                    </a:ext>
                  </a:extLst>
                </p:cNvPr>
                <p:cNvGrpSpPr>
                  <a:grpSpLocks/>
                </p:cNvGrpSpPr>
                <p:nvPr/>
              </p:nvGrpSpPr>
              <p:grpSpPr bwMode="auto">
                <a:xfrm>
                  <a:off x="240" y="2880"/>
                  <a:ext cx="1489" cy="1028"/>
                  <a:chOff x="3840" y="1632"/>
                  <a:chExt cx="1489" cy="1028"/>
                </a:xfrm>
              </p:grpSpPr>
              <p:grpSp>
                <p:nvGrpSpPr>
                  <p:cNvPr id="19485" name="Group 66">
                    <a:extLst>
                      <a:ext uri="{FF2B5EF4-FFF2-40B4-BE49-F238E27FC236}">
                        <a16:creationId xmlns:a16="http://schemas.microsoft.com/office/drawing/2014/main" id="{3C7431AC-7DC1-14D9-AC10-1B243134B834}"/>
                      </a:ext>
                    </a:extLst>
                  </p:cNvPr>
                  <p:cNvGrpSpPr>
                    <a:grpSpLocks/>
                  </p:cNvGrpSpPr>
                  <p:nvPr/>
                </p:nvGrpSpPr>
                <p:grpSpPr bwMode="auto">
                  <a:xfrm>
                    <a:off x="3840" y="1632"/>
                    <a:ext cx="1391" cy="971"/>
                    <a:chOff x="288" y="1045"/>
                    <a:chExt cx="1391" cy="971"/>
                  </a:xfrm>
                </p:grpSpPr>
                <p:sp>
                  <p:nvSpPr>
                    <p:cNvPr id="19490" name="Oval 67">
                      <a:extLst>
                        <a:ext uri="{FF2B5EF4-FFF2-40B4-BE49-F238E27FC236}">
                          <a16:creationId xmlns:a16="http://schemas.microsoft.com/office/drawing/2014/main" id="{66A20527-42AB-A23A-A5AA-6BE8296FA01B}"/>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491" name="Oval 68">
                      <a:extLst>
                        <a:ext uri="{FF2B5EF4-FFF2-40B4-BE49-F238E27FC236}">
                          <a16:creationId xmlns:a16="http://schemas.microsoft.com/office/drawing/2014/main" id="{194AEE6C-A97B-57E5-F6B7-D8C5E5CFF768}"/>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492" name="Line 69">
                      <a:extLst>
                        <a:ext uri="{FF2B5EF4-FFF2-40B4-BE49-F238E27FC236}">
                          <a16:creationId xmlns:a16="http://schemas.microsoft.com/office/drawing/2014/main" id="{749A1716-522C-2E88-5343-25CA304471D5}"/>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9493" name="Text Box 70">
                      <a:extLst>
                        <a:ext uri="{FF2B5EF4-FFF2-40B4-BE49-F238E27FC236}">
                          <a16:creationId xmlns:a16="http://schemas.microsoft.com/office/drawing/2014/main" id="{E09707B8-9CC6-8745-5BC2-75FD1D4405A5}"/>
                        </a:ext>
                      </a:extLst>
                    </p:cNvPr>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sp>
                  <p:nvSpPr>
                    <p:cNvPr id="19494" name="Text Box 71">
                      <a:extLst>
                        <a:ext uri="{FF2B5EF4-FFF2-40B4-BE49-F238E27FC236}">
                          <a16:creationId xmlns:a16="http://schemas.microsoft.com/office/drawing/2014/main" id="{67EE6885-D5A6-6CC0-4D75-92D7E0C03EB5}"/>
                        </a:ext>
                      </a:extLst>
                    </p:cNvPr>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19486" name="Group 72">
                    <a:extLst>
                      <a:ext uri="{FF2B5EF4-FFF2-40B4-BE49-F238E27FC236}">
                        <a16:creationId xmlns:a16="http://schemas.microsoft.com/office/drawing/2014/main" id="{54863542-ACDD-1023-6BA4-DFC41677A646}"/>
                      </a:ext>
                    </a:extLst>
                  </p:cNvPr>
                  <p:cNvGrpSpPr>
                    <a:grpSpLocks/>
                  </p:cNvGrpSpPr>
                  <p:nvPr/>
                </p:nvGrpSpPr>
                <p:grpSpPr bwMode="auto">
                  <a:xfrm>
                    <a:off x="4656" y="2016"/>
                    <a:ext cx="673" cy="644"/>
                    <a:chOff x="4272" y="2016"/>
                    <a:chExt cx="913" cy="805"/>
                  </a:xfrm>
                </p:grpSpPr>
                <p:sp>
                  <p:nvSpPr>
                    <p:cNvPr id="19487" name="Oval 73">
                      <a:extLst>
                        <a:ext uri="{FF2B5EF4-FFF2-40B4-BE49-F238E27FC236}">
                          <a16:creationId xmlns:a16="http://schemas.microsoft.com/office/drawing/2014/main" id="{9E962EE6-0D47-5744-506E-C8A841C3A153}"/>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488" name="Text Box 74">
                      <a:extLst>
                        <a:ext uri="{FF2B5EF4-FFF2-40B4-BE49-F238E27FC236}">
                          <a16:creationId xmlns:a16="http://schemas.microsoft.com/office/drawing/2014/main" id="{E5C27445-FA48-8B38-76D4-1F8A8B215D59}"/>
                        </a:ext>
                      </a:extLst>
                    </p:cNvPr>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3</a:t>
                      </a:r>
                    </a:p>
                  </p:txBody>
                </p:sp>
                <p:sp>
                  <p:nvSpPr>
                    <p:cNvPr id="19489" name="Line 75">
                      <a:extLst>
                        <a:ext uri="{FF2B5EF4-FFF2-40B4-BE49-F238E27FC236}">
                          <a16:creationId xmlns:a16="http://schemas.microsoft.com/office/drawing/2014/main" id="{8C4A72F3-C60A-B57D-4228-3F7FAE6FCC61}"/>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19480" name="Group 76">
                  <a:extLst>
                    <a:ext uri="{FF2B5EF4-FFF2-40B4-BE49-F238E27FC236}">
                      <a16:creationId xmlns:a16="http://schemas.microsoft.com/office/drawing/2014/main" id="{2C62EE83-ED68-98FE-1846-79D79C5DC365}"/>
                    </a:ext>
                  </a:extLst>
                </p:cNvPr>
                <p:cNvGrpSpPr>
                  <a:grpSpLocks/>
                </p:cNvGrpSpPr>
                <p:nvPr/>
              </p:nvGrpSpPr>
              <p:grpSpPr bwMode="auto">
                <a:xfrm>
                  <a:off x="1680" y="3809"/>
                  <a:ext cx="720" cy="511"/>
                  <a:chOff x="1056" y="1454"/>
                  <a:chExt cx="720" cy="511"/>
                </a:xfrm>
              </p:grpSpPr>
              <p:sp>
                <p:nvSpPr>
                  <p:cNvPr id="19481" name="Line 77">
                    <a:extLst>
                      <a:ext uri="{FF2B5EF4-FFF2-40B4-BE49-F238E27FC236}">
                        <a16:creationId xmlns:a16="http://schemas.microsoft.com/office/drawing/2014/main" id="{B59990C2-4E6C-60F6-BCC1-A4E3878A4D3C}"/>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19482" name="Group 78">
                    <a:extLst>
                      <a:ext uri="{FF2B5EF4-FFF2-40B4-BE49-F238E27FC236}">
                        <a16:creationId xmlns:a16="http://schemas.microsoft.com/office/drawing/2014/main" id="{68E38C3B-D13A-2FF5-E1C4-D9DD53F4439E}"/>
                      </a:ext>
                    </a:extLst>
                  </p:cNvPr>
                  <p:cNvGrpSpPr>
                    <a:grpSpLocks/>
                  </p:cNvGrpSpPr>
                  <p:nvPr/>
                </p:nvGrpSpPr>
                <p:grpSpPr bwMode="auto">
                  <a:xfrm>
                    <a:off x="1152" y="1556"/>
                    <a:ext cx="624" cy="409"/>
                    <a:chOff x="1152" y="1556"/>
                    <a:chExt cx="624" cy="409"/>
                  </a:xfrm>
                </p:grpSpPr>
                <p:sp>
                  <p:nvSpPr>
                    <p:cNvPr id="19483" name="Oval 79">
                      <a:extLst>
                        <a:ext uri="{FF2B5EF4-FFF2-40B4-BE49-F238E27FC236}">
                          <a16:creationId xmlns:a16="http://schemas.microsoft.com/office/drawing/2014/main" id="{863F8456-F943-01F2-A083-6649F82D536E}"/>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484" name="Text Box 80">
                      <a:extLst>
                        <a:ext uri="{FF2B5EF4-FFF2-40B4-BE49-F238E27FC236}">
                          <a16:creationId xmlns:a16="http://schemas.microsoft.com/office/drawing/2014/main" id="{2E760F04-CCF8-0E90-02D3-1F5168EBC50D}"/>
                        </a:ext>
                      </a:extLst>
                    </p:cNvPr>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grpSp>
            </p:grpSp>
          </p:grpSp>
          <p:grpSp>
            <p:nvGrpSpPr>
              <p:cNvPr id="19475" name="Group 81">
                <a:extLst>
                  <a:ext uri="{FF2B5EF4-FFF2-40B4-BE49-F238E27FC236}">
                    <a16:creationId xmlns:a16="http://schemas.microsoft.com/office/drawing/2014/main" id="{6A503694-3C48-F3BB-E9B5-23EFB006FEE2}"/>
                  </a:ext>
                </a:extLst>
              </p:cNvPr>
              <p:cNvGrpSpPr>
                <a:grpSpLocks/>
              </p:cNvGrpSpPr>
              <p:nvPr/>
            </p:nvGrpSpPr>
            <p:grpSpPr bwMode="auto">
              <a:xfrm>
                <a:off x="4992" y="3808"/>
                <a:ext cx="576" cy="512"/>
                <a:chOff x="4272" y="2016"/>
                <a:chExt cx="912" cy="768"/>
              </a:xfrm>
            </p:grpSpPr>
            <p:sp>
              <p:nvSpPr>
                <p:cNvPr id="19476" name="Oval 82">
                  <a:extLst>
                    <a:ext uri="{FF2B5EF4-FFF2-40B4-BE49-F238E27FC236}">
                      <a16:creationId xmlns:a16="http://schemas.microsoft.com/office/drawing/2014/main" id="{0D5DBCB6-099A-C7F0-487F-E5ED1A35D86D}"/>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477" name="Text Box 83">
                  <a:extLst>
                    <a:ext uri="{FF2B5EF4-FFF2-40B4-BE49-F238E27FC236}">
                      <a16:creationId xmlns:a16="http://schemas.microsoft.com/office/drawing/2014/main" id="{C544D1B9-1902-7F8B-1AE9-8F3A10DDEE12}"/>
                    </a:ext>
                  </a:extLst>
                </p:cNvPr>
                <p:cNvSpPr txBox="1">
                  <a:spLocks noChangeArrowheads="1"/>
                </p:cNvSpPr>
                <p:nvPr/>
              </p:nvSpPr>
              <p:spPr bwMode="auto">
                <a:xfrm>
                  <a:off x="4704" y="2352"/>
                  <a:ext cx="480"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5</a:t>
                  </a:r>
                </a:p>
              </p:txBody>
            </p:sp>
            <p:sp>
              <p:nvSpPr>
                <p:cNvPr id="19478" name="Line 84">
                  <a:extLst>
                    <a:ext uri="{FF2B5EF4-FFF2-40B4-BE49-F238E27FC236}">
                      <a16:creationId xmlns:a16="http://schemas.microsoft.com/office/drawing/2014/main" id="{5273F5FC-60B7-D1F0-EBC3-804656EA1FD8}"/>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sp>
          <p:nvSpPr>
            <p:cNvPr id="19473" name="Text Box 85">
              <a:extLst>
                <a:ext uri="{FF2B5EF4-FFF2-40B4-BE49-F238E27FC236}">
                  <a16:creationId xmlns:a16="http://schemas.microsoft.com/office/drawing/2014/main" id="{79291A4F-5CC7-664C-F53D-367574128A77}"/>
                </a:ext>
              </a:extLst>
            </p:cNvPr>
            <p:cNvSpPr txBox="1">
              <a:spLocks noChangeArrowheads="1"/>
            </p:cNvSpPr>
            <p:nvPr/>
          </p:nvSpPr>
          <p:spPr bwMode="auto">
            <a:xfrm>
              <a:off x="3696" y="379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6</a:t>
              </a:r>
            </a:p>
          </p:txBody>
        </p:sp>
      </p:grpSp>
      <p:sp>
        <p:nvSpPr>
          <p:cNvPr id="19466" name="Line 86">
            <a:extLst>
              <a:ext uri="{FF2B5EF4-FFF2-40B4-BE49-F238E27FC236}">
                <a16:creationId xmlns:a16="http://schemas.microsoft.com/office/drawing/2014/main" id="{CD7FC25A-C2B8-1759-F8FF-B9D0F3D9DF56}"/>
              </a:ext>
            </a:extLst>
          </p:cNvPr>
          <p:cNvSpPr>
            <a:spLocks noChangeShapeType="1"/>
          </p:cNvSpPr>
          <p:nvPr/>
        </p:nvSpPr>
        <p:spPr bwMode="auto">
          <a:xfrm>
            <a:off x="7696200" y="2590800"/>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9467" name="Line 87">
            <a:extLst>
              <a:ext uri="{FF2B5EF4-FFF2-40B4-BE49-F238E27FC236}">
                <a16:creationId xmlns:a16="http://schemas.microsoft.com/office/drawing/2014/main" id="{4604E61A-F9D5-86DC-6BA8-167FB9EA192D}"/>
              </a:ext>
            </a:extLst>
          </p:cNvPr>
          <p:cNvSpPr>
            <a:spLocks noChangeShapeType="1"/>
          </p:cNvSpPr>
          <p:nvPr/>
        </p:nvSpPr>
        <p:spPr bwMode="auto">
          <a:xfrm>
            <a:off x="9144000" y="5486400"/>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19468" name="Text Box 88">
            <a:extLst>
              <a:ext uri="{FF2B5EF4-FFF2-40B4-BE49-F238E27FC236}">
                <a16:creationId xmlns:a16="http://schemas.microsoft.com/office/drawing/2014/main" id="{FA688BCC-C998-988E-F630-338831FFF01B}"/>
              </a:ext>
            </a:extLst>
          </p:cNvPr>
          <p:cNvSpPr txBox="1">
            <a:spLocks noChangeArrowheads="1"/>
          </p:cNvSpPr>
          <p:nvPr/>
        </p:nvSpPr>
        <p:spPr bwMode="auto">
          <a:xfrm>
            <a:off x="7162801" y="2057401"/>
            <a:ext cx="1808163"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000">
                <a:solidFill>
                  <a:srgbClr val="FF0000"/>
                </a:solidFill>
              </a:rPr>
              <a:t>Single rotation</a:t>
            </a:r>
          </a:p>
        </p:txBody>
      </p:sp>
      <p:sp>
        <p:nvSpPr>
          <p:cNvPr id="19469" name="Text Box 89">
            <a:extLst>
              <a:ext uri="{FF2B5EF4-FFF2-40B4-BE49-F238E27FC236}">
                <a16:creationId xmlns:a16="http://schemas.microsoft.com/office/drawing/2014/main" id="{41B5B45C-CA17-78DF-558D-E51CA1DDF9B5}"/>
              </a:ext>
            </a:extLst>
          </p:cNvPr>
          <p:cNvSpPr txBox="1">
            <a:spLocks noChangeArrowheads="1"/>
          </p:cNvSpPr>
          <p:nvPr/>
        </p:nvSpPr>
        <p:spPr bwMode="auto">
          <a:xfrm>
            <a:off x="8631238" y="4953001"/>
            <a:ext cx="1808162"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000">
                <a:solidFill>
                  <a:srgbClr val="FF0000"/>
                </a:solidFill>
              </a:rPr>
              <a:t>Single rotation</a:t>
            </a:r>
          </a:p>
        </p:txBody>
      </p:sp>
      <p:sp>
        <p:nvSpPr>
          <p:cNvPr id="19470" name="Oval 90">
            <a:extLst>
              <a:ext uri="{FF2B5EF4-FFF2-40B4-BE49-F238E27FC236}">
                <a16:creationId xmlns:a16="http://schemas.microsoft.com/office/drawing/2014/main" id="{B3F43B58-479D-F374-C1F5-A3491206D289}"/>
              </a:ext>
            </a:extLst>
          </p:cNvPr>
          <p:cNvSpPr>
            <a:spLocks noChangeArrowheads="1"/>
          </p:cNvSpPr>
          <p:nvPr/>
        </p:nvSpPr>
        <p:spPr bwMode="auto">
          <a:xfrm>
            <a:off x="6781800" y="2514600"/>
            <a:ext cx="609600" cy="6096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19471" name="Oval 91">
            <a:extLst>
              <a:ext uri="{FF2B5EF4-FFF2-40B4-BE49-F238E27FC236}">
                <a16:creationId xmlns:a16="http://schemas.microsoft.com/office/drawing/2014/main" id="{3FF8EC0B-8ACA-54A6-C863-6B520DB528BA}"/>
              </a:ext>
            </a:extLst>
          </p:cNvPr>
          <p:cNvSpPr>
            <a:spLocks noChangeArrowheads="1"/>
          </p:cNvSpPr>
          <p:nvPr/>
        </p:nvSpPr>
        <p:spPr bwMode="auto">
          <a:xfrm>
            <a:off x="8305800" y="5410200"/>
            <a:ext cx="457200" cy="4572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20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4202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4203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4204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4205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420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3042" name="Group 2">
            <a:extLst>
              <a:ext uri="{FF2B5EF4-FFF2-40B4-BE49-F238E27FC236}">
                <a16:creationId xmlns:a16="http://schemas.microsoft.com/office/drawing/2014/main" id="{082CFBF2-E554-0077-CEC5-79A1D8974A6B}"/>
              </a:ext>
            </a:extLst>
          </p:cNvPr>
          <p:cNvGrpSpPr>
            <a:grpSpLocks/>
          </p:cNvGrpSpPr>
          <p:nvPr/>
        </p:nvGrpSpPr>
        <p:grpSpPr bwMode="auto">
          <a:xfrm>
            <a:off x="1828800" y="304801"/>
            <a:ext cx="2971800" cy="2195513"/>
            <a:chOff x="192" y="192"/>
            <a:chExt cx="1872" cy="1383"/>
          </a:xfrm>
        </p:grpSpPr>
        <p:grpSp>
          <p:nvGrpSpPr>
            <p:cNvPr id="20615" name="Group 3">
              <a:extLst>
                <a:ext uri="{FF2B5EF4-FFF2-40B4-BE49-F238E27FC236}">
                  <a16:creationId xmlns:a16="http://schemas.microsoft.com/office/drawing/2014/main" id="{473E4436-ACA8-5417-D8C9-DF5F28BCEAFB}"/>
                </a:ext>
              </a:extLst>
            </p:cNvPr>
            <p:cNvGrpSpPr>
              <a:grpSpLocks/>
            </p:cNvGrpSpPr>
            <p:nvPr/>
          </p:nvGrpSpPr>
          <p:grpSpPr bwMode="auto">
            <a:xfrm>
              <a:off x="192" y="192"/>
              <a:ext cx="1824" cy="1186"/>
              <a:chOff x="192" y="192"/>
              <a:chExt cx="1824" cy="1186"/>
            </a:xfrm>
          </p:grpSpPr>
          <p:grpSp>
            <p:nvGrpSpPr>
              <p:cNvPr id="20617" name="Group 4">
                <a:extLst>
                  <a:ext uri="{FF2B5EF4-FFF2-40B4-BE49-F238E27FC236}">
                    <a16:creationId xmlns:a16="http://schemas.microsoft.com/office/drawing/2014/main" id="{9F9A0EA7-2749-338A-28A5-A983EC55C2BD}"/>
                  </a:ext>
                </a:extLst>
              </p:cNvPr>
              <p:cNvGrpSpPr>
                <a:grpSpLocks/>
              </p:cNvGrpSpPr>
              <p:nvPr/>
            </p:nvGrpSpPr>
            <p:grpSpPr bwMode="auto">
              <a:xfrm>
                <a:off x="192" y="192"/>
                <a:ext cx="1824" cy="1104"/>
                <a:chOff x="240" y="2880"/>
                <a:chExt cx="2160" cy="1440"/>
              </a:xfrm>
            </p:grpSpPr>
            <p:grpSp>
              <p:nvGrpSpPr>
                <p:cNvPr id="20622" name="Group 5">
                  <a:extLst>
                    <a:ext uri="{FF2B5EF4-FFF2-40B4-BE49-F238E27FC236}">
                      <a16:creationId xmlns:a16="http://schemas.microsoft.com/office/drawing/2014/main" id="{667357E4-6D97-185E-9381-84B2A07E5B33}"/>
                    </a:ext>
                  </a:extLst>
                </p:cNvPr>
                <p:cNvGrpSpPr>
                  <a:grpSpLocks/>
                </p:cNvGrpSpPr>
                <p:nvPr/>
              </p:nvGrpSpPr>
              <p:grpSpPr bwMode="auto">
                <a:xfrm>
                  <a:off x="240" y="2880"/>
                  <a:ext cx="1489" cy="1028"/>
                  <a:chOff x="3840" y="1632"/>
                  <a:chExt cx="1489" cy="1028"/>
                </a:xfrm>
              </p:grpSpPr>
              <p:grpSp>
                <p:nvGrpSpPr>
                  <p:cNvPr id="20628" name="Group 6">
                    <a:extLst>
                      <a:ext uri="{FF2B5EF4-FFF2-40B4-BE49-F238E27FC236}">
                        <a16:creationId xmlns:a16="http://schemas.microsoft.com/office/drawing/2014/main" id="{5623AE7F-E0AA-62F0-3DD7-60CCD401CB91}"/>
                      </a:ext>
                    </a:extLst>
                  </p:cNvPr>
                  <p:cNvGrpSpPr>
                    <a:grpSpLocks/>
                  </p:cNvGrpSpPr>
                  <p:nvPr/>
                </p:nvGrpSpPr>
                <p:grpSpPr bwMode="auto">
                  <a:xfrm>
                    <a:off x="3840" y="1632"/>
                    <a:ext cx="1391" cy="971"/>
                    <a:chOff x="288" y="1045"/>
                    <a:chExt cx="1391" cy="971"/>
                  </a:xfrm>
                </p:grpSpPr>
                <p:sp>
                  <p:nvSpPr>
                    <p:cNvPr id="20633" name="Oval 7">
                      <a:extLst>
                        <a:ext uri="{FF2B5EF4-FFF2-40B4-BE49-F238E27FC236}">
                          <a16:creationId xmlns:a16="http://schemas.microsoft.com/office/drawing/2014/main" id="{F323EB66-C6AB-6A1C-2162-90EBBE2CA45F}"/>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634" name="Oval 8">
                      <a:extLst>
                        <a:ext uri="{FF2B5EF4-FFF2-40B4-BE49-F238E27FC236}">
                          <a16:creationId xmlns:a16="http://schemas.microsoft.com/office/drawing/2014/main" id="{5F3790B9-870F-15AC-027C-16C72817AC1F}"/>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635" name="Line 9">
                      <a:extLst>
                        <a:ext uri="{FF2B5EF4-FFF2-40B4-BE49-F238E27FC236}">
                          <a16:creationId xmlns:a16="http://schemas.microsoft.com/office/drawing/2014/main" id="{30FADCF6-2F8D-871D-466E-7769F93A6BDE}"/>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0636" name="Text Box 10">
                      <a:extLst>
                        <a:ext uri="{FF2B5EF4-FFF2-40B4-BE49-F238E27FC236}">
                          <a16:creationId xmlns:a16="http://schemas.microsoft.com/office/drawing/2014/main" id="{ECD4C91E-3EE6-2B5E-7374-C6567BF2161E}"/>
                        </a:ext>
                      </a:extLst>
                    </p:cNvPr>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sp>
                  <p:nvSpPr>
                    <p:cNvPr id="20637" name="Text Box 11">
                      <a:extLst>
                        <a:ext uri="{FF2B5EF4-FFF2-40B4-BE49-F238E27FC236}">
                          <a16:creationId xmlns:a16="http://schemas.microsoft.com/office/drawing/2014/main" id="{434A7C85-DE1D-593E-1FB0-7B921704A925}"/>
                        </a:ext>
                      </a:extLst>
                    </p:cNvPr>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20629" name="Group 12">
                    <a:extLst>
                      <a:ext uri="{FF2B5EF4-FFF2-40B4-BE49-F238E27FC236}">
                        <a16:creationId xmlns:a16="http://schemas.microsoft.com/office/drawing/2014/main" id="{C51BE10C-4DA9-5EBB-C1A8-D56F102F5BA7}"/>
                      </a:ext>
                    </a:extLst>
                  </p:cNvPr>
                  <p:cNvGrpSpPr>
                    <a:grpSpLocks/>
                  </p:cNvGrpSpPr>
                  <p:nvPr/>
                </p:nvGrpSpPr>
                <p:grpSpPr bwMode="auto">
                  <a:xfrm>
                    <a:off x="4656" y="2016"/>
                    <a:ext cx="673" cy="644"/>
                    <a:chOff x="4272" y="2016"/>
                    <a:chExt cx="913" cy="805"/>
                  </a:xfrm>
                </p:grpSpPr>
                <p:sp>
                  <p:nvSpPr>
                    <p:cNvPr id="20630" name="Oval 13">
                      <a:extLst>
                        <a:ext uri="{FF2B5EF4-FFF2-40B4-BE49-F238E27FC236}">
                          <a16:creationId xmlns:a16="http://schemas.microsoft.com/office/drawing/2014/main" id="{E2FBAC57-9583-6AFC-BECF-C889A944E943}"/>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631" name="Text Box 14">
                      <a:extLst>
                        <a:ext uri="{FF2B5EF4-FFF2-40B4-BE49-F238E27FC236}">
                          <a16:creationId xmlns:a16="http://schemas.microsoft.com/office/drawing/2014/main" id="{3B89CA1A-CE0F-BF25-0748-A89E0782897A}"/>
                        </a:ext>
                      </a:extLst>
                    </p:cNvPr>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4</a:t>
                      </a:r>
                    </a:p>
                  </p:txBody>
                </p:sp>
                <p:sp>
                  <p:nvSpPr>
                    <p:cNvPr id="20632" name="Line 15">
                      <a:extLst>
                        <a:ext uri="{FF2B5EF4-FFF2-40B4-BE49-F238E27FC236}">
                          <a16:creationId xmlns:a16="http://schemas.microsoft.com/office/drawing/2014/main" id="{E56821D7-DD4D-B9D4-6440-5F3471CC5334}"/>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20623" name="Group 16">
                  <a:extLst>
                    <a:ext uri="{FF2B5EF4-FFF2-40B4-BE49-F238E27FC236}">
                      <a16:creationId xmlns:a16="http://schemas.microsoft.com/office/drawing/2014/main" id="{B6B5AA97-1514-4011-9871-DD9C7F6F02B6}"/>
                    </a:ext>
                  </a:extLst>
                </p:cNvPr>
                <p:cNvGrpSpPr>
                  <a:grpSpLocks/>
                </p:cNvGrpSpPr>
                <p:nvPr/>
              </p:nvGrpSpPr>
              <p:grpSpPr bwMode="auto">
                <a:xfrm>
                  <a:off x="1680" y="3809"/>
                  <a:ext cx="720" cy="511"/>
                  <a:chOff x="1056" y="1454"/>
                  <a:chExt cx="720" cy="511"/>
                </a:xfrm>
              </p:grpSpPr>
              <p:sp>
                <p:nvSpPr>
                  <p:cNvPr id="20624" name="Line 17">
                    <a:extLst>
                      <a:ext uri="{FF2B5EF4-FFF2-40B4-BE49-F238E27FC236}">
                        <a16:creationId xmlns:a16="http://schemas.microsoft.com/office/drawing/2014/main" id="{4C80E4AF-9CBC-7A51-39B6-3FC6E229AE72}"/>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0625" name="Group 18">
                    <a:extLst>
                      <a:ext uri="{FF2B5EF4-FFF2-40B4-BE49-F238E27FC236}">
                        <a16:creationId xmlns:a16="http://schemas.microsoft.com/office/drawing/2014/main" id="{5570216C-668D-8BA5-33FC-5284438F849C}"/>
                      </a:ext>
                    </a:extLst>
                  </p:cNvPr>
                  <p:cNvGrpSpPr>
                    <a:grpSpLocks/>
                  </p:cNvGrpSpPr>
                  <p:nvPr/>
                </p:nvGrpSpPr>
                <p:grpSpPr bwMode="auto">
                  <a:xfrm>
                    <a:off x="1152" y="1556"/>
                    <a:ext cx="624" cy="409"/>
                    <a:chOff x="1152" y="1556"/>
                    <a:chExt cx="624" cy="409"/>
                  </a:xfrm>
                </p:grpSpPr>
                <p:sp>
                  <p:nvSpPr>
                    <p:cNvPr id="20626" name="Oval 19">
                      <a:extLst>
                        <a:ext uri="{FF2B5EF4-FFF2-40B4-BE49-F238E27FC236}">
                          <a16:creationId xmlns:a16="http://schemas.microsoft.com/office/drawing/2014/main" id="{7637BA36-31B0-B2BD-DABB-A71DC0DE55D0}"/>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627" name="Text Box 20">
                      <a:extLst>
                        <a:ext uri="{FF2B5EF4-FFF2-40B4-BE49-F238E27FC236}">
                          <a16:creationId xmlns:a16="http://schemas.microsoft.com/office/drawing/2014/main" id="{37BB0CA3-A69E-35C1-321D-91662127B34E}"/>
                        </a:ext>
                      </a:extLst>
                    </p:cNvPr>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5</a:t>
                      </a:r>
                    </a:p>
                  </p:txBody>
                </p:sp>
              </p:grpSp>
            </p:grpSp>
          </p:grpSp>
          <p:grpSp>
            <p:nvGrpSpPr>
              <p:cNvPr id="20618" name="Group 21">
                <a:extLst>
                  <a:ext uri="{FF2B5EF4-FFF2-40B4-BE49-F238E27FC236}">
                    <a16:creationId xmlns:a16="http://schemas.microsoft.com/office/drawing/2014/main" id="{14C18F69-5D31-6FCE-60F7-C99E6E71D9A4}"/>
                  </a:ext>
                </a:extLst>
              </p:cNvPr>
              <p:cNvGrpSpPr>
                <a:grpSpLocks/>
              </p:cNvGrpSpPr>
              <p:nvPr/>
            </p:nvGrpSpPr>
            <p:grpSpPr bwMode="auto">
              <a:xfrm>
                <a:off x="720" y="864"/>
                <a:ext cx="432" cy="514"/>
                <a:chOff x="0" y="3758"/>
                <a:chExt cx="672" cy="562"/>
              </a:xfrm>
            </p:grpSpPr>
            <p:sp>
              <p:nvSpPr>
                <p:cNvPr id="20619" name="Oval 22">
                  <a:extLst>
                    <a:ext uri="{FF2B5EF4-FFF2-40B4-BE49-F238E27FC236}">
                      <a16:creationId xmlns:a16="http://schemas.microsoft.com/office/drawing/2014/main" id="{1E6CC139-FA77-8A7B-8F52-4ED30F948762}"/>
                    </a:ext>
                  </a:extLst>
                </p:cNvPr>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620" name="Line 23">
                  <a:extLst>
                    <a:ext uri="{FF2B5EF4-FFF2-40B4-BE49-F238E27FC236}">
                      <a16:creationId xmlns:a16="http://schemas.microsoft.com/office/drawing/2014/main" id="{BC412E7A-FDED-721F-B2BB-72117E3E014D}"/>
                    </a:ext>
                  </a:extLst>
                </p:cNvPr>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0621" name="Text Box 24">
                  <a:extLst>
                    <a:ext uri="{FF2B5EF4-FFF2-40B4-BE49-F238E27FC236}">
                      <a16:creationId xmlns:a16="http://schemas.microsoft.com/office/drawing/2014/main" id="{DA67E23F-A336-06F0-9C62-230DC4A0805A}"/>
                    </a:ext>
                  </a:extLst>
                </p:cNvPr>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grpSp>
        </p:grpSp>
        <p:sp>
          <p:nvSpPr>
            <p:cNvPr id="20616" name="Text Box 25">
              <a:extLst>
                <a:ext uri="{FF2B5EF4-FFF2-40B4-BE49-F238E27FC236}">
                  <a16:creationId xmlns:a16="http://schemas.microsoft.com/office/drawing/2014/main" id="{5E21B11C-360C-23E9-ECFC-EE719C86B6BB}"/>
                </a:ext>
              </a:extLst>
            </p:cNvPr>
            <p:cNvSpPr txBox="1">
              <a:spLocks noChangeArrowheads="1"/>
            </p:cNvSpPr>
            <p:nvPr/>
          </p:nvSpPr>
          <p:spPr bwMode="auto">
            <a:xfrm>
              <a:off x="1344" y="1344"/>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7</a:t>
              </a:r>
            </a:p>
          </p:txBody>
        </p:sp>
      </p:grpSp>
      <p:grpSp>
        <p:nvGrpSpPr>
          <p:cNvPr id="343066" name="Group 26">
            <a:extLst>
              <a:ext uri="{FF2B5EF4-FFF2-40B4-BE49-F238E27FC236}">
                <a16:creationId xmlns:a16="http://schemas.microsoft.com/office/drawing/2014/main" id="{00735834-F246-5DF5-613F-4BBB55BE85C8}"/>
              </a:ext>
            </a:extLst>
          </p:cNvPr>
          <p:cNvGrpSpPr>
            <a:grpSpLocks/>
          </p:cNvGrpSpPr>
          <p:nvPr/>
        </p:nvGrpSpPr>
        <p:grpSpPr bwMode="auto">
          <a:xfrm>
            <a:off x="5105400" y="152400"/>
            <a:ext cx="3200400" cy="2459038"/>
            <a:chOff x="2256" y="96"/>
            <a:chExt cx="2016" cy="1549"/>
          </a:xfrm>
        </p:grpSpPr>
        <p:grpSp>
          <p:nvGrpSpPr>
            <p:cNvPr id="20587" name="Group 27">
              <a:extLst>
                <a:ext uri="{FF2B5EF4-FFF2-40B4-BE49-F238E27FC236}">
                  <a16:creationId xmlns:a16="http://schemas.microsoft.com/office/drawing/2014/main" id="{F79C1340-8CDE-8CAD-223A-99F830BA8272}"/>
                </a:ext>
              </a:extLst>
            </p:cNvPr>
            <p:cNvGrpSpPr>
              <a:grpSpLocks/>
            </p:cNvGrpSpPr>
            <p:nvPr/>
          </p:nvGrpSpPr>
          <p:grpSpPr bwMode="auto">
            <a:xfrm>
              <a:off x="2256" y="96"/>
              <a:ext cx="2016" cy="1549"/>
              <a:chOff x="2256" y="96"/>
              <a:chExt cx="2016" cy="1549"/>
            </a:xfrm>
          </p:grpSpPr>
          <p:grpSp>
            <p:nvGrpSpPr>
              <p:cNvPr id="20589" name="Group 28">
                <a:extLst>
                  <a:ext uri="{FF2B5EF4-FFF2-40B4-BE49-F238E27FC236}">
                    <a16:creationId xmlns:a16="http://schemas.microsoft.com/office/drawing/2014/main" id="{B2DF1049-37ED-8685-BAD8-B2E6F7ED536E}"/>
                  </a:ext>
                </a:extLst>
              </p:cNvPr>
              <p:cNvGrpSpPr>
                <a:grpSpLocks/>
              </p:cNvGrpSpPr>
              <p:nvPr/>
            </p:nvGrpSpPr>
            <p:grpSpPr bwMode="auto">
              <a:xfrm>
                <a:off x="3840" y="1152"/>
                <a:ext cx="432" cy="493"/>
                <a:chOff x="4272" y="2016"/>
                <a:chExt cx="912" cy="819"/>
              </a:xfrm>
            </p:grpSpPr>
            <p:sp>
              <p:nvSpPr>
                <p:cNvPr id="20612" name="Oval 29">
                  <a:extLst>
                    <a:ext uri="{FF2B5EF4-FFF2-40B4-BE49-F238E27FC236}">
                      <a16:creationId xmlns:a16="http://schemas.microsoft.com/office/drawing/2014/main" id="{A185151A-5FED-A1C7-105D-B57BA0AC6067}"/>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613" name="Text Box 30">
                  <a:extLst>
                    <a:ext uri="{FF2B5EF4-FFF2-40B4-BE49-F238E27FC236}">
                      <a16:creationId xmlns:a16="http://schemas.microsoft.com/office/drawing/2014/main" id="{F38D03E4-EBE2-210C-7D99-79D874DC057F}"/>
                    </a:ext>
                  </a:extLst>
                </p:cNvPr>
                <p:cNvSpPr txBox="1">
                  <a:spLocks noChangeArrowheads="1"/>
                </p:cNvSpPr>
                <p:nvPr/>
              </p:nvSpPr>
              <p:spPr bwMode="auto">
                <a:xfrm>
                  <a:off x="4705" y="2352"/>
                  <a:ext cx="479" cy="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6</a:t>
                  </a:r>
                </a:p>
              </p:txBody>
            </p:sp>
            <p:sp>
              <p:nvSpPr>
                <p:cNvPr id="20614" name="Line 31">
                  <a:extLst>
                    <a:ext uri="{FF2B5EF4-FFF2-40B4-BE49-F238E27FC236}">
                      <a16:creationId xmlns:a16="http://schemas.microsoft.com/office/drawing/2014/main" id="{0F68272D-E3B9-2051-2790-4F0284F4FD85}"/>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nvGrpSpPr>
              <p:cNvPr id="20590" name="Group 32">
                <a:extLst>
                  <a:ext uri="{FF2B5EF4-FFF2-40B4-BE49-F238E27FC236}">
                    <a16:creationId xmlns:a16="http://schemas.microsoft.com/office/drawing/2014/main" id="{22673334-B5D8-A36D-1FAA-683B10216C00}"/>
                  </a:ext>
                </a:extLst>
              </p:cNvPr>
              <p:cNvGrpSpPr>
                <a:grpSpLocks/>
              </p:cNvGrpSpPr>
              <p:nvPr/>
            </p:nvGrpSpPr>
            <p:grpSpPr bwMode="auto">
              <a:xfrm>
                <a:off x="2256" y="96"/>
                <a:ext cx="1824" cy="1186"/>
                <a:chOff x="192" y="192"/>
                <a:chExt cx="1824" cy="1186"/>
              </a:xfrm>
            </p:grpSpPr>
            <p:grpSp>
              <p:nvGrpSpPr>
                <p:cNvPr id="20591" name="Group 33">
                  <a:extLst>
                    <a:ext uri="{FF2B5EF4-FFF2-40B4-BE49-F238E27FC236}">
                      <a16:creationId xmlns:a16="http://schemas.microsoft.com/office/drawing/2014/main" id="{7D8C451D-5D7E-12A5-C9B8-BBBF26245C0C}"/>
                    </a:ext>
                  </a:extLst>
                </p:cNvPr>
                <p:cNvGrpSpPr>
                  <a:grpSpLocks/>
                </p:cNvGrpSpPr>
                <p:nvPr/>
              </p:nvGrpSpPr>
              <p:grpSpPr bwMode="auto">
                <a:xfrm>
                  <a:off x="192" y="192"/>
                  <a:ext cx="1824" cy="1104"/>
                  <a:chOff x="240" y="2880"/>
                  <a:chExt cx="2160" cy="1440"/>
                </a:xfrm>
              </p:grpSpPr>
              <p:grpSp>
                <p:nvGrpSpPr>
                  <p:cNvPr id="20596" name="Group 34">
                    <a:extLst>
                      <a:ext uri="{FF2B5EF4-FFF2-40B4-BE49-F238E27FC236}">
                        <a16:creationId xmlns:a16="http://schemas.microsoft.com/office/drawing/2014/main" id="{E2BBCBEB-C39F-2340-0C31-0CD1C39C1A4C}"/>
                      </a:ext>
                    </a:extLst>
                  </p:cNvPr>
                  <p:cNvGrpSpPr>
                    <a:grpSpLocks/>
                  </p:cNvGrpSpPr>
                  <p:nvPr/>
                </p:nvGrpSpPr>
                <p:grpSpPr bwMode="auto">
                  <a:xfrm>
                    <a:off x="240" y="2880"/>
                    <a:ext cx="1489" cy="1028"/>
                    <a:chOff x="3840" y="1632"/>
                    <a:chExt cx="1489" cy="1028"/>
                  </a:xfrm>
                </p:grpSpPr>
                <p:grpSp>
                  <p:nvGrpSpPr>
                    <p:cNvPr id="20602" name="Group 35">
                      <a:extLst>
                        <a:ext uri="{FF2B5EF4-FFF2-40B4-BE49-F238E27FC236}">
                          <a16:creationId xmlns:a16="http://schemas.microsoft.com/office/drawing/2014/main" id="{0B6D3401-7D1C-B692-5EEB-2F7839D450AA}"/>
                        </a:ext>
                      </a:extLst>
                    </p:cNvPr>
                    <p:cNvGrpSpPr>
                      <a:grpSpLocks/>
                    </p:cNvGrpSpPr>
                    <p:nvPr/>
                  </p:nvGrpSpPr>
                  <p:grpSpPr bwMode="auto">
                    <a:xfrm>
                      <a:off x="3840" y="1632"/>
                      <a:ext cx="1391" cy="971"/>
                      <a:chOff x="288" y="1045"/>
                      <a:chExt cx="1391" cy="971"/>
                    </a:xfrm>
                  </p:grpSpPr>
                  <p:sp>
                    <p:nvSpPr>
                      <p:cNvPr id="20607" name="Oval 36">
                        <a:extLst>
                          <a:ext uri="{FF2B5EF4-FFF2-40B4-BE49-F238E27FC236}">
                            <a16:creationId xmlns:a16="http://schemas.microsoft.com/office/drawing/2014/main" id="{3147367D-EADC-A5EC-F222-245ED163F8CA}"/>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608" name="Oval 37">
                        <a:extLst>
                          <a:ext uri="{FF2B5EF4-FFF2-40B4-BE49-F238E27FC236}">
                            <a16:creationId xmlns:a16="http://schemas.microsoft.com/office/drawing/2014/main" id="{06FA10CE-8D65-83E6-8D46-080C1B3A3122}"/>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609" name="Line 38">
                        <a:extLst>
                          <a:ext uri="{FF2B5EF4-FFF2-40B4-BE49-F238E27FC236}">
                            <a16:creationId xmlns:a16="http://schemas.microsoft.com/office/drawing/2014/main" id="{F1EC53F6-E412-7694-1A6F-7A8C07500286}"/>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0610" name="Text Box 39">
                        <a:extLst>
                          <a:ext uri="{FF2B5EF4-FFF2-40B4-BE49-F238E27FC236}">
                            <a16:creationId xmlns:a16="http://schemas.microsoft.com/office/drawing/2014/main" id="{658937D2-5D1B-4350-083F-25A4B430A562}"/>
                          </a:ext>
                        </a:extLst>
                      </p:cNvPr>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sp>
                    <p:nvSpPr>
                      <p:cNvPr id="20611" name="Text Box 40">
                        <a:extLst>
                          <a:ext uri="{FF2B5EF4-FFF2-40B4-BE49-F238E27FC236}">
                            <a16:creationId xmlns:a16="http://schemas.microsoft.com/office/drawing/2014/main" id="{D6CD2209-76DF-FE67-FABB-7A29E454322D}"/>
                          </a:ext>
                        </a:extLst>
                      </p:cNvPr>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20603" name="Group 41">
                      <a:extLst>
                        <a:ext uri="{FF2B5EF4-FFF2-40B4-BE49-F238E27FC236}">
                          <a16:creationId xmlns:a16="http://schemas.microsoft.com/office/drawing/2014/main" id="{74E4D04C-1AC1-6942-BABA-DDD9076CBC8B}"/>
                        </a:ext>
                      </a:extLst>
                    </p:cNvPr>
                    <p:cNvGrpSpPr>
                      <a:grpSpLocks/>
                    </p:cNvGrpSpPr>
                    <p:nvPr/>
                  </p:nvGrpSpPr>
                  <p:grpSpPr bwMode="auto">
                    <a:xfrm>
                      <a:off x="4656" y="2016"/>
                      <a:ext cx="673" cy="644"/>
                      <a:chOff x="4272" y="2016"/>
                      <a:chExt cx="913" cy="805"/>
                    </a:xfrm>
                  </p:grpSpPr>
                  <p:sp>
                    <p:nvSpPr>
                      <p:cNvPr id="20604" name="Oval 42">
                        <a:extLst>
                          <a:ext uri="{FF2B5EF4-FFF2-40B4-BE49-F238E27FC236}">
                            <a16:creationId xmlns:a16="http://schemas.microsoft.com/office/drawing/2014/main" id="{5F11C2F1-5B29-FF65-D0CB-BB3D1660AB44}"/>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605" name="Text Box 43">
                        <a:extLst>
                          <a:ext uri="{FF2B5EF4-FFF2-40B4-BE49-F238E27FC236}">
                            <a16:creationId xmlns:a16="http://schemas.microsoft.com/office/drawing/2014/main" id="{E64C3012-261B-3D4C-C34B-A7259E3AFEFF}"/>
                          </a:ext>
                        </a:extLst>
                      </p:cNvPr>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4</a:t>
                        </a:r>
                      </a:p>
                    </p:txBody>
                  </p:sp>
                  <p:sp>
                    <p:nvSpPr>
                      <p:cNvPr id="20606" name="Line 44">
                        <a:extLst>
                          <a:ext uri="{FF2B5EF4-FFF2-40B4-BE49-F238E27FC236}">
                            <a16:creationId xmlns:a16="http://schemas.microsoft.com/office/drawing/2014/main" id="{34EB15CC-3EB3-C77C-48B7-8030C4F4C23F}"/>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20597" name="Group 45">
                    <a:extLst>
                      <a:ext uri="{FF2B5EF4-FFF2-40B4-BE49-F238E27FC236}">
                        <a16:creationId xmlns:a16="http://schemas.microsoft.com/office/drawing/2014/main" id="{63A6D01B-21FD-EAA8-A94C-DCDE8616AB41}"/>
                      </a:ext>
                    </a:extLst>
                  </p:cNvPr>
                  <p:cNvGrpSpPr>
                    <a:grpSpLocks/>
                  </p:cNvGrpSpPr>
                  <p:nvPr/>
                </p:nvGrpSpPr>
                <p:grpSpPr bwMode="auto">
                  <a:xfrm>
                    <a:off x="1680" y="3809"/>
                    <a:ext cx="720" cy="511"/>
                    <a:chOff x="1056" y="1454"/>
                    <a:chExt cx="720" cy="511"/>
                  </a:xfrm>
                </p:grpSpPr>
                <p:sp>
                  <p:nvSpPr>
                    <p:cNvPr id="20598" name="Line 46">
                      <a:extLst>
                        <a:ext uri="{FF2B5EF4-FFF2-40B4-BE49-F238E27FC236}">
                          <a16:creationId xmlns:a16="http://schemas.microsoft.com/office/drawing/2014/main" id="{32781E23-F96F-7FCE-55F4-91443ACF149B}"/>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0599" name="Group 47">
                      <a:extLst>
                        <a:ext uri="{FF2B5EF4-FFF2-40B4-BE49-F238E27FC236}">
                          <a16:creationId xmlns:a16="http://schemas.microsoft.com/office/drawing/2014/main" id="{2B48A43E-5624-108B-6113-1BA14DCB656D}"/>
                        </a:ext>
                      </a:extLst>
                    </p:cNvPr>
                    <p:cNvGrpSpPr>
                      <a:grpSpLocks/>
                    </p:cNvGrpSpPr>
                    <p:nvPr/>
                  </p:nvGrpSpPr>
                  <p:grpSpPr bwMode="auto">
                    <a:xfrm>
                      <a:off x="1152" y="1556"/>
                      <a:ext cx="624" cy="409"/>
                      <a:chOff x="1152" y="1556"/>
                      <a:chExt cx="624" cy="409"/>
                    </a:xfrm>
                  </p:grpSpPr>
                  <p:sp>
                    <p:nvSpPr>
                      <p:cNvPr id="20600" name="Oval 48">
                        <a:extLst>
                          <a:ext uri="{FF2B5EF4-FFF2-40B4-BE49-F238E27FC236}">
                            <a16:creationId xmlns:a16="http://schemas.microsoft.com/office/drawing/2014/main" id="{B884CEF5-BFD4-48C7-28C6-3D9DE34D0426}"/>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601" name="Text Box 49">
                        <a:extLst>
                          <a:ext uri="{FF2B5EF4-FFF2-40B4-BE49-F238E27FC236}">
                            <a16:creationId xmlns:a16="http://schemas.microsoft.com/office/drawing/2014/main" id="{8792BB95-86B4-4679-2C40-774563B40F8A}"/>
                          </a:ext>
                        </a:extLst>
                      </p:cNvPr>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5</a:t>
                        </a:r>
                      </a:p>
                    </p:txBody>
                  </p:sp>
                </p:grpSp>
              </p:grpSp>
            </p:grpSp>
            <p:grpSp>
              <p:nvGrpSpPr>
                <p:cNvPr id="20592" name="Group 50">
                  <a:extLst>
                    <a:ext uri="{FF2B5EF4-FFF2-40B4-BE49-F238E27FC236}">
                      <a16:creationId xmlns:a16="http://schemas.microsoft.com/office/drawing/2014/main" id="{A0B8ACE3-12FD-35F9-9250-997192F926D4}"/>
                    </a:ext>
                  </a:extLst>
                </p:cNvPr>
                <p:cNvGrpSpPr>
                  <a:grpSpLocks/>
                </p:cNvGrpSpPr>
                <p:nvPr/>
              </p:nvGrpSpPr>
              <p:grpSpPr bwMode="auto">
                <a:xfrm>
                  <a:off x="720" y="864"/>
                  <a:ext cx="432" cy="514"/>
                  <a:chOff x="0" y="3758"/>
                  <a:chExt cx="672" cy="562"/>
                </a:xfrm>
              </p:grpSpPr>
              <p:sp>
                <p:nvSpPr>
                  <p:cNvPr id="20593" name="Oval 51">
                    <a:extLst>
                      <a:ext uri="{FF2B5EF4-FFF2-40B4-BE49-F238E27FC236}">
                        <a16:creationId xmlns:a16="http://schemas.microsoft.com/office/drawing/2014/main" id="{714A4A0F-2CBC-AB0D-AE6E-9154F021FCEE}"/>
                      </a:ext>
                    </a:extLst>
                  </p:cNvPr>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94" name="Line 52">
                    <a:extLst>
                      <a:ext uri="{FF2B5EF4-FFF2-40B4-BE49-F238E27FC236}">
                        <a16:creationId xmlns:a16="http://schemas.microsoft.com/office/drawing/2014/main" id="{D431D700-E313-CE6B-2B7C-0FD2553EDEF5}"/>
                      </a:ext>
                    </a:extLst>
                  </p:cNvPr>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0595" name="Text Box 53">
                    <a:extLst>
                      <a:ext uri="{FF2B5EF4-FFF2-40B4-BE49-F238E27FC236}">
                        <a16:creationId xmlns:a16="http://schemas.microsoft.com/office/drawing/2014/main" id="{1BDA3C74-E922-8BEE-579E-B6F5D4A95FFE}"/>
                      </a:ext>
                    </a:extLst>
                  </p:cNvPr>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grpSp>
          </p:grpSp>
        </p:grpSp>
        <p:sp>
          <p:nvSpPr>
            <p:cNvPr id="20588" name="Text Box 54">
              <a:extLst>
                <a:ext uri="{FF2B5EF4-FFF2-40B4-BE49-F238E27FC236}">
                  <a16:creationId xmlns:a16="http://schemas.microsoft.com/office/drawing/2014/main" id="{695D9D1C-8FB1-B015-04F2-EA5E905BEE2D}"/>
                </a:ext>
              </a:extLst>
            </p:cNvPr>
            <p:cNvSpPr txBox="1">
              <a:spLocks noChangeArrowheads="1"/>
            </p:cNvSpPr>
            <p:nvPr/>
          </p:nvSpPr>
          <p:spPr bwMode="auto">
            <a:xfrm>
              <a:off x="2976" y="124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8</a:t>
              </a:r>
            </a:p>
          </p:txBody>
        </p:sp>
      </p:grpSp>
      <p:grpSp>
        <p:nvGrpSpPr>
          <p:cNvPr id="343095" name="Group 55">
            <a:extLst>
              <a:ext uri="{FF2B5EF4-FFF2-40B4-BE49-F238E27FC236}">
                <a16:creationId xmlns:a16="http://schemas.microsoft.com/office/drawing/2014/main" id="{B9A0BE41-8EBC-56F1-1DD0-3CC551901889}"/>
              </a:ext>
            </a:extLst>
          </p:cNvPr>
          <p:cNvGrpSpPr>
            <a:grpSpLocks/>
          </p:cNvGrpSpPr>
          <p:nvPr/>
        </p:nvGrpSpPr>
        <p:grpSpPr bwMode="auto">
          <a:xfrm>
            <a:off x="1524000" y="2590801"/>
            <a:ext cx="3352800" cy="2424113"/>
            <a:chOff x="0" y="1632"/>
            <a:chExt cx="2112" cy="1527"/>
          </a:xfrm>
        </p:grpSpPr>
        <p:grpSp>
          <p:nvGrpSpPr>
            <p:cNvPr id="20559" name="Group 56">
              <a:extLst>
                <a:ext uri="{FF2B5EF4-FFF2-40B4-BE49-F238E27FC236}">
                  <a16:creationId xmlns:a16="http://schemas.microsoft.com/office/drawing/2014/main" id="{8426C890-1561-1CE0-F1D5-49C363A08BE7}"/>
                </a:ext>
              </a:extLst>
            </p:cNvPr>
            <p:cNvGrpSpPr>
              <a:grpSpLocks/>
            </p:cNvGrpSpPr>
            <p:nvPr/>
          </p:nvGrpSpPr>
          <p:grpSpPr bwMode="auto">
            <a:xfrm>
              <a:off x="0" y="1632"/>
              <a:ext cx="2112" cy="1234"/>
              <a:chOff x="0" y="1632"/>
              <a:chExt cx="2112" cy="1234"/>
            </a:xfrm>
          </p:grpSpPr>
          <p:grpSp>
            <p:nvGrpSpPr>
              <p:cNvPr id="20561" name="Group 57">
                <a:extLst>
                  <a:ext uri="{FF2B5EF4-FFF2-40B4-BE49-F238E27FC236}">
                    <a16:creationId xmlns:a16="http://schemas.microsoft.com/office/drawing/2014/main" id="{53759901-F623-5F4A-68A9-E2F017B8A176}"/>
                  </a:ext>
                </a:extLst>
              </p:cNvPr>
              <p:cNvGrpSpPr>
                <a:grpSpLocks/>
              </p:cNvGrpSpPr>
              <p:nvPr/>
            </p:nvGrpSpPr>
            <p:grpSpPr bwMode="auto">
              <a:xfrm>
                <a:off x="288" y="1632"/>
                <a:ext cx="1824" cy="1104"/>
                <a:chOff x="240" y="2880"/>
                <a:chExt cx="2160" cy="1440"/>
              </a:xfrm>
            </p:grpSpPr>
            <p:grpSp>
              <p:nvGrpSpPr>
                <p:cNvPr id="20571" name="Group 58">
                  <a:extLst>
                    <a:ext uri="{FF2B5EF4-FFF2-40B4-BE49-F238E27FC236}">
                      <a16:creationId xmlns:a16="http://schemas.microsoft.com/office/drawing/2014/main" id="{29A579A2-FD06-885B-77C1-73C61512B716}"/>
                    </a:ext>
                  </a:extLst>
                </p:cNvPr>
                <p:cNvGrpSpPr>
                  <a:grpSpLocks/>
                </p:cNvGrpSpPr>
                <p:nvPr/>
              </p:nvGrpSpPr>
              <p:grpSpPr bwMode="auto">
                <a:xfrm>
                  <a:off x="240" y="2880"/>
                  <a:ext cx="1489" cy="1028"/>
                  <a:chOff x="3840" y="1632"/>
                  <a:chExt cx="1489" cy="1028"/>
                </a:xfrm>
              </p:grpSpPr>
              <p:grpSp>
                <p:nvGrpSpPr>
                  <p:cNvPr id="20577" name="Group 59">
                    <a:extLst>
                      <a:ext uri="{FF2B5EF4-FFF2-40B4-BE49-F238E27FC236}">
                        <a16:creationId xmlns:a16="http://schemas.microsoft.com/office/drawing/2014/main" id="{D9D6A0B4-92BB-8FE9-6EF6-8FB18F5BB6BD}"/>
                      </a:ext>
                    </a:extLst>
                  </p:cNvPr>
                  <p:cNvGrpSpPr>
                    <a:grpSpLocks/>
                  </p:cNvGrpSpPr>
                  <p:nvPr/>
                </p:nvGrpSpPr>
                <p:grpSpPr bwMode="auto">
                  <a:xfrm>
                    <a:off x="3840" y="1632"/>
                    <a:ext cx="1391" cy="971"/>
                    <a:chOff x="288" y="1045"/>
                    <a:chExt cx="1391" cy="971"/>
                  </a:xfrm>
                </p:grpSpPr>
                <p:sp>
                  <p:nvSpPr>
                    <p:cNvPr id="20582" name="Oval 60">
                      <a:extLst>
                        <a:ext uri="{FF2B5EF4-FFF2-40B4-BE49-F238E27FC236}">
                          <a16:creationId xmlns:a16="http://schemas.microsoft.com/office/drawing/2014/main" id="{7C91F9FC-43EF-0F82-D01C-F878304FDC1B}"/>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83" name="Oval 61">
                      <a:extLst>
                        <a:ext uri="{FF2B5EF4-FFF2-40B4-BE49-F238E27FC236}">
                          <a16:creationId xmlns:a16="http://schemas.microsoft.com/office/drawing/2014/main" id="{F9D402F0-A676-73F4-80DA-A32C190A7B57}"/>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84" name="Line 62">
                      <a:extLst>
                        <a:ext uri="{FF2B5EF4-FFF2-40B4-BE49-F238E27FC236}">
                          <a16:creationId xmlns:a16="http://schemas.microsoft.com/office/drawing/2014/main" id="{DDE4A410-5222-B076-A563-08A83EA2E891}"/>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0585" name="Text Box 63">
                      <a:extLst>
                        <a:ext uri="{FF2B5EF4-FFF2-40B4-BE49-F238E27FC236}">
                          <a16:creationId xmlns:a16="http://schemas.microsoft.com/office/drawing/2014/main" id="{B9DB8348-109A-AF66-F35E-F1975461E225}"/>
                        </a:ext>
                      </a:extLst>
                    </p:cNvPr>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sp>
                  <p:nvSpPr>
                    <p:cNvPr id="20586" name="Text Box 64">
                      <a:extLst>
                        <a:ext uri="{FF2B5EF4-FFF2-40B4-BE49-F238E27FC236}">
                          <a16:creationId xmlns:a16="http://schemas.microsoft.com/office/drawing/2014/main" id="{F3BE0FC5-B65F-CE18-DC28-AA3E0BBA81F2}"/>
                        </a:ext>
                      </a:extLst>
                    </p:cNvPr>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grpSp>
              <p:grpSp>
                <p:nvGrpSpPr>
                  <p:cNvPr id="20578" name="Group 65">
                    <a:extLst>
                      <a:ext uri="{FF2B5EF4-FFF2-40B4-BE49-F238E27FC236}">
                        <a16:creationId xmlns:a16="http://schemas.microsoft.com/office/drawing/2014/main" id="{02822374-B428-9F55-9236-10604F47C32A}"/>
                      </a:ext>
                    </a:extLst>
                  </p:cNvPr>
                  <p:cNvGrpSpPr>
                    <a:grpSpLocks/>
                  </p:cNvGrpSpPr>
                  <p:nvPr/>
                </p:nvGrpSpPr>
                <p:grpSpPr bwMode="auto">
                  <a:xfrm>
                    <a:off x="4656" y="2016"/>
                    <a:ext cx="673" cy="644"/>
                    <a:chOff x="4272" y="2016"/>
                    <a:chExt cx="913" cy="805"/>
                  </a:xfrm>
                </p:grpSpPr>
                <p:sp>
                  <p:nvSpPr>
                    <p:cNvPr id="20579" name="Oval 66">
                      <a:extLst>
                        <a:ext uri="{FF2B5EF4-FFF2-40B4-BE49-F238E27FC236}">
                          <a16:creationId xmlns:a16="http://schemas.microsoft.com/office/drawing/2014/main" id="{830BD67B-7044-2EF7-7B7B-19F8232A7BFA}"/>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80" name="Text Box 67">
                      <a:extLst>
                        <a:ext uri="{FF2B5EF4-FFF2-40B4-BE49-F238E27FC236}">
                          <a16:creationId xmlns:a16="http://schemas.microsoft.com/office/drawing/2014/main" id="{E47B714F-748F-713D-43F3-2719F18B7938}"/>
                        </a:ext>
                      </a:extLst>
                    </p:cNvPr>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5</a:t>
                      </a:r>
                    </a:p>
                  </p:txBody>
                </p:sp>
                <p:sp>
                  <p:nvSpPr>
                    <p:cNvPr id="20581" name="Line 68">
                      <a:extLst>
                        <a:ext uri="{FF2B5EF4-FFF2-40B4-BE49-F238E27FC236}">
                          <a16:creationId xmlns:a16="http://schemas.microsoft.com/office/drawing/2014/main" id="{D1EE2BB3-B878-F946-2016-5892685463FD}"/>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20572" name="Group 69">
                  <a:extLst>
                    <a:ext uri="{FF2B5EF4-FFF2-40B4-BE49-F238E27FC236}">
                      <a16:creationId xmlns:a16="http://schemas.microsoft.com/office/drawing/2014/main" id="{319B8E1C-A196-06DC-7581-DD9C8F67AA96}"/>
                    </a:ext>
                  </a:extLst>
                </p:cNvPr>
                <p:cNvGrpSpPr>
                  <a:grpSpLocks/>
                </p:cNvGrpSpPr>
                <p:nvPr/>
              </p:nvGrpSpPr>
              <p:grpSpPr bwMode="auto">
                <a:xfrm>
                  <a:off x="1680" y="3809"/>
                  <a:ext cx="720" cy="511"/>
                  <a:chOff x="1056" y="1454"/>
                  <a:chExt cx="720" cy="511"/>
                </a:xfrm>
              </p:grpSpPr>
              <p:sp>
                <p:nvSpPr>
                  <p:cNvPr id="20573" name="Line 70">
                    <a:extLst>
                      <a:ext uri="{FF2B5EF4-FFF2-40B4-BE49-F238E27FC236}">
                        <a16:creationId xmlns:a16="http://schemas.microsoft.com/office/drawing/2014/main" id="{814CD5A0-6FEA-BCA0-E61F-2D93C7675D56}"/>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0574" name="Group 71">
                    <a:extLst>
                      <a:ext uri="{FF2B5EF4-FFF2-40B4-BE49-F238E27FC236}">
                        <a16:creationId xmlns:a16="http://schemas.microsoft.com/office/drawing/2014/main" id="{EAC36B0E-28E8-9BBF-2AED-9255A7367415}"/>
                      </a:ext>
                    </a:extLst>
                  </p:cNvPr>
                  <p:cNvGrpSpPr>
                    <a:grpSpLocks/>
                  </p:cNvGrpSpPr>
                  <p:nvPr/>
                </p:nvGrpSpPr>
                <p:grpSpPr bwMode="auto">
                  <a:xfrm>
                    <a:off x="1152" y="1556"/>
                    <a:ext cx="624" cy="409"/>
                    <a:chOff x="1152" y="1556"/>
                    <a:chExt cx="624" cy="409"/>
                  </a:xfrm>
                </p:grpSpPr>
                <p:sp>
                  <p:nvSpPr>
                    <p:cNvPr id="20575" name="Oval 72">
                      <a:extLst>
                        <a:ext uri="{FF2B5EF4-FFF2-40B4-BE49-F238E27FC236}">
                          <a16:creationId xmlns:a16="http://schemas.microsoft.com/office/drawing/2014/main" id="{F3E18870-F1DD-DB4D-325D-170214C4DC4D}"/>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76" name="Text Box 73">
                      <a:extLst>
                        <a:ext uri="{FF2B5EF4-FFF2-40B4-BE49-F238E27FC236}">
                          <a16:creationId xmlns:a16="http://schemas.microsoft.com/office/drawing/2014/main" id="{3CE1977C-D772-CAC2-F67E-1376DC00E185}"/>
                        </a:ext>
                      </a:extLst>
                    </p:cNvPr>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6</a:t>
                      </a:r>
                    </a:p>
                  </p:txBody>
                </p:sp>
              </p:grpSp>
            </p:grpSp>
          </p:grpSp>
          <p:grpSp>
            <p:nvGrpSpPr>
              <p:cNvPr id="20562" name="Group 74">
                <a:extLst>
                  <a:ext uri="{FF2B5EF4-FFF2-40B4-BE49-F238E27FC236}">
                    <a16:creationId xmlns:a16="http://schemas.microsoft.com/office/drawing/2014/main" id="{17FAC423-AFF7-BD28-4CCA-D5AEA43BE81B}"/>
                  </a:ext>
                </a:extLst>
              </p:cNvPr>
              <p:cNvGrpSpPr>
                <a:grpSpLocks/>
              </p:cNvGrpSpPr>
              <p:nvPr/>
            </p:nvGrpSpPr>
            <p:grpSpPr bwMode="auto">
              <a:xfrm>
                <a:off x="0" y="2352"/>
                <a:ext cx="432" cy="514"/>
                <a:chOff x="0" y="3758"/>
                <a:chExt cx="672" cy="562"/>
              </a:xfrm>
            </p:grpSpPr>
            <p:sp>
              <p:nvSpPr>
                <p:cNvPr id="20568" name="Oval 75">
                  <a:extLst>
                    <a:ext uri="{FF2B5EF4-FFF2-40B4-BE49-F238E27FC236}">
                      <a16:creationId xmlns:a16="http://schemas.microsoft.com/office/drawing/2014/main" id="{63BA1A3E-754B-723A-13AB-50C44C94FE48}"/>
                    </a:ext>
                  </a:extLst>
                </p:cNvPr>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69" name="Line 76">
                  <a:extLst>
                    <a:ext uri="{FF2B5EF4-FFF2-40B4-BE49-F238E27FC236}">
                      <a16:creationId xmlns:a16="http://schemas.microsoft.com/office/drawing/2014/main" id="{20D5A759-2FEC-EE21-0086-74A5EE67F60E}"/>
                    </a:ext>
                  </a:extLst>
                </p:cNvPr>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0570" name="Text Box 77">
                  <a:extLst>
                    <a:ext uri="{FF2B5EF4-FFF2-40B4-BE49-F238E27FC236}">
                      <a16:creationId xmlns:a16="http://schemas.microsoft.com/office/drawing/2014/main" id="{B6DDDFB2-4BB1-81B9-A675-AE6D5D9FD71A}"/>
                    </a:ext>
                  </a:extLst>
                </p:cNvPr>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20563" name="Group 78">
                <a:extLst>
                  <a:ext uri="{FF2B5EF4-FFF2-40B4-BE49-F238E27FC236}">
                    <a16:creationId xmlns:a16="http://schemas.microsoft.com/office/drawing/2014/main" id="{D74C3643-BF5F-DC05-55DB-BF7AD5D3DB0C}"/>
                  </a:ext>
                </a:extLst>
              </p:cNvPr>
              <p:cNvGrpSpPr>
                <a:grpSpLocks/>
              </p:cNvGrpSpPr>
              <p:nvPr/>
            </p:nvGrpSpPr>
            <p:grpSpPr bwMode="auto">
              <a:xfrm>
                <a:off x="576" y="2352"/>
                <a:ext cx="720" cy="511"/>
                <a:chOff x="1056" y="1454"/>
                <a:chExt cx="720" cy="511"/>
              </a:xfrm>
            </p:grpSpPr>
            <p:sp>
              <p:nvSpPr>
                <p:cNvPr id="20564" name="Line 79">
                  <a:extLst>
                    <a:ext uri="{FF2B5EF4-FFF2-40B4-BE49-F238E27FC236}">
                      <a16:creationId xmlns:a16="http://schemas.microsoft.com/office/drawing/2014/main" id="{E3EA274F-4306-F0A4-49E4-5EA7378300AB}"/>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0565" name="Group 80">
                  <a:extLst>
                    <a:ext uri="{FF2B5EF4-FFF2-40B4-BE49-F238E27FC236}">
                      <a16:creationId xmlns:a16="http://schemas.microsoft.com/office/drawing/2014/main" id="{22F971CE-2650-5D9E-FBBE-001C504689E3}"/>
                    </a:ext>
                  </a:extLst>
                </p:cNvPr>
                <p:cNvGrpSpPr>
                  <a:grpSpLocks/>
                </p:cNvGrpSpPr>
                <p:nvPr/>
              </p:nvGrpSpPr>
              <p:grpSpPr bwMode="auto">
                <a:xfrm>
                  <a:off x="1152" y="1556"/>
                  <a:ext cx="624" cy="409"/>
                  <a:chOff x="1152" y="1556"/>
                  <a:chExt cx="624" cy="409"/>
                </a:xfrm>
              </p:grpSpPr>
              <p:sp>
                <p:nvSpPr>
                  <p:cNvPr id="20566" name="Oval 81">
                    <a:extLst>
                      <a:ext uri="{FF2B5EF4-FFF2-40B4-BE49-F238E27FC236}">
                        <a16:creationId xmlns:a16="http://schemas.microsoft.com/office/drawing/2014/main" id="{86756D98-5701-E980-1D7F-45A4EA546F8B}"/>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67" name="Text Box 82">
                    <a:extLst>
                      <a:ext uri="{FF2B5EF4-FFF2-40B4-BE49-F238E27FC236}">
                        <a16:creationId xmlns:a16="http://schemas.microsoft.com/office/drawing/2014/main" id="{AA7DBAD5-82B1-4DED-9816-2AF7A1758C12}"/>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grpSp>
          </p:grpSp>
        </p:grpSp>
        <p:sp>
          <p:nvSpPr>
            <p:cNvPr id="20560" name="Text Box 83">
              <a:extLst>
                <a:ext uri="{FF2B5EF4-FFF2-40B4-BE49-F238E27FC236}">
                  <a16:creationId xmlns:a16="http://schemas.microsoft.com/office/drawing/2014/main" id="{4612AEC1-8D63-2E90-AC1D-1789A84DBACB}"/>
                </a:ext>
              </a:extLst>
            </p:cNvPr>
            <p:cNvSpPr txBox="1">
              <a:spLocks noChangeArrowheads="1"/>
            </p:cNvSpPr>
            <p:nvPr/>
          </p:nvSpPr>
          <p:spPr bwMode="auto">
            <a:xfrm>
              <a:off x="720" y="292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9</a:t>
              </a:r>
            </a:p>
          </p:txBody>
        </p:sp>
      </p:grpSp>
      <p:grpSp>
        <p:nvGrpSpPr>
          <p:cNvPr id="343124" name="Group 84">
            <a:extLst>
              <a:ext uri="{FF2B5EF4-FFF2-40B4-BE49-F238E27FC236}">
                <a16:creationId xmlns:a16="http://schemas.microsoft.com/office/drawing/2014/main" id="{F54E6359-F9CD-DD8B-1C0B-CCF805873BA1}"/>
              </a:ext>
            </a:extLst>
          </p:cNvPr>
          <p:cNvGrpSpPr>
            <a:grpSpLocks/>
          </p:cNvGrpSpPr>
          <p:nvPr/>
        </p:nvGrpSpPr>
        <p:grpSpPr bwMode="auto">
          <a:xfrm>
            <a:off x="6248400" y="2590801"/>
            <a:ext cx="3962400" cy="2563813"/>
            <a:chOff x="2976" y="1632"/>
            <a:chExt cx="2496" cy="1615"/>
          </a:xfrm>
        </p:grpSpPr>
        <p:grpSp>
          <p:nvGrpSpPr>
            <p:cNvPr id="20525" name="Group 85">
              <a:extLst>
                <a:ext uri="{FF2B5EF4-FFF2-40B4-BE49-F238E27FC236}">
                  <a16:creationId xmlns:a16="http://schemas.microsoft.com/office/drawing/2014/main" id="{BD91BEA6-8183-2832-AB51-E6D269E5CD55}"/>
                </a:ext>
              </a:extLst>
            </p:cNvPr>
            <p:cNvGrpSpPr>
              <a:grpSpLocks/>
            </p:cNvGrpSpPr>
            <p:nvPr/>
          </p:nvGrpSpPr>
          <p:grpSpPr bwMode="auto">
            <a:xfrm>
              <a:off x="2976" y="1632"/>
              <a:ext cx="2496" cy="1615"/>
              <a:chOff x="2400" y="1776"/>
              <a:chExt cx="2496" cy="1615"/>
            </a:xfrm>
          </p:grpSpPr>
          <p:grpSp>
            <p:nvGrpSpPr>
              <p:cNvPr id="20527" name="Group 86">
                <a:extLst>
                  <a:ext uri="{FF2B5EF4-FFF2-40B4-BE49-F238E27FC236}">
                    <a16:creationId xmlns:a16="http://schemas.microsoft.com/office/drawing/2014/main" id="{E57F2804-35BC-F332-2EBD-EF6B12D8B15C}"/>
                  </a:ext>
                </a:extLst>
              </p:cNvPr>
              <p:cNvGrpSpPr>
                <a:grpSpLocks/>
              </p:cNvGrpSpPr>
              <p:nvPr/>
            </p:nvGrpSpPr>
            <p:grpSpPr bwMode="auto">
              <a:xfrm>
                <a:off x="2400" y="1776"/>
                <a:ext cx="2112" cy="1234"/>
                <a:chOff x="0" y="1632"/>
                <a:chExt cx="2112" cy="1234"/>
              </a:xfrm>
            </p:grpSpPr>
            <p:grpSp>
              <p:nvGrpSpPr>
                <p:cNvPr id="20533" name="Group 87">
                  <a:extLst>
                    <a:ext uri="{FF2B5EF4-FFF2-40B4-BE49-F238E27FC236}">
                      <a16:creationId xmlns:a16="http://schemas.microsoft.com/office/drawing/2014/main" id="{57C9B211-2383-439C-4D07-E749CF7843D2}"/>
                    </a:ext>
                  </a:extLst>
                </p:cNvPr>
                <p:cNvGrpSpPr>
                  <a:grpSpLocks/>
                </p:cNvGrpSpPr>
                <p:nvPr/>
              </p:nvGrpSpPr>
              <p:grpSpPr bwMode="auto">
                <a:xfrm>
                  <a:off x="288" y="1632"/>
                  <a:ext cx="1824" cy="1104"/>
                  <a:chOff x="240" y="2880"/>
                  <a:chExt cx="2160" cy="1440"/>
                </a:xfrm>
              </p:grpSpPr>
              <p:grpSp>
                <p:nvGrpSpPr>
                  <p:cNvPr id="20543" name="Group 88">
                    <a:extLst>
                      <a:ext uri="{FF2B5EF4-FFF2-40B4-BE49-F238E27FC236}">
                        <a16:creationId xmlns:a16="http://schemas.microsoft.com/office/drawing/2014/main" id="{A129AFA2-3D5B-C2A1-65F5-53FCD464FEEF}"/>
                      </a:ext>
                    </a:extLst>
                  </p:cNvPr>
                  <p:cNvGrpSpPr>
                    <a:grpSpLocks/>
                  </p:cNvGrpSpPr>
                  <p:nvPr/>
                </p:nvGrpSpPr>
                <p:grpSpPr bwMode="auto">
                  <a:xfrm>
                    <a:off x="240" y="2880"/>
                    <a:ext cx="1489" cy="1028"/>
                    <a:chOff x="3840" y="1632"/>
                    <a:chExt cx="1489" cy="1028"/>
                  </a:xfrm>
                </p:grpSpPr>
                <p:grpSp>
                  <p:nvGrpSpPr>
                    <p:cNvPr id="20549" name="Group 89">
                      <a:extLst>
                        <a:ext uri="{FF2B5EF4-FFF2-40B4-BE49-F238E27FC236}">
                          <a16:creationId xmlns:a16="http://schemas.microsoft.com/office/drawing/2014/main" id="{A1C1E9DF-4553-9BE5-36F2-1BC8AFBFF814}"/>
                        </a:ext>
                      </a:extLst>
                    </p:cNvPr>
                    <p:cNvGrpSpPr>
                      <a:grpSpLocks/>
                    </p:cNvGrpSpPr>
                    <p:nvPr/>
                  </p:nvGrpSpPr>
                  <p:grpSpPr bwMode="auto">
                    <a:xfrm>
                      <a:off x="3840" y="1632"/>
                      <a:ext cx="1391" cy="971"/>
                      <a:chOff x="288" y="1045"/>
                      <a:chExt cx="1391" cy="971"/>
                    </a:xfrm>
                  </p:grpSpPr>
                  <p:sp>
                    <p:nvSpPr>
                      <p:cNvPr id="20554" name="Oval 90">
                        <a:extLst>
                          <a:ext uri="{FF2B5EF4-FFF2-40B4-BE49-F238E27FC236}">
                            <a16:creationId xmlns:a16="http://schemas.microsoft.com/office/drawing/2014/main" id="{738F73AA-748F-E2B0-6CA8-F3F3F762B894}"/>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55" name="Oval 91">
                        <a:extLst>
                          <a:ext uri="{FF2B5EF4-FFF2-40B4-BE49-F238E27FC236}">
                            <a16:creationId xmlns:a16="http://schemas.microsoft.com/office/drawing/2014/main" id="{7F14DB9F-DD1F-A1C5-5A6E-4EC70513008E}"/>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56" name="Line 92">
                        <a:extLst>
                          <a:ext uri="{FF2B5EF4-FFF2-40B4-BE49-F238E27FC236}">
                            <a16:creationId xmlns:a16="http://schemas.microsoft.com/office/drawing/2014/main" id="{3AD68129-0732-9829-E89A-C96A148E1BC1}"/>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0557" name="Text Box 93">
                        <a:extLst>
                          <a:ext uri="{FF2B5EF4-FFF2-40B4-BE49-F238E27FC236}">
                            <a16:creationId xmlns:a16="http://schemas.microsoft.com/office/drawing/2014/main" id="{88CAEAA4-06BB-D393-A54F-412E29222EEF}"/>
                          </a:ext>
                        </a:extLst>
                      </p:cNvPr>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sp>
                    <p:nvSpPr>
                      <p:cNvPr id="20558" name="Text Box 94">
                        <a:extLst>
                          <a:ext uri="{FF2B5EF4-FFF2-40B4-BE49-F238E27FC236}">
                            <a16:creationId xmlns:a16="http://schemas.microsoft.com/office/drawing/2014/main" id="{7CE5F68A-6726-A29C-E8E3-355EE7D39863}"/>
                          </a:ext>
                        </a:extLst>
                      </p:cNvPr>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grpSp>
                <p:grpSp>
                  <p:nvGrpSpPr>
                    <p:cNvPr id="20550" name="Group 95">
                      <a:extLst>
                        <a:ext uri="{FF2B5EF4-FFF2-40B4-BE49-F238E27FC236}">
                          <a16:creationId xmlns:a16="http://schemas.microsoft.com/office/drawing/2014/main" id="{281A4F97-C4A1-3D72-F444-D3171168E32D}"/>
                        </a:ext>
                      </a:extLst>
                    </p:cNvPr>
                    <p:cNvGrpSpPr>
                      <a:grpSpLocks/>
                    </p:cNvGrpSpPr>
                    <p:nvPr/>
                  </p:nvGrpSpPr>
                  <p:grpSpPr bwMode="auto">
                    <a:xfrm>
                      <a:off x="4656" y="2016"/>
                      <a:ext cx="673" cy="644"/>
                      <a:chOff x="4272" y="2016"/>
                      <a:chExt cx="913" cy="805"/>
                    </a:xfrm>
                  </p:grpSpPr>
                  <p:sp>
                    <p:nvSpPr>
                      <p:cNvPr id="20551" name="Oval 96">
                        <a:extLst>
                          <a:ext uri="{FF2B5EF4-FFF2-40B4-BE49-F238E27FC236}">
                            <a16:creationId xmlns:a16="http://schemas.microsoft.com/office/drawing/2014/main" id="{FD876404-3B20-B0B1-7CE4-5F83642B3208}"/>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52" name="Text Box 97">
                        <a:extLst>
                          <a:ext uri="{FF2B5EF4-FFF2-40B4-BE49-F238E27FC236}">
                            <a16:creationId xmlns:a16="http://schemas.microsoft.com/office/drawing/2014/main" id="{401E4C5C-11A0-3F27-10BF-418A53511BA0}"/>
                          </a:ext>
                        </a:extLst>
                      </p:cNvPr>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5</a:t>
                        </a:r>
                      </a:p>
                    </p:txBody>
                  </p:sp>
                  <p:sp>
                    <p:nvSpPr>
                      <p:cNvPr id="20553" name="Line 98">
                        <a:extLst>
                          <a:ext uri="{FF2B5EF4-FFF2-40B4-BE49-F238E27FC236}">
                            <a16:creationId xmlns:a16="http://schemas.microsoft.com/office/drawing/2014/main" id="{7B36D4CF-C830-656E-958D-480930E97762}"/>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20544" name="Group 99">
                    <a:extLst>
                      <a:ext uri="{FF2B5EF4-FFF2-40B4-BE49-F238E27FC236}">
                        <a16:creationId xmlns:a16="http://schemas.microsoft.com/office/drawing/2014/main" id="{98940678-39CA-9A6C-712A-9C742E1C9867}"/>
                      </a:ext>
                    </a:extLst>
                  </p:cNvPr>
                  <p:cNvGrpSpPr>
                    <a:grpSpLocks/>
                  </p:cNvGrpSpPr>
                  <p:nvPr/>
                </p:nvGrpSpPr>
                <p:grpSpPr bwMode="auto">
                  <a:xfrm>
                    <a:off x="1680" y="3809"/>
                    <a:ext cx="720" cy="511"/>
                    <a:chOff x="1056" y="1454"/>
                    <a:chExt cx="720" cy="511"/>
                  </a:xfrm>
                </p:grpSpPr>
                <p:sp>
                  <p:nvSpPr>
                    <p:cNvPr id="20545" name="Line 100">
                      <a:extLst>
                        <a:ext uri="{FF2B5EF4-FFF2-40B4-BE49-F238E27FC236}">
                          <a16:creationId xmlns:a16="http://schemas.microsoft.com/office/drawing/2014/main" id="{A74685A1-5814-CD1D-5757-B24A731B4437}"/>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0546" name="Group 101">
                      <a:extLst>
                        <a:ext uri="{FF2B5EF4-FFF2-40B4-BE49-F238E27FC236}">
                          <a16:creationId xmlns:a16="http://schemas.microsoft.com/office/drawing/2014/main" id="{CE1519E6-27BF-74BC-DC19-CB4C668E1D25}"/>
                        </a:ext>
                      </a:extLst>
                    </p:cNvPr>
                    <p:cNvGrpSpPr>
                      <a:grpSpLocks/>
                    </p:cNvGrpSpPr>
                    <p:nvPr/>
                  </p:nvGrpSpPr>
                  <p:grpSpPr bwMode="auto">
                    <a:xfrm>
                      <a:off x="1152" y="1556"/>
                      <a:ext cx="624" cy="409"/>
                      <a:chOff x="1152" y="1556"/>
                      <a:chExt cx="624" cy="409"/>
                    </a:xfrm>
                  </p:grpSpPr>
                  <p:sp>
                    <p:nvSpPr>
                      <p:cNvPr id="20547" name="Oval 102">
                        <a:extLst>
                          <a:ext uri="{FF2B5EF4-FFF2-40B4-BE49-F238E27FC236}">
                            <a16:creationId xmlns:a16="http://schemas.microsoft.com/office/drawing/2014/main" id="{5E24E140-5860-D0B2-774E-E1BF81580199}"/>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48" name="Text Box 103">
                        <a:extLst>
                          <a:ext uri="{FF2B5EF4-FFF2-40B4-BE49-F238E27FC236}">
                            <a16:creationId xmlns:a16="http://schemas.microsoft.com/office/drawing/2014/main" id="{5DB14EB6-172F-9A8E-03AD-0630C829A3F4}"/>
                          </a:ext>
                        </a:extLst>
                      </p:cNvPr>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6</a:t>
                        </a:r>
                      </a:p>
                    </p:txBody>
                  </p:sp>
                </p:grpSp>
              </p:grpSp>
            </p:grpSp>
            <p:grpSp>
              <p:nvGrpSpPr>
                <p:cNvPr id="20534" name="Group 104">
                  <a:extLst>
                    <a:ext uri="{FF2B5EF4-FFF2-40B4-BE49-F238E27FC236}">
                      <a16:creationId xmlns:a16="http://schemas.microsoft.com/office/drawing/2014/main" id="{050FD181-6C0D-D6AE-E290-B303DC73FBF8}"/>
                    </a:ext>
                  </a:extLst>
                </p:cNvPr>
                <p:cNvGrpSpPr>
                  <a:grpSpLocks/>
                </p:cNvGrpSpPr>
                <p:nvPr/>
              </p:nvGrpSpPr>
              <p:grpSpPr bwMode="auto">
                <a:xfrm>
                  <a:off x="0" y="2352"/>
                  <a:ext cx="432" cy="514"/>
                  <a:chOff x="0" y="3758"/>
                  <a:chExt cx="672" cy="562"/>
                </a:xfrm>
              </p:grpSpPr>
              <p:sp>
                <p:nvSpPr>
                  <p:cNvPr id="20540" name="Oval 105">
                    <a:extLst>
                      <a:ext uri="{FF2B5EF4-FFF2-40B4-BE49-F238E27FC236}">
                        <a16:creationId xmlns:a16="http://schemas.microsoft.com/office/drawing/2014/main" id="{5C301589-C983-AEB6-A5FE-1BE9CCE1C31B}"/>
                      </a:ext>
                    </a:extLst>
                  </p:cNvPr>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41" name="Line 106">
                    <a:extLst>
                      <a:ext uri="{FF2B5EF4-FFF2-40B4-BE49-F238E27FC236}">
                        <a16:creationId xmlns:a16="http://schemas.microsoft.com/office/drawing/2014/main" id="{0B0B40BD-259A-862D-A998-FD9BD97F444E}"/>
                      </a:ext>
                    </a:extLst>
                  </p:cNvPr>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0542" name="Text Box 107">
                    <a:extLst>
                      <a:ext uri="{FF2B5EF4-FFF2-40B4-BE49-F238E27FC236}">
                        <a16:creationId xmlns:a16="http://schemas.microsoft.com/office/drawing/2014/main" id="{7D2D9840-B90D-5DDF-2E3D-89945952F454}"/>
                      </a:ext>
                    </a:extLst>
                  </p:cNvPr>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20535" name="Group 108">
                  <a:extLst>
                    <a:ext uri="{FF2B5EF4-FFF2-40B4-BE49-F238E27FC236}">
                      <a16:creationId xmlns:a16="http://schemas.microsoft.com/office/drawing/2014/main" id="{56E2D682-EEA5-0D07-A298-D40EA940BBEF}"/>
                    </a:ext>
                  </a:extLst>
                </p:cNvPr>
                <p:cNvGrpSpPr>
                  <a:grpSpLocks/>
                </p:cNvGrpSpPr>
                <p:nvPr/>
              </p:nvGrpSpPr>
              <p:grpSpPr bwMode="auto">
                <a:xfrm>
                  <a:off x="576" y="2352"/>
                  <a:ext cx="720" cy="511"/>
                  <a:chOff x="1056" y="1454"/>
                  <a:chExt cx="720" cy="511"/>
                </a:xfrm>
              </p:grpSpPr>
              <p:sp>
                <p:nvSpPr>
                  <p:cNvPr id="20536" name="Line 109">
                    <a:extLst>
                      <a:ext uri="{FF2B5EF4-FFF2-40B4-BE49-F238E27FC236}">
                        <a16:creationId xmlns:a16="http://schemas.microsoft.com/office/drawing/2014/main" id="{8DEDF86E-D17F-5425-EA56-1FB71A05DB8F}"/>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0537" name="Group 110">
                    <a:extLst>
                      <a:ext uri="{FF2B5EF4-FFF2-40B4-BE49-F238E27FC236}">
                        <a16:creationId xmlns:a16="http://schemas.microsoft.com/office/drawing/2014/main" id="{1C35B1E9-B471-67E8-1D31-6AC82167F41C}"/>
                      </a:ext>
                    </a:extLst>
                  </p:cNvPr>
                  <p:cNvGrpSpPr>
                    <a:grpSpLocks/>
                  </p:cNvGrpSpPr>
                  <p:nvPr/>
                </p:nvGrpSpPr>
                <p:grpSpPr bwMode="auto">
                  <a:xfrm>
                    <a:off x="1152" y="1556"/>
                    <a:ext cx="624" cy="409"/>
                    <a:chOff x="1152" y="1556"/>
                    <a:chExt cx="624" cy="409"/>
                  </a:xfrm>
                </p:grpSpPr>
                <p:sp>
                  <p:nvSpPr>
                    <p:cNvPr id="20538" name="Oval 111">
                      <a:extLst>
                        <a:ext uri="{FF2B5EF4-FFF2-40B4-BE49-F238E27FC236}">
                          <a16:creationId xmlns:a16="http://schemas.microsoft.com/office/drawing/2014/main" id="{99760374-5772-76C3-BB6A-F6A2A9FB44FA}"/>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39" name="Text Box 112">
                      <a:extLst>
                        <a:ext uri="{FF2B5EF4-FFF2-40B4-BE49-F238E27FC236}">
                          <a16:creationId xmlns:a16="http://schemas.microsoft.com/office/drawing/2014/main" id="{C740C44F-3CCD-9EA2-03CC-CA0D109C3FD0}"/>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grpSp>
            </p:grpSp>
          </p:grpSp>
          <p:grpSp>
            <p:nvGrpSpPr>
              <p:cNvPr id="20528" name="Group 113">
                <a:extLst>
                  <a:ext uri="{FF2B5EF4-FFF2-40B4-BE49-F238E27FC236}">
                    <a16:creationId xmlns:a16="http://schemas.microsoft.com/office/drawing/2014/main" id="{3C6D6C1A-3FDC-6922-9ED2-DC928A5AE6F3}"/>
                  </a:ext>
                </a:extLst>
              </p:cNvPr>
              <p:cNvGrpSpPr>
                <a:grpSpLocks/>
              </p:cNvGrpSpPr>
              <p:nvPr/>
            </p:nvGrpSpPr>
            <p:grpSpPr bwMode="auto">
              <a:xfrm>
                <a:off x="4176" y="2880"/>
                <a:ext cx="720" cy="511"/>
                <a:chOff x="1056" y="1454"/>
                <a:chExt cx="720" cy="511"/>
              </a:xfrm>
            </p:grpSpPr>
            <p:sp>
              <p:nvSpPr>
                <p:cNvPr id="20529" name="Line 114">
                  <a:extLst>
                    <a:ext uri="{FF2B5EF4-FFF2-40B4-BE49-F238E27FC236}">
                      <a16:creationId xmlns:a16="http://schemas.microsoft.com/office/drawing/2014/main" id="{331014DB-BB71-4FF6-DA1C-D1A0B4F8706E}"/>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0530" name="Group 115">
                  <a:extLst>
                    <a:ext uri="{FF2B5EF4-FFF2-40B4-BE49-F238E27FC236}">
                      <a16:creationId xmlns:a16="http://schemas.microsoft.com/office/drawing/2014/main" id="{45B1D89B-66A3-10EC-656A-7116F1FBBCCD}"/>
                    </a:ext>
                  </a:extLst>
                </p:cNvPr>
                <p:cNvGrpSpPr>
                  <a:grpSpLocks/>
                </p:cNvGrpSpPr>
                <p:nvPr/>
              </p:nvGrpSpPr>
              <p:grpSpPr bwMode="auto">
                <a:xfrm>
                  <a:off x="1152" y="1556"/>
                  <a:ext cx="624" cy="409"/>
                  <a:chOff x="1152" y="1556"/>
                  <a:chExt cx="624" cy="409"/>
                </a:xfrm>
              </p:grpSpPr>
              <p:sp>
                <p:nvSpPr>
                  <p:cNvPr id="20531" name="Oval 116">
                    <a:extLst>
                      <a:ext uri="{FF2B5EF4-FFF2-40B4-BE49-F238E27FC236}">
                        <a16:creationId xmlns:a16="http://schemas.microsoft.com/office/drawing/2014/main" id="{417F7B2F-04A2-5593-A595-7C4D82A7F8ED}"/>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32" name="Text Box 117">
                    <a:extLst>
                      <a:ext uri="{FF2B5EF4-FFF2-40B4-BE49-F238E27FC236}">
                        <a16:creationId xmlns:a16="http://schemas.microsoft.com/office/drawing/2014/main" id="{2C73363B-7DFF-5D59-0A2D-8D41D94AC189}"/>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7</a:t>
                    </a:r>
                  </a:p>
                </p:txBody>
              </p:sp>
            </p:grpSp>
          </p:grpSp>
        </p:grpSp>
        <p:sp>
          <p:nvSpPr>
            <p:cNvPr id="20526" name="Text Box 118">
              <a:extLst>
                <a:ext uri="{FF2B5EF4-FFF2-40B4-BE49-F238E27FC236}">
                  <a16:creationId xmlns:a16="http://schemas.microsoft.com/office/drawing/2014/main" id="{CD1AD978-4503-1F45-71B7-AD05D3E3CF7B}"/>
                </a:ext>
              </a:extLst>
            </p:cNvPr>
            <p:cNvSpPr txBox="1">
              <a:spLocks noChangeArrowheads="1"/>
            </p:cNvSpPr>
            <p:nvPr/>
          </p:nvSpPr>
          <p:spPr bwMode="auto">
            <a:xfrm>
              <a:off x="3984" y="2880"/>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10</a:t>
              </a:r>
            </a:p>
          </p:txBody>
        </p:sp>
      </p:grpSp>
      <p:grpSp>
        <p:nvGrpSpPr>
          <p:cNvPr id="343159" name="Group 119">
            <a:extLst>
              <a:ext uri="{FF2B5EF4-FFF2-40B4-BE49-F238E27FC236}">
                <a16:creationId xmlns:a16="http://schemas.microsoft.com/office/drawing/2014/main" id="{ABB52D55-A9A3-70A0-ECA8-8778FD66DBDD}"/>
              </a:ext>
            </a:extLst>
          </p:cNvPr>
          <p:cNvGrpSpPr>
            <a:grpSpLocks/>
          </p:cNvGrpSpPr>
          <p:nvPr/>
        </p:nvGrpSpPr>
        <p:grpSpPr bwMode="auto">
          <a:xfrm>
            <a:off x="3886200" y="4114800"/>
            <a:ext cx="3581400" cy="2438400"/>
            <a:chOff x="1488" y="2592"/>
            <a:chExt cx="2256" cy="1536"/>
          </a:xfrm>
        </p:grpSpPr>
        <p:grpSp>
          <p:nvGrpSpPr>
            <p:cNvPr id="20493" name="Group 120">
              <a:extLst>
                <a:ext uri="{FF2B5EF4-FFF2-40B4-BE49-F238E27FC236}">
                  <a16:creationId xmlns:a16="http://schemas.microsoft.com/office/drawing/2014/main" id="{FE580822-9A7E-80C9-1EC1-D632B12C1EF1}"/>
                </a:ext>
              </a:extLst>
            </p:cNvPr>
            <p:cNvGrpSpPr>
              <a:grpSpLocks/>
            </p:cNvGrpSpPr>
            <p:nvPr/>
          </p:nvGrpSpPr>
          <p:grpSpPr bwMode="auto">
            <a:xfrm>
              <a:off x="1488" y="2592"/>
              <a:ext cx="2112" cy="1536"/>
              <a:chOff x="1488" y="2592"/>
              <a:chExt cx="2112" cy="1536"/>
            </a:xfrm>
          </p:grpSpPr>
          <p:grpSp>
            <p:nvGrpSpPr>
              <p:cNvPr id="20495" name="Group 121">
                <a:extLst>
                  <a:ext uri="{FF2B5EF4-FFF2-40B4-BE49-F238E27FC236}">
                    <a16:creationId xmlns:a16="http://schemas.microsoft.com/office/drawing/2014/main" id="{6ED2AAA8-9C0A-90F7-DCD9-4358033A8CFA}"/>
                  </a:ext>
                </a:extLst>
              </p:cNvPr>
              <p:cNvGrpSpPr>
                <a:grpSpLocks/>
              </p:cNvGrpSpPr>
              <p:nvPr/>
            </p:nvGrpSpPr>
            <p:grpSpPr bwMode="auto">
              <a:xfrm>
                <a:off x="1488" y="2592"/>
                <a:ext cx="2112" cy="1234"/>
                <a:chOff x="0" y="1632"/>
                <a:chExt cx="2112" cy="1234"/>
              </a:xfrm>
            </p:grpSpPr>
            <p:grpSp>
              <p:nvGrpSpPr>
                <p:cNvPr id="20499" name="Group 122">
                  <a:extLst>
                    <a:ext uri="{FF2B5EF4-FFF2-40B4-BE49-F238E27FC236}">
                      <a16:creationId xmlns:a16="http://schemas.microsoft.com/office/drawing/2014/main" id="{F4EDC2C8-1A33-76F6-DA60-1445F34A06D0}"/>
                    </a:ext>
                  </a:extLst>
                </p:cNvPr>
                <p:cNvGrpSpPr>
                  <a:grpSpLocks/>
                </p:cNvGrpSpPr>
                <p:nvPr/>
              </p:nvGrpSpPr>
              <p:grpSpPr bwMode="auto">
                <a:xfrm>
                  <a:off x="288" y="1632"/>
                  <a:ext cx="1824" cy="1104"/>
                  <a:chOff x="240" y="2880"/>
                  <a:chExt cx="2160" cy="1440"/>
                </a:xfrm>
              </p:grpSpPr>
              <p:grpSp>
                <p:nvGrpSpPr>
                  <p:cNvPr id="20509" name="Group 123">
                    <a:extLst>
                      <a:ext uri="{FF2B5EF4-FFF2-40B4-BE49-F238E27FC236}">
                        <a16:creationId xmlns:a16="http://schemas.microsoft.com/office/drawing/2014/main" id="{243AFF34-54C7-4D8C-D7D2-B377235DFDBF}"/>
                      </a:ext>
                    </a:extLst>
                  </p:cNvPr>
                  <p:cNvGrpSpPr>
                    <a:grpSpLocks/>
                  </p:cNvGrpSpPr>
                  <p:nvPr/>
                </p:nvGrpSpPr>
                <p:grpSpPr bwMode="auto">
                  <a:xfrm>
                    <a:off x="240" y="2880"/>
                    <a:ext cx="1489" cy="1028"/>
                    <a:chOff x="3840" y="1632"/>
                    <a:chExt cx="1489" cy="1028"/>
                  </a:xfrm>
                </p:grpSpPr>
                <p:grpSp>
                  <p:nvGrpSpPr>
                    <p:cNvPr id="20515" name="Group 124">
                      <a:extLst>
                        <a:ext uri="{FF2B5EF4-FFF2-40B4-BE49-F238E27FC236}">
                          <a16:creationId xmlns:a16="http://schemas.microsoft.com/office/drawing/2014/main" id="{F34C0156-B65D-6D84-9218-965FA26CE3EE}"/>
                        </a:ext>
                      </a:extLst>
                    </p:cNvPr>
                    <p:cNvGrpSpPr>
                      <a:grpSpLocks/>
                    </p:cNvGrpSpPr>
                    <p:nvPr/>
                  </p:nvGrpSpPr>
                  <p:grpSpPr bwMode="auto">
                    <a:xfrm>
                      <a:off x="3840" y="1632"/>
                      <a:ext cx="1391" cy="971"/>
                      <a:chOff x="288" y="1045"/>
                      <a:chExt cx="1391" cy="971"/>
                    </a:xfrm>
                  </p:grpSpPr>
                  <p:sp>
                    <p:nvSpPr>
                      <p:cNvPr id="20520" name="Oval 125">
                        <a:extLst>
                          <a:ext uri="{FF2B5EF4-FFF2-40B4-BE49-F238E27FC236}">
                            <a16:creationId xmlns:a16="http://schemas.microsoft.com/office/drawing/2014/main" id="{9CFAC28F-4C90-3F8A-DB3C-A5D261CD9DD7}"/>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21" name="Oval 126">
                        <a:extLst>
                          <a:ext uri="{FF2B5EF4-FFF2-40B4-BE49-F238E27FC236}">
                            <a16:creationId xmlns:a16="http://schemas.microsoft.com/office/drawing/2014/main" id="{D94D35B0-E230-5B62-B8CE-61A1B174AA1F}"/>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22" name="Line 127">
                        <a:extLst>
                          <a:ext uri="{FF2B5EF4-FFF2-40B4-BE49-F238E27FC236}">
                            <a16:creationId xmlns:a16="http://schemas.microsoft.com/office/drawing/2014/main" id="{46AE26C8-5B4F-5908-1666-CE361F264EDE}"/>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0523" name="Text Box 128">
                        <a:extLst>
                          <a:ext uri="{FF2B5EF4-FFF2-40B4-BE49-F238E27FC236}">
                            <a16:creationId xmlns:a16="http://schemas.microsoft.com/office/drawing/2014/main" id="{07EAB88D-3656-FDAB-3005-FA7AB1CEBC8D}"/>
                          </a:ext>
                        </a:extLst>
                      </p:cNvPr>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sp>
                    <p:nvSpPr>
                      <p:cNvPr id="20524" name="Text Box 129">
                        <a:extLst>
                          <a:ext uri="{FF2B5EF4-FFF2-40B4-BE49-F238E27FC236}">
                            <a16:creationId xmlns:a16="http://schemas.microsoft.com/office/drawing/2014/main" id="{C4F72C35-2E55-45B9-2678-42AFA6E5D307}"/>
                          </a:ext>
                        </a:extLst>
                      </p:cNvPr>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grpSp>
                <p:grpSp>
                  <p:nvGrpSpPr>
                    <p:cNvPr id="20516" name="Group 130">
                      <a:extLst>
                        <a:ext uri="{FF2B5EF4-FFF2-40B4-BE49-F238E27FC236}">
                          <a16:creationId xmlns:a16="http://schemas.microsoft.com/office/drawing/2014/main" id="{A73233C6-D3A9-AFA8-33BA-4D2548A5B533}"/>
                        </a:ext>
                      </a:extLst>
                    </p:cNvPr>
                    <p:cNvGrpSpPr>
                      <a:grpSpLocks/>
                    </p:cNvGrpSpPr>
                    <p:nvPr/>
                  </p:nvGrpSpPr>
                  <p:grpSpPr bwMode="auto">
                    <a:xfrm>
                      <a:off x="4656" y="2016"/>
                      <a:ext cx="673" cy="644"/>
                      <a:chOff x="4272" y="2016"/>
                      <a:chExt cx="913" cy="805"/>
                    </a:xfrm>
                  </p:grpSpPr>
                  <p:sp>
                    <p:nvSpPr>
                      <p:cNvPr id="20517" name="Oval 131">
                        <a:extLst>
                          <a:ext uri="{FF2B5EF4-FFF2-40B4-BE49-F238E27FC236}">
                            <a16:creationId xmlns:a16="http://schemas.microsoft.com/office/drawing/2014/main" id="{4AFA47B2-0061-B492-01A0-E67DC196818B}"/>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18" name="Text Box 132">
                        <a:extLst>
                          <a:ext uri="{FF2B5EF4-FFF2-40B4-BE49-F238E27FC236}">
                            <a16:creationId xmlns:a16="http://schemas.microsoft.com/office/drawing/2014/main" id="{EF3F7DE0-5E75-2806-7B77-E36B964C9964}"/>
                          </a:ext>
                        </a:extLst>
                      </p:cNvPr>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6</a:t>
                        </a:r>
                      </a:p>
                    </p:txBody>
                  </p:sp>
                  <p:sp>
                    <p:nvSpPr>
                      <p:cNvPr id="20519" name="Line 133">
                        <a:extLst>
                          <a:ext uri="{FF2B5EF4-FFF2-40B4-BE49-F238E27FC236}">
                            <a16:creationId xmlns:a16="http://schemas.microsoft.com/office/drawing/2014/main" id="{883771E3-5855-3F3F-CFE6-0D65F84A8B4F}"/>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20510" name="Group 134">
                    <a:extLst>
                      <a:ext uri="{FF2B5EF4-FFF2-40B4-BE49-F238E27FC236}">
                        <a16:creationId xmlns:a16="http://schemas.microsoft.com/office/drawing/2014/main" id="{FFCD9546-CB02-56ED-227E-F07EED05DFCC}"/>
                      </a:ext>
                    </a:extLst>
                  </p:cNvPr>
                  <p:cNvGrpSpPr>
                    <a:grpSpLocks/>
                  </p:cNvGrpSpPr>
                  <p:nvPr/>
                </p:nvGrpSpPr>
                <p:grpSpPr bwMode="auto">
                  <a:xfrm>
                    <a:off x="1680" y="3809"/>
                    <a:ext cx="720" cy="511"/>
                    <a:chOff x="1056" y="1454"/>
                    <a:chExt cx="720" cy="511"/>
                  </a:xfrm>
                </p:grpSpPr>
                <p:sp>
                  <p:nvSpPr>
                    <p:cNvPr id="20511" name="Line 135">
                      <a:extLst>
                        <a:ext uri="{FF2B5EF4-FFF2-40B4-BE49-F238E27FC236}">
                          <a16:creationId xmlns:a16="http://schemas.microsoft.com/office/drawing/2014/main" id="{7FCAF693-A911-3700-347D-4BB0FC8326A2}"/>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0512" name="Group 136">
                      <a:extLst>
                        <a:ext uri="{FF2B5EF4-FFF2-40B4-BE49-F238E27FC236}">
                          <a16:creationId xmlns:a16="http://schemas.microsoft.com/office/drawing/2014/main" id="{9D80E761-6B2D-CCA8-164B-CB7944DF3466}"/>
                        </a:ext>
                      </a:extLst>
                    </p:cNvPr>
                    <p:cNvGrpSpPr>
                      <a:grpSpLocks/>
                    </p:cNvGrpSpPr>
                    <p:nvPr/>
                  </p:nvGrpSpPr>
                  <p:grpSpPr bwMode="auto">
                    <a:xfrm>
                      <a:off x="1152" y="1556"/>
                      <a:ext cx="624" cy="409"/>
                      <a:chOff x="1152" y="1556"/>
                      <a:chExt cx="624" cy="409"/>
                    </a:xfrm>
                  </p:grpSpPr>
                  <p:sp>
                    <p:nvSpPr>
                      <p:cNvPr id="20513" name="Oval 137">
                        <a:extLst>
                          <a:ext uri="{FF2B5EF4-FFF2-40B4-BE49-F238E27FC236}">
                            <a16:creationId xmlns:a16="http://schemas.microsoft.com/office/drawing/2014/main" id="{0FBD84D3-CB50-D0A7-36FE-BAFC3B84F8C9}"/>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14" name="Text Box 138">
                        <a:extLst>
                          <a:ext uri="{FF2B5EF4-FFF2-40B4-BE49-F238E27FC236}">
                            <a16:creationId xmlns:a16="http://schemas.microsoft.com/office/drawing/2014/main" id="{F30F4288-4DDC-AF5F-50E2-5A8220E6569E}"/>
                          </a:ext>
                        </a:extLst>
                      </p:cNvPr>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7</a:t>
                        </a:r>
                      </a:p>
                    </p:txBody>
                  </p:sp>
                </p:grpSp>
              </p:grpSp>
            </p:grpSp>
            <p:grpSp>
              <p:nvGrpSpPr>
                <p:cNvPr id="20500" name="Group 139">
                  <a:extLst>
                    <a:ext uri="{FF2B5EF4-FFF2-40B4-BE49-F238E27FC236}">
                      <a16:creationId xmlns:a16="http://schemas.microsoft.com/office/drawing/2014/main" id="{1CFF4C97-1EE1-E9CE-F300-2BF3A61A1B87}"/>
                    </a:ext>
                  </a:extLst>
                </p:cNvPr>
                <p:cNvGrpSpPr>
                  <a:grpSpLocks/>
                </p:cNvGrpSpPr>
                <p:nvPr/>
              </p:nvGrpSpPr>
              <p:grpSpPr bwMode="auto">
                <a:xfrm>
                  <a:off x="0" y="2352"/>
                  <a:ext cx="432" cy="514"/>
                  <a:chOff x="0" y="3758"/>
                  <a:chExt cx="672" cy="562"/>
                </a:xfrm>
              </p:grpSpPr>
              <p:sp>
                <p:nvSpPr>
                  <p:cNvPr id="20506" name="Oval 140">
                    <a:extLst>
                      <a:ext uri="{FF2B5EF4-FFF2-40B4-BE49-F238E27FC236}">
                        <a16:creationId xmlns:a16="http://schemas.microsoft.com/office/drawing/2014/main" id="{792EDDD1-BC17-B53B-7C1C-DD697A4101D3}"/>
                      </a:ext>
                    </a:extLst>
                  </p:cNvPr>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07" name="Line 141">
                    <a:extLst>
                      <a:ext uri="{FF2B5EF4-FFF2-40B4-BE49-F238E27FC236}">
                        <a16:creationId xmlns:a16="http://schemas.microsoft.com/office/drawing/2014/main" id="{99010F11-DA3A-5359-FF94-1BF481D779CE}"/>
                      </a:ext>
                    </a:extLst>
                  </p:cNvPr>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0508" name="Text Box 142">
                    <a:extLst>
                      <a:ext uri="{FF2B5EF4-FFF2-40B4-BE49-F238E27FC236}">
                        <a16:creationId xmlns:a16="http://schemas.microsoft.com/office/drawing/2014/main" id="{69EB3B93-5690-4B15-FB2A-3F07CEF9CD33}"/>
                      </a:ext>
                    </a:extLst>
                  </p:cNvPr>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20501" name="Group 143">
                  <a:extLst>
                    <a:ext uri="{FF2B5EF4-FFF2-40B4-BE49-F238E27FC236}">
                      <a16:creationId xmlns:a16="http://schemas.microsoft.com/office/drawing/2014/main" id="{2B16DF51-2E4B-7946-738F-158C0EA045EE}"/>
                    </a:ext>
                  </a:extLst>
                </p:cNvPr>
                <p:cNvGrpSpPr>
                  <a:grpSpLocks/>
                </p:cNvGrpSpPr>
                <p:nvPr/>
              </p:nvGrpSpPr>
              <p:grpSpPr bwMode="auto">
                <a:xfrm>
                  <a:off x="576" y="2352"/>
                  <a:ext cx="720" cy="511"/>
                  <a:chOff x="1056" y="1454"/>
                  <a:chExt cx="720" cy="511"/>
                </a:xfrm>
              </p:grpSpPr>
              <p:sp>
                <p:nvSpPr>
                  <p:cNvPr id="20502" name="Line 144">
                    <a:extLst>
                      <a:ext uri="{FF2B5EF4-FFF2-40B4-BE49-F238E27FC236}">
                        <a16:creationId xmlns:a16="http://schemas.microsoft.com/office/drawing/2014/main" id="{C7A581C2-ADC4-614B-46CC-9EC973C624CD}"/>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0503" name="Group 145">
                    <a:extLst>
                      <a:ext uri="{FF2B5EF4-FFF2-40B4-BE49-F238E27FC236}">
                        <a16:creationId xmlns:a16="http://schemas.microsoft.com/office/drawing/2014/main" id="{5E603FDE-4534-4345-0D8D-FE7D38F0E312}"/>
                      </a:ext>
                    </a:extLst>
                  </p:cNvPr>
                  <p:cNvGrpSpPr>
                    <a:grpSpLocks/>
                  </p:cNvGrpSpPr>
                  <p:nvPr/>
                </p:nvGrpSpPr>
                <p:grpSpPr bwMode="auto">
                  <a:xfrm>
                    <a:off x="1152" y="1556"/>
                    <a:ext cx="624" cy="409"/>
                    <a:chOff x="1152" y="1556"/>
                    <a:chExt cx="624" cy="409"/>
                  </a:xfrm>
                </p:grpSpPr>
                <p:sp>
                  <p:nvSpPr>
                    <p:cNvPr id="20504" name="Oval 146">
                      <a:extLst>
                        <a:ext uri="{FF2B5EF4-FFF2-40B4-BE49-F238E27FC236}">
                          <a16:creationId xmlns:a16="http://schemas.microsoft.com/office/drawing/2014/main" id="{D973BCD8-9EFD-9ADD-A694-A40A65508710}"/>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505" name="Text Box 147">
                      <a:extLst>
                        <a:ext uri="{FF2B5EF4-FFF2-40B4-BE49-F238E27FC236}">
                          <a16:creationId xmlns:a16="http://schemas.microsoft.com/office/drawing/2014/main" id="{F9E13FA8-A883-C34C-6342-A76E2B318926}"/>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grpSp>
            </p:grpSp>
          </p:grpSp>
          <p:sp>
            <p:nvSpPr>
              <p:cNvPr id="20496" name="Oval 148">
                <a:extLst>
                  <a:ext uri="{FF2B5EF4-FFF2-40B4-BE49-F238E27FC236}">
                    <a16:creationId xmlns:a16="http://schemas.microsoft.com/office/drawing/2014/main" id="{98EB900B-6717-7731-1388-BF887FC965D4}"/>
                  </a:ext>
                </a:extLst>
              </p:cNvPr>
              <p:cNvSpPr>
                <a:spLocks noChangeArrowheads="1"/>
              </p:cNvSpPr>
              <p:nvPr/>
            </p:nvSpPr>
            <p:spPr bwMode="auto">
              <a:xfrm>
                <a:off x="2544" y="3840"/>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497" name="Text Box 149">
                <a:extLst>
                  <a:ext uri="{FF2B5EF4-FFF2-40B4-BE49-F238E27FC236}">
                    <a16:creationId xmlns:a16="http://schemas.microsoft.com/office/drawing/2014/main" id="{CEAF6675-5A7E-F2E3-0F1B-806BCE72A5AE}"/>
                  </a:ext>
                </a:extLst>
              </p:cNvPr>
              <p:cNvSpPr txBox="1">
                <a:spLocks noChangeArrowheads="1"/>
              </p:cNvSpPr>
              <p:nvPr/>
            </p:nvSpPr>
            <p:spPr bwMode="auto">
              <a:xfrm>
                <a:off x="2640" y="384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5</a:t>
                </a:r>
              </a:p>
            </p:txBody>
          </p:sp>
          <p:sp>
            <p:nvSpPr>
              <p:cNvPr id="20498" name="Line 150">
                <a:extLst>
                  <a:ext uri="{FF2B5EF4-FFF2-40B4-BE49-F238E27FC236}">
                    <a16:creationId xmlns:a16="http://schemas.microsoft.com/office/drawing/2014/main" id="{A55E8478-0ACD-CAB1-64E9-CA56F610C97E}"/>
                  </a:ext>
                </a:extLst>
              </p:cNvPr>
              <p:cNvSpPr>
                <a:spLocks noChangeShapeType="1"/>
              </p:cNvSpPr>
              <p:nvPr/>
            </p:nvSpPr>
            <p:spPr bwMode="auto">
              <a:xfrm flipH="1">
                <a:off x="2736" y="3312"/>
                <a:ext cx="144"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sp>
          <p:nvSpPr>
            <p:cNvPr id="20494" name="Text Box 151">
              <a:extLst>
                <a:ext uri="{FF2B5EF4-FFF2-40B4-BE49-F238E27FC236}">
                  <a16:creationId xmlns:a16="http://schemas.microsoft.com/office/drawing/2014/main" id="{812539B2-A21A-3DD1-DAD8-08E0201E8D49}"/>
                </a:ext>
              </a:extLst>
            </p:cNvPr>
            <p:cNvSpPr txBox="1">
              <a:spLocks noChangeArrowheads="1"/>
            </p:cNvSpPr>
            <p:nvPr/>
          </p:nvSpPr>
          <p:spPr bwMode="auto">
            <a:xfrm>
              <a:off x="3024" y="3840"/>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11</a:t>
              </a:r>
            </a:p>
          </p:txBody>
        </p:sp>
      </p:grpSp>
      <p:sp>
        <p:nvSpPr>
          <p:cNvPr id="20487" name="Line 152">
            <a:extLst>
              <a:ext uri="{FF2B5EF4-FFF2-40B4-BE49-F238E27FC236}">
                <a16:creationId xmlns:a16="http://schemas.microsoft.com/office/drawing/2014/main" id="{1DE7E42B-1EC7-E529-8028-B8C2E7575AB5}"/>
              </a:ext>
            </a:extLst>
          </p:cNvPr>
          <p:cNvSpPr>
            <a:spLocks noChangeShapeType="1"/>
          </p:cNvSpPr>
          <p:nvPr/>
        </p:nvSpPr>
        <p:spPr bwMode="auto">
          <a:xfrm>
            <a:off x="7620000" y="990600"/>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0488" name="Text Box 153">
            <a:extLst>
              <a:ext uri="{FF2B5EF4-FFF2-40B4-BE49-F238E27FC236}">
                <a16:creationId xmlns:a16="http://schemas.microsoft.com/office/drawing/2014/main" id="{84C8C191-2868-EF22-33C6-E04D83E92FC7}"/>
              </a:ext>
            </a:extLst>
          </p:cNvPr>
          <p:cNvSpPr txBox="1">
            <a:spLocks noChangeArrowheads="1"/>
          </p:cNvSpPr>
          <p:nvPr/>
        </p:nvSpPr>
        <p:spPr bwMode="auto">
          <a:xfrm>
            <a:off x="7086601" y="457201"/>
            <a:ext cx="1808163"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000">
                <a:solidFill>
                  <a:srgbClr val="FF0000"/>
                </a:solidFill>
              </a:rPr>
              <a:t>Single rotation</a:t>
            </a:r>
          </a:p>
        </p:txBody>
      </p:sp>
      <p:sp>
        <p:nvSpPr>
          <p:cNvPr id="20489" name="Line 154">
            <a:extLst>
              <a:ext uri="{FF2B5EF4-FFF2-40B4-BE49-F238E27FC236}">
                <a16:creationId xmlns:a16="http://schemas.microsoft.com/office/drawing/2014/main" id="{810BD287-635A-F9A6-7112-A0AC15867C8E}"/>
              </a:ext>
            </a:extLst>
          </p:cNvPr>
          <p:cNvSpPr>
            <a:spLocks noChangeShapeType="1"/>
          </p:cNvSpPr>
          <p:nvPr/>
        </p:nvSpPr>
        <p:spPr bwMode="auto">
          <a:xfrm>
            <a:off x="9240838" y="3657600"/>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0490" name="Text Box 155">
            <a:extLst>
              <a:ext uri="{FF2B5EF4-FFF2-40B4-BE49-F238E27FC236}">
                <a16:creationId xmlns:a16="http://schemas.microsoft.com/office/drawing/2014/main" id="{B44442EA-B8B2-7FE5-2026-411D5B874943}"/>
              </a:ext>
            </a:extLst>
          </p:cNvPr>
          <p:cNvSpPr txBox="1">
            <a:spLocks noChangeArrowheads="1"/>
          </p:cNvSpPr>
          <p:nvPr/>
        </p:nvSpPr>
        <p:spPr bwMode="auto">
          <a:xfrm>
            <a:off x="8707438" y="3124201"/>
            <a:ext cx="1808162"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000">
                <a:solidFill>
                  <a:srgbClr val="FF0000"/>
                </a:solidFill>
              </a:rPr>
              <a:t>Single rotation</a:t>
            </a:r>
          </a:p>
        </p:txBody>
      </p:sp>
      <p:sp>
        <p:nvSpPr>
          <p:cNvPr id="20491" name="Oval 156">
            <a:extLst>
              <a:ext uri="{FF2B5EF4-FFF2-40B4-BE49-F238E27FC236}">
                <a16:creationId xmlns:a16="http://schemas.microsoft.com/office/drawing/2014/main" id="{C40C68C2-61C3-23D6-E971-80D4B8B63748}"/>
              </a:ext>
            </a:extLst>
          </p:cNvPr>
          <p:cNvSpPr>
            <a:spLocks noChangeArrowheads="1"/>
          </p:cNvSpPr>
          <p:nvPr/>
        </p:nvSpPr>
        <p:spPr bwMode="auto">
          <a:xfrm>
            <a:off x="5867400" y="152400"/>
            <a:ext cx="533400" cy="4572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0492" name="Oval 157">
            <a:extLst>
              <a:ext uri="{FF2B5EF4-FFF2-40B4-BE49-F238E27FC236}">
                <a16:creationId xmlns:a16="http://schemas.microsoft.com/office/drawing/2014/main" id="{4E61BF8B-2249-880E-BEBE-E6CFF95019C8}"/>
              </a:ext>
            </a:extLst>
          </p:cNvPr>
          <p:cNvSpPr>
            <a:spLocks noChangeArrowheads="1"/>
          </p:cNvSpPr>
          <p:nvPr/>
        </p:nvSpPr>
        <p:spPr bwMode="auto">
          <a:xfrm>
            <a:off x="8153400" y="3352800"/>
            <a:ext cx="533400" cy="4572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30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4306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4309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431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43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2">
            <a:extLst>
              <a:ext uri="{FF2B5EF4-FFF2-40B4-BE49-F238E27FC236}">
                <a16:creationId xmlns:a16="http://schemas.microsoft.com/office/drawing/2014/main" id="{536A5980-DD4D-7CD6-E417-9AFD1A4129C7}"/>
              </a:ext>
            </a:extLst>
          </p:cNvPr>
          <p:cNvGrpSpPr>
            <a:grpSpLocks/>
          </p:cNvGrpSpPr>
          <p:nvPr/>
        </p:nvGrpSpPr>
        <p:grpSpPr bwMode="auto">
          <a:xfrm>
            <a:off x="3657600" y="685801"/>
            <a:ext cx="4191000" cy="2652713"/>
            <a:chOff x="480" y="432"/>
            <a:chExt cx="2640" cy="1671"/>
          </a:xfrm>
        </p:grpSpPr>
        <p:grpSp>
          <p:nvGrpSpPr>
            <p:cNvPr id="21595" name="Group 3">
              <a:extLst>
                <a:ext uri="{FF2B5EF4-FFF2-40B4-BE49-F238E27FC236}">
                  <a16:creationId xmlns:a16="http://schemas.microsoft.com/office/drawing/2014/main" id="{59B3FE26-17DD-78AC-C35C-9F89503A30BC}"/>
                </a:ext>
              </a:extLst>
            </p:cNvPr>
            <p:cNvGrpSpPr>
              <a:grpSpLocks/>
            </p:cNvGrpSpPr>
            <p:nvPr/>
          </p:nvGrpSpPr>
          <p:grpSpPr bwMode="auto">
            <a:xfrm>
              <a:off x="480" y="432"/>
              <a:ext cx="2640" cy="1536"/>
              <a:chOff x="480" y="432"/>
              <a:chExt cx="2640" cy="1536"/>
            </a:xfrm>
          </p:grpSpPr>
          <p:grpSp>
            <p:nvGrpSpPr>
              <p:cNvPr id="21597" name="Group 4">
                <a:extLst>
                  <a:ext uri="{FF2B5EF4-FFF2-40B4-BE49-F238E27FC236}">
                    <a16:creationId xmlns:a16="http://schemas.microsoft.com/office/drawing/2014/main" id="{5C39865F-DBF2-345B-94B6-8BDD4B88E23C}"/>
                  </a:ext>
                </a:extLst>
              </p:cNvPr>
              <p:cNvGrpSpPr>
                <a:grpSpLocks/>
              </p:cNvGrpSpPr>
              <p:nvPr/>
            </p:nvGrpSpPr>
            <p:grpSpPr bwMode="auto">
              <a:xfrm>
                <a:off x="480" y="432"/>
                <a:ext cx="2112" cy="1536"/>
                <a:chOff x="1488" y="2592"/>
                <a:chExt cx="2112" cy="1536"/>
              </a:xfrm>
            </p:grpSpPr>
            <p:grpSp>
              <p:nvGrpSpPr>
                <p:cNvPr id="21603" name="Group 5">
                  <a:extLst>
                    <a:ext uri="{FF2B5EF4-FFF2-40B4-BE49-F238E27FC236}">
                      <a16:creationId xmlns:a16="http://schemas.microsoft.com/office/drawing/2014/main" id="{C9588CB2-E1BF-818D-BFCB-10CC09A49001}"/>
                    </a:ext>
                  </a:extLst>
                </p:cNvPr>
                <p:cNvGrpSpPr>
                  <a:grpSpLocks/>
                </p:cNvGrpSpPr>
                <p:nvPr/>
              </p:nvGrpSpPr>
              <p:grpSpPr bwMode="auto">
                <a:xfrm>
                  <a:off x="1488" y="2592"/>
                  <a:ext cx="2112" cy="1234"/>
                  <a:chOff x="0" y="1632"/>
                  <a:chExt cx="2112" cy="1234"/>
                </a:xfrm>
              </p:grpSpPr>
              <p:grpSp>
                <p:nvGrpSpPr>
                  <p:cNvPr id="21607" name="Group 6">
                    <a:extLst>
                      <a:ext uri="{FF2B5EF4-FFF2-40B4-BE49-F238E27FC236}">
                        <a16:creationId xmlns:a16="http://schemas.microsoft.com/office/drawing/2014/main" id="{4868F37F-8AFB-5574-AC1A-F677F889133B}"/>
                      </a:ext>
                    </a:extLst>
                  </p:cNvPr>
                  <p:cNvGrpSpPr>
                    <a:grpSpLocks/>
                  </p:cNvGrpSpPr>
                  <p:nvPr/>
                </p:nvGrpSpPr>
                <p:grpSpPr bwMode="auto">
                  <a:xfrm>
                    <a:off x="288" y="1632"/>
                    <a:ext cx="1824" cy="1104"/>
                    <a:chOff x="240" y="2880"/>
                    <a:chExt cx="2160" cy="1440"/>
                  </a:xfrm>
                </p:grpSpPr>
                <p:grpSp>
                  <p:nvGrpSpPr>
                    <p:cNvPr id="21617" name="Group 7">
                      <a:extLst>
                        <a:ext uri="{FF2B5EF4-FFF2-40B4-BE49-F238E27FC236}">
                          <a16:creationId xmlns:a16="http://schemas.microsoft.com/office/drawing/2014/main" id="{D1BC2238-C5E8-B5BA-427D-D9929E662826}"/>
                        </a:ext>
                      </a:extLst>
                    </p:cNvPr>
                    <p:cNvGrpSpPr>
                      <a:grpSpLocks/>
                    </p:cNvGrpSpPr>
                    <p:nvPr/>
                  </p:nvGrpSpPr>
                  <p:grpSpPr bwMode="auto">
                    <a:xfrm>
                      <a:off x="240" y="2880"/>
                      <a:ext cx="1489" cy="1028"/>
                      <a:chOff x="3840" y="1632"/>
                      <a:chExt cx="1489" cy="1028"/>
                    </a:xfrm>
                  </p:grpSpPr>
                  <p:grpSp>
                    <p:nvGrpSpPr>
                      <p:cNvPr id="21623" name="Group 8">
                        <a:extLst>
                          <a:ext uri="{FF2B5EF4-FFF2-40B4-BE49-F238E27FC236}">
                            <a16:creationId xmlns:a16="http://schemas.microsoft.com/office/drawing/2014/main" id="{785E6E44-8A9B-5A39-D732-229EFEF16E10}"/>
                          </a:ext>
                        </a:extLst>
                      </p:cNvPr>
                      <p:cNvGrpSpPr>
                        <a:grpSpLocks/>
                      </p:cNvGrpSpPr>
                      <p:nvPr/>
                    </p:nvGrpSpPr>
                    <p:grpSpPr bwMode="auto">
                      <a:xfrm>
                        <a:off x="3840" y="1632"/>
                        <a:ext cx="1391" cy="971"/>
                        <a:chOff x="288" y="1045"/>
                        <a:chExt cx="1391" cy="971"/>
                      </a:xfrm>
                    </p:grpSpPr>
                    <p:sp>
                      <p:nvSpPr>
                        <p:cNvPr id="21628" name="Oval 9">
                          <a:extLst>
                            <a:ext uri="{FF2B5EF4-FFF2-40B4-BE49-F238E27FC236}">
                              <a16:creationId xmlns:a16="http://schemas.microsoft.com/office/drawing/2014/main" id="{CEB30817-084D-E3EB-BEC4-06E19FC1216D}"/>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629" name="Oval 10">
                          <a:extLst>
                            <a:ext uri="{FF2B5EF4-FFF2-40B4-BE49-F238E27FC236}">
                              <a16:creationId xmlns:a16="http://schemas.microsoft.com/office/drawing/2014/main" id="{C2330990-DD51-2410-02C2-E3A76B114784}"/>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630" name="Line 11">
                          <a:extLst>
                            <a:ext uri="{FF2B5EF4-FFF2-40B4-BE49-F238E27FC236}">
                              <a16:creationId xmlns:a16="http://schemas.microsoft.com/office/drawing/2014/main" id="{C0814B14-886E-4C8C-9A85-B6957AC435E0}"/>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1631" name="Text Box 12">
                          <a:extLst>
                            <a:ext uri="{FF2B5EF4-FFF2-40B4-BE49-F238E27FC236}">
                              <a16:creationId xmlns:a16="http://schemas.microsoft.com/office/drawing/2014/main" id="{7436AE2C-DEC8-3068-78CE-4F7A8AD58D53}"/>
                            </a:ext>
                          </a:extLst>
                        </p:cNvPr>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sp>
                      <p:nvSpPr>
                        <p:cNvPr id="21632" name="Text Box 13">
                          <a:extLst>
                            <a:ext uri="{FF2B5EF4-FFF2-40B4-BE49-F238E27FC236}">
                              <a16:creationId xmlns:a16="http://schemas.microsoft.com/office/drawing/2014/main" id="{E6038E32-CE7F-2F90-2175-3931C3F49F1D}"/>
                            </a:ext>
                          </a:extLst>
                        </p:cNvPr>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grpSp>
                  <p:grpSp>
                    <p:nvGrpSpPr>
                      <p:cNvPr id="21624" name="Group 14">
                        <a:extLst>
                          <a:ext uri="{FF2B5EF4-FFF2-40B4-BE49-F238E27FC236}">
                            <a16:creationId xmlns:a16="http://schemas.microsoft.com/office/drawing/2014/main" id="{04755C09-4DBC-640E-D705-B78DD6A5D908}"/>
                          </a:ext>
                        </a:extLst>
                      </p:cNvPr>
                      <p:cNvGrpSpPr>
                        <a:grpSpLocks/>
                      </p:cNvGrpSpPr>
                      <p:nvPr/>
                    </p:nvGrpSpPr>
                    <p:grpSpPr bwMode="auto">
                      <a:xfrm>
                        <a:off x="4656" y="2016"/>
                        <a:ext cx="673" cy="644"/>
                        <a:chOff x="4272" y="2016"/>
                        <a:chExt cx="913" cy="805"/>
                      </a:xfrm>
                    </p:grpSpPr>
                    <p:sp>
                      <p:nvSpPr>
                        <p:cNvPr id="21625" name="Oval 15">
                          <a:extLst>
                            <a:ext uri="{FF2B5EF4-FFF2-40B4-BE49-F238E27FC236}">
                              <a16:creationId xmlns:a16="http://schemas.microsoft.com/office/drawing/2014/main" id="{5C03AD51-DD51-28B2-19AD-09007AE88494}"/>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626" name="Text Box 16">
                          <a:extLst>
                            <a:ext uri="{FF2B5EF4-FFF2-40B4-BE49-F238E27FC236}">
                              <a16:creationId xmlns:a16="http://schemas.microsoft.com/office/drawing/2014/main" id="{669F55E3-5A89-FE44-FD84-012C0A3B3318}"/>
                            </a:ext>
                          </a:extLst>
                        </p:cNvPr>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6</a:t>
                          </a:r>
                        </a:p>
                      </p:txBody>
                    </p:sp>
                    <p:sp>
                      <p:nvSpPr>
                        <p:cNvPr id="21627" name="Line 17">
                          <a:extLst>
                            <a:ext uri="{FF2B5EF4-FFF2-40B4-BE49-F238E27FC236}">
                              <a16:creationId xmlns:a16="http://schemas.microsoft.com/office/drawing/2014/main" id="{A3D9FF9A-43AE-852E-1C18-AFAEC18C4C16}"/>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21618" name="Group 18">
                      <a:extLst>
                        <a:ext uri="{FF2B5EF4-FFF2-40B4-BE49-F238E27FC236}">
                          <a16:creationId xmlns:a16="http://schemas.microsoft.com/office/drawing/2014/main" id="{7766F692-F73D-E545-EE2B-9162E29F0F8F}"/>
                        </a:ext>
                      </a:extLst>
                    </p:cNvPr>
                    <p:cNvGrpSpPr>
                      <a:grpSpLocks/>
                    </p:cNvGrpSpPr>
                    <p:nvPr/>
                  </p:nvGrpSpPr>
                  <p:grpSpPr bwMode="auto">
                    <a:xfrm>
                      <a:off x="1680" y="3809"/>
                      <a:ext cx="720" cy="511"/>
                      <a:chOff x="1056" y="1454"/>
                      <a:chExt cx="720" cy="511"/>
                    </a:xfrm>
                  </p:grpSpPr>
                  <p:sp>
                    <p:nvSpPr>
                      <p:cNvPr id="21619" name="Line 19">
                        <a:extLst>
                          <a:ext uri="{FF2B5EF4-FFF2-40B4-BE49-F238E27FC236}">
                            <a16:creationId xmlns:a16="http://schemas.microsoft.com/office/drawing/2014/main" id="{D9824EA5-FAE3-4547-B592-1C5B1C716D55}"/>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1620" name="Group 20">
                        <a:extLst>
                          <a:ext uri="{FF2B5EF4-FFF2-40B4-BE49-F238E27FC236}">
                            <a16:creationId xmlns:a16="http://schemas.microsoft.com/office/drawing/2014/main" id="{2E8E516F-B16F-D4DF-143D-3C83ED180AC5}"/>
                          </a:ext>
                        </a:extLst>
                      </p:cNvPr>
                      <p:cNvGrpSpPr>
                        <a:grpSpLocks/>
                      </p:cNvGrpSpPr>
                      <p:nvPr/>
                    </p:nvGrpSpPr>
                    <p:grpSpPr bwMode="auto">
                      <a:xfrm>
                        <a:off x="1152" y="1556"/>
                        <a:ext cx="624" cy="409"/>
                        <a:chOff x="1152" y="1556"/>
                        <a:chExt cx="624" cy="409"/>
                      </a:xfrm>
                    </p:grpSpPr>
                    <p:sp>
                      <p:nvSpPr>
                        <p:cNvPr id="21621" name="Oval 21">
                          <a:extLst>
                            <a:ext uri="{FF2B5EF4-FFF2-40B4-BE49-F238E27FC236}">
                              <a16:creationId xmlns:a16="http://schemas.microsoft.com/office/drawing/2014/main" id="{1AA672AE-B55A-90EA-FDB2-10369DAD4F54}"/>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622" name="Text Box 22">
                          <a:extLst>
                            <a:ext uri="{FF2B5EF4-FFF2-40B4-BE49-F238E27FC236}">
                              <a16:creationId xmlns:a16="http://schemas.microsoft.com/office/drawing/2014/main" id="{4B7D57BC-4B0D-4BA5-D359-ADEEBB4A3AF2}"/>
                            </a:ext>
                          </a:extLst>
                        </p:cNvPr>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7</a:t>
                          </a:r>
                        </a:p>
                      </p:txBody>
                    </p:sp>
                  </p:grpSp>
                </p:grpSp>
              </p:grpSp>
              <p:grpSp>
                <p:nvGrpSpPr>
                  <p:cNvPr id="21608" name="Group 23">
                    <a:extLst>
                      <a:ext uri="{FF2B5EF4-FFF2-40B4-BE49-F238E27FC236}">
                        <a16:creationId xmlns:a16="http://schemas.microsoft.com/office/drawing/2014/main" id="{E8FE07BC-BB6D-7034-8F1D-9CE0F7429E28}"/>
                      </a:ext>
                    </a:extLst>
                  </p:cNvPr>
                  <p:cNvGrpSpPr>
                    <a:grpSpLocks/>
                  </p:cNvGrpSpPr>
                  <p:nvPr/>
                </p:nvGrpSpPr>
                <p:grpSpPr bwMode="auto">
                  <a:xfrm>
                    <a:off x="0" y="2352"/>
                    <a:ext cx="432" cy="514"/>
                    <a:chOff x="0" y="3758"/>
                    <a:chExt cx="672" cy="562"/>
                  </a:xfrm>
                </p:grpSpPr>
                <p:sp>
                  <p:nvSpPr>
                    <p:cNvPr id="21614" name="Oval 24">
                      <a:extLst>
                        <a:ext uri="{FF2B5EF4-FFF2-40B4-BE49-F238E27FC236}">
                          <a16:creationId xmlns:a16="http://schemas.microsoft.com/office/drawing/2014/main" id="{1A2700DA-A916-8CF5-BCEF-E119BF54E285}"/>
                        </a:ext>
                      </a:extLst>
                    </p:cNvPr>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615" name="Line 25">
                      <a:extLst>
                        <a:ext uri="{FF2B5EF4-FFF2-40B4-BE49-F238E27FC236}">
                          <a16:creationId xmlns:a16="http://schemas.microsoft.com/office/drawing/2014/main" id="{A2C76B68-78EA-7220-9688-4B9CE814C1B4}"/>
                        </a:ext>
                      </a:extLst>
                    </p:cNvPr>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1616" name="Text Box 26">
                      <a:extLst>
                        <a:ext uri="{FF2B5EF4-FFF2-40B4-BE49-F238E27FC236}">
                          <a16:creationId xmlns:a16="http://schemas.microsoft.com/office/drawing/2014/main" id="{D698612A-378B-51DE-DFB1-F7482EC6ED3B}"/>
                        </a:ext>
                      </a:extLst>
                    </p:cNvPr>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21609" name="Group 27">
                    <a:extLst>
                      <a:ext uri="{FF2B5EF4-FFF2-40B4-BE49-F238E27FC236}">
                        <a16:creationId xmlns:a16="http://schemas.microsoft.com/office/drawing/2014/main" id="{F35DF8F0-175D-D1E2-D01B-955DFB5825BA}"/>
                      </a:ext>
                    </a:extLst>
                  </p:cNvPr>
                  <p:cNvGrpSpPr>
                    <a:grpSpLocks/>
                  </p:cNvGrpSpPr>
                  <p:nvPr/>
                </p:nvGrpSpPr>
                <p:grpSpPr bwMode="auto">
                  <a:xfrm>
                    <a:off x="576" y="2352"/>
                    <a:ext cx="720" cy="511"/>
                    <a:chOff x="1056" y="1454"/>
                    <a:chExt cx="720" cy="511"/>
                  </a:xfrm>
                </p:grpSpPr>
                <p:sp>
                  <p:nvSpPr>
                    <p:cNvPr id="21610" name="Line 28">
                      <a:extLst>
                        <a:ext uri="{FF2B5EF4-FFF2-40B4-BE49-F238E27FC236}">
                          <a16:creationId xmlns:a16="http://schemas.microsoft.com/office/drawing/2014/main" id="{5345BF1A-3338-4A9E-9B58-A556790D6589}"/>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1611" name="Group 29">
                      <a:extLst>
                        <a:ext uri="{FF2B5EF4-FFF2-40B4-BE49-F238E27FC236}">
                          <a16:creationId xmlns:a16="http://schemas.microsoft.com/office/drawing/2014/main" id="{DFBD0C6B-B1D6-205A-2BC3-60968B4553E9}"/>
                        </a:ext>
                      </a:extLst>
                    </p:cNvPr>
                    <p:cNvGrpSpPr>
                      <a:grpSpLocks/>
                    </p:cNvGrpSpPr>
                    <p:nvPr/>
                  </p:nvGrpSpPr>
                  <p:grpSpPr bwMode="auto">
                    <a:xfrm>
                      <a:off x="1152" y="1556"/>
                      <a:ext cx="624" cy="409"/>
                      <a:chOff x="1152" y="1556"/>
                      <a:chExt cx="624" cy="409"/>
                    </a:xfrm>
                  </p:grpSpPr>
                  <p:sp>
                    <p:nvSpPr>
                      <p:cNvPr id="21612" name="Oval 30">
                        <a:extLst>
                          <a:ext uri="{FF2B5EF4-FFF2-40B4-BE49-F238E27FC236}">
                            <a16:creationId xmlns:a16="http://schemas.microsoft.com/office/drawing/2014/main" id="{042EA938-482C-4456-8608-0B814CF88BBC}"/>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613" name="Text Box 31">
                        <a:extLst>
                          <a:ext uri="{FF2B5EF4-FFF2-40B4-BE49-F238E27FC236}">
                            <a16:creationId xmlns:a16="http://schemas.microsoft.com/office/drawing/2014/main" id="{E67993B8-89D1-1F97-B88A-0A2AE03EAEF1}"/>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grpSp>
              </p:grpSp>
            </p:grpSp>
            <p:sp>
              <p:nvSpPr>
                <p:cNvPr id="21604" name="Oval 32">
                  <a:extLst>
                    <a:ext uri="{FF2B5EF4-FFF2-40B4-BE49-F238E27FC236}">
                      <a16:creationId xmlns:a16="http://schemas.microsoft.com/office/drawing/2014/main" id="{43180C44-02F1-6E39-6E48-0A40C16721DD}"/>
                    </a:ext>
                  </a:extLst>
                </p:cNvPr>
                <p:cNvSpPr>
                  <a:spLocks noChangeArrowheads="1"/>
                </p:cNvSpPr>
                <p:nvPr/>
              </p:nvSpPr>
              <p:spPr bwMode="auto">
                <a:xfrm>
                  <a:off x="2544" y="3840"/>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605" name="Text Box 33">
                  <a:extLst>
                    <a:ext uri="{FF2B5EF4-FFF2-40B4-BE49-F238E27FC236}">
                      <a16:creationId xmlns:a16="http://schemas.microsoft.com/office/drawing/2014/main" id="{3D5E53B5-DE01-0BE3-A1C2-A91E07FD5758}"/>
                    </a:ext>
                  </a:extLst>
                </p:cNvPr>
                <p:cNvSpPr txBox="1">
                  <a:spLocks noChangeArrowheads="1"/>
                </p:cNvSpPr>
                <p:nvPr/>
              </p:nvSpPr>
              <p:spPr bwMode="auto">
                <a:xfrm>
                  <a:off x="2640" y="384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5</a:t>
                  </a:r>
                </a:p>
              </p:txBody>
            </p:sp>
            <p:sp>
              <p:nvSpPr>
                <p:cNvPr id="21606" name="Line 34">
                  <a:extLst>
                    <a:ext uri="{FF2B5EF4-FFF2-40B4-BE49-F238E27FC236}">
                      <a16:creationId xmlns:a16="http://schemas.microsoft.com/office/drawing/2014/main" id="{CE2D4C04-C312-E343-38D6-1FF0310DC084}"/>
                    </a:ext>
                  </a:extLst>
                </p:cNvPr>
                <p:cNvSpPr>
                  <a:spLocks noChangeShapeType="1"/>
                </p:cNvSpPr>
                <p:nvPr/>
              </p:nvSpPr>
              <p:spPr bwMode="auto">
                <a:xfrm flipH="1">
                  <a:off x="2736" y="3312"/>
                  <a:ext cx="144"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nvGrpSpPr>
              <p:cNvPr id="21598" name="Group 35">
                <a:extLst>
                  <a:ext uri="{FF2B5EF4-FFF2-40B4-BE49-F238E27FC236}">
                    <a16:creationId xmlns:a16="http://schemas.microsoft.com/office/drawing/2014/main" id="{ACA62712-D71D-A7D7-25C1-87F7E809A4EC}"/>
                  </a:ext>
                </a:extLst>
              </p:cNvPr>
              <p:cNvGrpSpPr>
                <a:grpSpLocks/>
              </p:cNvGrpSpPr>
              <p:nvPr/>
            </p:nvGrpSpPr>
            <p:grpSpPr bwMode="auto">
              <a:xfrm>
                <a:off x="2400" y="1440"/>
                <a:ext cx="720" cy="511"/>
                <a:chOff x="1056" y="1454"/>
                <a:chExt cx="720" cy="511"/>
              </a:xfrm>
            </p:grpSpPr>
            <p:sp>
              <p:nvSpPr>
                <p:cNvPr id="21599" name="Line 36">
                  <a:extLst>
                    <a:ext uri="{FF2B5EF4-FFF2-40B4-BE49-F238E27FC236}">
                      <a16:creationId xmlns:a16="http://schemas.microsoft.com/office/drawing/2014/main" id="{B85E85EB-28AE-28AD-CF1F-F17C595F9EEA}"/>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1600" name="Group 37">
                  <a:extLst>
                    <a:ext uri="{FF2B5EF4-FFF2-40B4-BE49-F238E27FC236}">
                      <a16:creationId xmlns:a16="http://schemas.microsoft.com/office/drawing/2014/main" id="{7AAEEAB5-391C-A5EF-2F19-E8705B13DD3A}"/>
                    </a:ext>
                  </a:extLst>
                </p:cNvPr>
                <p:cNvGrpSpPr>
                  <a:grpSpLocks/>
                </p:cNvGrpSpPr>
                <p:nvPr/>
              </p:nvGrpSpPr>
              <p:grpSpPr bwMode="auto">
                <a:xfrm>
                  <a:off x="1152" y="1556"/>
                  <a:ext cx="624" cy="409"/>
                  <a:chOff x="1152" y="1556"/>
                  <a:chExt cx="624" cy="409"/>
                </a:xfrm>
              </p:grpSpPr>
              <p:sp>
                <p:nvSpPr>
                  <p:cNvPr id="21601" name="Oval 38">
                    <a:extLst>
                      <a:ext uri="{FF2B5EF4-FFF2-40B4-BE49-F238E27FC236}">
                        <a16:creationId xmlns:a16="http://schemas.microsoft.com/office/drawing/2014/main" id="{FCDB086A-C439-AD55-6F35-E8B5B45FE975}"/>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602" name="Text Box 39">
                    <a:extLst>
                      <a:ext uri="{FF2B5EF4-FFF2-40B4-BE49-F238E27FC236}">
                        <a16:creationId xmlns:a16="http://schemas.microsoft.com/office/drawing/2014/main" id="{8F63AC4E-4547-1038-20CE-97AB04258D05}"/>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16</a:t>
                    </a:r>
                  </a:p>
                </p:txBody>
              </p:sp>
            </p:grpSp>
          </p:grpSp>
        </p:grpSp>
        <p:sp>
          <p:nvSpPr>
            <p:cNvPr id="21596" name="Text Box 40">
              <a:extLst>
                <a:ext uri="{FF2B5EF4-FFF2-40B4-BE49-F238E27FC236}">
                  <a16:creationId xmlns:a16="http://schemas.microsoft.com/office/drawing/2014/main" id="{22C0533B-8741-C5DD-546D-9216DA02BB18}"/>
                </a:ext>
              </a:extLst>
            </p:cNvPr>
            <p:cNvSpPr txBox="1">
              <a:spLocks noChangeArrowheads="1"/>
            </p:cNvSpPr>
            <p:nvPr/>
          </p:nvSpPr>
          <p:spPr bwMode="auto">
            <a:xfrm>
              <a:off x="1872" y="187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12</a:t>
              </a:r>
            </a:p>
          </p:txBody>
        </p:sp>
      </p:grpSp>
      <p:grpSp>
        <p:nvGrpSpPr>
          <p:cNvPr id="344105" name="Group 41">
            <a:extLst>
              <a:ext uri="{FF2B5EF4-FFF2-40B4-BE49-F238E27FC236}">
                <a16:creationId xmlns:a16="http://schemas.microsoft.com/office/drawing/2014/main" id="{E799FAF1-249E-A92E-7913-7C17D008E05E}"/>
              </a:ext>
            </a:extLst>
          </p:cNvPr>
          <p:cNvGrpSpPr>
            <a:grpSpLocks/>
          </p:cNvGrpSpPr>
          <p:nvPr/>
        </p:nvGrpSpPr>
        <p:grpSpPr bwMode="auto">
          <a:xfrm>
            <a:off x="1828800" y="3527426"/>
            <a:ext cx="4191000" cy="3025775"/>
            <a:chOff x="3120" y="432"/>
            <a:chExt cx="2640" cy="1906"/>
          </a:xfrm>
        </p:grpSpPr>
        <p:grpSp>
          <p:nvGrpSpPr>
            <p:cNvPr id="21553" name="Group 42">
              <a:extLst>
                <a:ext uri="{FF2B5EF4-FFF2-40B4-BE49-F238E27FC236}">
                  <a16:creationId xmlns:a16="http://schemas.microsoft.com/office/drawing/2014/main" id="{EA8690B8-9AAB-65A5-E18E-ECF5EEE46487}"/>
                </a:ext>
              </a:extLst>
            </p:cNvPr>
            <p:cNvGrpSpPr>
              <a:grpSpLocks/>
            </p:cNvGrpSpPr>
            <p:nvPr/>
          </p:nvGrpSpPr>
          <p:grpSpPr bwMode="auto">
            <a:xfrm>
              <a:off x="3120" y="432"/>
              <a:ext cx="2640" cy="1906"/>
              <a:chOff x="3120" y="432"/>
              <a:chExt cx="2640" cy="1906"/>
            </a:xfrm>
          </p:grpSpPr>
          <p:grpSp>
            <p:nvGrpSpPr>
              <p:cNvPr id="21555" name="Group 43">
                <a:extLst>
                  <a:ext uri="{FF2B5EF4-FFF2-40B4-BE49-F238E27FC236}">
                    <a16:creationId xmlns:a16="http://schemas.microsoft.com/office/drawing/2014/main" id="{FEF771F7-BAE2-2125-83AD-DD4CDA7DFCDD}"/>
                  </a:ext>
                </a:extLst>
              </p:cNvPr>
              <p:cNvGrpSpPr>
                <a:grpSpLocks/>
              </p:cNvGrpSpPr>
              <p:nvPr/>
            </p:nvGrpSpPr>
            <p:grpSpPr bwMode="auto">
              <a:xfrm>
                <a:off x="3120" y="432"/>
                <a:ext cx="2640" cy="1536"/>
                <a:chOff x="480" y="432"/>
                <a:chExt cx="2640" cy="1536"/>
              </a:xfrm>
            </p:grpSpPr>
            <p:grpSp>
              <p:nvGrpSpPr>
                <p:cNvPr id="21559" name="Group 44">
                  <a:extLst>
                    <a:ext uri="{FF2B5EF4-FFF2-40B4-BE49-F238E27FC236}">
                      <a16:creationId xmlns:a16="http://schemas.microsoft.com/office/drawing/2014/main" id="{A8C3EBB6-69FB-E37D-C971-512987EE8C7A}"/>
                    </a:ext>
                  </a:extLst>
                </p:cNvPr>
                <p:cNvGrpSpPr>
                  <a:grpSpLocks/>
                </p:cNvGrpSpPr>
                <p:nvPr/>
              </p:nvGrpSpPr>
              <p:grpSpPr bwMode="auto">
                <a:xfrm>
                  <a:off x="480" y="432"/>
                  <a:ext cx="2112" cy="1536"/>
                  <a:chOff x="1488" y="2592"/>
                  <a:chExt cx="2112" cy="1536"/>
                </a:xfrm>
              </p:grpSpPr>
              <p:grpSp>
                <p:nvGrpSpPr>
                  <p:cNvPr id="21565" name="Group 45">
                    <a:extLst>
                      <a:ext uri="{FF2B5EF4-FFF2-40B4-BE49-F238E27FC236}">
                        <a16:creationId xmlns:a16="http://schemas.microsoft.com/office/drawing/2014/main" id="{B9A4877E-F600-CBDF-7801-167CC6B7B707}"/>
                      </a:ext>
                    </a:extLst>
                  </p:cNvPr>
                  <p:cNvGrpSpPr>
                    <a:grpSpLocks/>
                  </p:cNvGrpSpPr>
                  <p:nvPr/>
                </p:nvGrpSpPr>
                <p:grpSpPr bwMode="auto">
                  <a:xfrm>
                    <a:off x="1488" y="2592"/>
                    <a:ext cx="2112" cy="1234"/>
                    <a:chOff x="0" y="1632"/>
                    <a:chExt cx="2112" cy="1234"/>
                  </a:xfrm>
                </p:grpSpPr>
                <p:grpSp>
                  <p:nvGrpSpPr>
                    <p:cNvPr id="21569" name="Group 46">
                      <a:extLst>
                        <a:ext uri="{FF2B5EF4-FFF2-40B4-BE49-F238E27FC236}">
                          <a16:creationId xmlns:a16="http://schemas.microsoft.com/office/drawing/2014/main" id="{4577CFFD-2254-E780-FDCC-4599509A0943}"/>
                        </a:ext>
                      </a:extLst>
                    </p:cNvPr>
                    <p:cNvGrpSpPr>
                      <a:grpSpLocks/>
                    </p:cNvGrpSpPr>
                    <p:nvPr/>
                  </p:nvGrpSpPr>
                  <p:grpSpPr bwMode="auto">
                    <a:xfrm>
                      <a:off x="288" y="1632"/>
                      <a:ext cx="1824" cy="1104"/>
                      <a:chOff x="240" y="2880"/>
                      <a:chExt cx="2160" cy="1440"/>
                    </a:xfrm>
                  </p:grpSpPr>
                  <p:grpSp>
                    <p:nvGrpSpPr>
                      <p:cNvPr id="21579" name="Group 47">
                        <a:extLst>
                          <a:ext uri="{FF2B5EF4-FFF2-40B4-BE49-F238E27FC236}">
                            <a16:creationId xmlns:a16="http://schemas.microsoft.com/office/drawing/2014/main" id="{BEFB158D-0777-05C7-7B59-9186F58E642F}"/>
                          </a:ext>
                        </a:extLst>
                      </p:cNvPr>
                      <p:cNvGrpSpPr>
                        <a:grpSpLocks/>
                      </p:cNvGrpSpPr>
                      <p:nvPr/>
                    </p:nvGrpSpPr>
                    <p:grpSpPr bwMode="auto">
                      <a:xfrm>
                        <a:off x="240" y="2880"/>
                        <a:ext cx="1489" cy="1028"/>
                        <a:chOff x="3840" y="1632"/>
                        <a:chExt cx="1489" cy="1028"/>
                      </a:xfrm>
                    </p:grpSpPr>
                    <p:grpSp>
                      <p:nvGrpSpPr>
                        <p:cNvPr id="21585" name="Group 48">
                          <a:extLst>
                            <a:ext uri="{FF2B5EF4-FFF2-40B4-BE49-F238E27FC236}">
                              <a16:creationId xmlns:a16="http://schemas.microsoft.com/office/drawing/2014/main" id="{A3C08427-7E83-EF6E-49FD-8BEC7093A6A4}"/>
                            </a:ext>
                          </a:extLst>
                        </p:cNvPr>
                        <p:cNvGrpSpPr>
                          <a:grpSpLocks/>
                        </p:cNvGrpSpPr>
                        <p:nvPr/>
                      </p:nvGrpSpPr>
                      <p:grpSpPr bwMode="auto">
                        <a:xfrm>
                          <a:off x="3840" y="1632"/>
                          <a:ext cx="1391" cy="971"/>
                          <a:chOff x="288" y="1045"/>
                          <a:chExt cx="1391" cy="971"/>
                        </a:xfrm>
                      </p:grpSpPr>
                      <p:sp>
                        <p:nvSpPr>
                          <p:cNvPr id="21590" name="Oval 49">
                            <a:extLst>
                              <a:ext uri="{FF2B5EF4-FFF2-40B4-BE49-F238E27FC236}">
                                <a16:creationId xmlns:a16="http://schemas.microsoft.com/office/drawing/2014/main" id="{F668251E-493A-CB04-E7AC-B48E1E7336B5}"/>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91" name="Oval 50">
                            <a:extLst>
                              <a:ext uri="{FF2B5EF4-FFF2-40B4-BE49-F238E27FC236}">
                                <a16:creationId xmlns:a16="http://schemas.microsoft.com/office/drawing/2014/main" id="{D0BA1764-495E-E8C3-3FDB-24B57CD70AD1}"/>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92" name="Line 51">
                            <a:extLst>
                              <a:ext uri="{FF2B5EF4-FFF2-40B4-BE49-F238E27FC236}">
                                <a16:creationId xmlns:a16="http://schemas.microsoft.com/office/drawing/2014/main" id="{A5E98119-3E5A-14E6-2100-5A9F8EA4C551}"/>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1593" name="Text Box 52">
                            <a:extLst>
                              <a:ext uri="{FF2B5EF4-FFF2-40B4-BE49-F238E27FC236}">
                                <a16:creationId xmlns:a16="http://schemas.microsoft.com/office/drawing/2014/main" id="{E7567322-E14A-428C-A032-6163B05BEB12}"/>
                              </a:ext>
                            </a:extLst>
                          </p:cNvPr>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sp>
                        <p:nvSpPr>
                          <p:cNvPr id="21594" name="Text Box 53">
                            <a:extLst>
                              <a:ext uri="{FF2B5EF4-FFF2-40B4-BE49-F238E27FC236}">
                                <a16:creationId xmlns:a16="http://schemas.microsoft.com/office/drawing/2014/main" id="{7AC34F8F-5895-E2E3-0BA7-1B791CEC5DF2}"/>
                              </a:ext>
                            </a:extLst>
                          </p:cNvPr>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grpSp>
                    <p:grpSp>
                      <p:nvGrpSpPr>
                        <p:cNvPr id="21586" name="Group 54">
                          <a:extLst>
                            <a:ext uri="{FF2B5EF4-FFF2-40B4-BE49-F238E27FC236}">
                              <a16:creationId xmlns:a16="http://schemas.microsoft.com/office/drawing/2014/main" id="{C8D1F213-E9BF-3DDF-7515-1E63BB9B70B7}"/>
                            </a:ext>
                          </a:extLst>
                        </p:cNvPr>
                        <p:cNvGrpSpPr>
                          <a:grpSpLocks/>
                        </p:cNvGrpSpPr>
                        <p:nvPr/>
                      </p:nvGrpSpPr>
                      <p:grpSpPr bwMode="auto">
                        <a:xfrm>
                          <a:off x="4656" y="2016"/>
                          <a:ext cx="673" cy="644"/>
                          <a:chOff x="4272" y="2016"/>
                          <a:chExt cx="913" cy="805"/>
                        </a:xfrm>
                      </p:grpSpPr>
                      <p:sp>
                        <p:nvSpPr>
                          <p:cNvPr id="21587" name="Oval 55">
                            <a:extLst>
                              <a:ext uri="{FF2B5EF4-FFF2-40B4-BE49-F238E27FC236}">
                                <a16:creationId xmlns:a16="http://schemas.microsoft.com/office/drawing/2014/main" id="{7C1D8FB2-3F66-80DC-E196-CC040D2E4BDD}"/>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88" name="Text Box 56">
                            <a:extLst>
                              <a:ext uri="{FF2B5EF4-FFF2-40B4-BE49-F238E27FC236}">
                                <a16:creationId xmlns:a16="http://schemas.microsoft.com/office/drawing/2014/main" id="{F9EBCAAA-307A-C16B-667A-14E1805A0194}"/>
                              </a:ext>
                            </a:extLst>
                          </p:cNvPr>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6</a:t>
                            </a:r>
                          </a:p>
                        </p:txBody>
                      </p:sp>
                      <p:sp>
                        <p:nvSpPr>
                          <p:cNvPr id="21589" name="Line 57">
                            <a:extLst>
                              <a:ext uri="{FF2B5EF4-FFF2-40B4-BE49-F238E27FC236}">
                                <a16:creationId xmlns:a16="http://schemas.microsoft.com/office/drawing/2014/main" id="{51429D5D-C2ED-EE1D-854D-5A67A696DE1A}"/>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21580" name="Group 58">
                        <a:extLst>
                          <a:ext uri="{FF2B5EF4-FFF2-40B4-BE49-F238E27FC236}">
                            <a16:creationId xmlns:a16="http://schemas.microsoft.com/office/drawing/2014/main" id="{2D0C7E53-ED94-74E4-1349-24666C15E5DD}"/>
                          </a:ext>
                        </a:extLst>
                      </p:cNvPr>
                      <p:cNvGrpSpPr>
                        <a:grpSpLocks/>
                      </p:cNvGrpSpPr>
                      <p:nvPr/>
                    </p:nvGrpSpPr>
                    <p:grpSpPr bwMode="auto">
                      <a:xfrm>
                        <a:off x="1680" y="3809"/>
                        <a:ext cx="720" cy="511"/>
                        <a:chOff x="1056" y="1454"/>
                        <a:chExt cx="720" cy="511"/>
                      </a:xfrm>
                    </p:grpSpPr>
                    <p:sp>
                      <p:nvSpPr>
                        <p:cNvPr id="21581" name="Line 59">
                          <a:extLst>
                            <a:ext uri="{FF2B5EF4-FFF2-40B4-BE49-F238E27FC236}">
                              <a16:creationId xmlns:a16="http://schemas.microsoft.com/office/drawing/2014/main" id="{9EDE21C6-33EB-B80F-C04B-13D3D7163836}"/>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1582" name="Group 60">
                          <a:extLst>
                            <a:ext uri="{FF2B5EF4-FFF2-40B4-BE49-F238E27FC236}">
                              <a16:creationId xmlns:a16="http://schemas.microsoft.com/office/drawing/2014/main" id="{89404A33-B022-DFFA-F7CB-188481F9535E}"/>
                            </a:ext>
                          </a:extLst>
                        </p:cNvPr>
                        <p:cNvGrpSpPr>
                          <a:grpSpLocks/>
                        </p:cNvGrpSpPr>
                        <p:nvPr/>
                      </p:nvGrpSpPr>
                      <p:grpSpPr bwMode="auto">
                        <a:xfrm>
                          <a:off x="1152" y="1556"/>
                          <a:ext cx="624" cy="409"/>
                          <a:chOff x="1152" y="1556"/>
                          <a:chExt cx="624" cy="409"/>
                        </a:xfrm>
                      </p:grpSpPr>
                      <p:sp>
                        <p:nvSpPr>
                          <p:cNvPr id="21583" name="Oval 61">
                            <a:extLst>
                              <a:ext uri="{FF2B5EF4-FFF2-40B4-BE49-F238E27FC236}">
                                <a16:creationId xmlns:a16="http://schemas.microsoft.com/office/drawing/2014/main" id="{CC95853E-93FC-D831-ACDB-7B1DC12DBD75}"/>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84" name="Text Box 62">
                            <a:extLst>
                              <a:ext uri="{FF2B5EF4-FFF2-40B4-BE49-F238E27FC236}">
                                <a16:creationId xmlns:a16="http://schemas.microsoft.com/office/drawing/2014/main" id="{16B4BEA2-9D6B-C91C-E56E-65E869CCB350}"/>
                              </a:ext>
                            </a:extLst>
                          </p:cNvPr>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7</a:t>
                            </a:r>
                          </a:p>
                        </p:txBody>
                      </p:sp>
                    </p:grpSp>
                  </p:grpSp>
                </p:grpSp>
                <p:grpSp>
                  <p:nvGrpSpPr>
                    <p:cNvPr id="21570" name="Group 63">
                      <a:extLst>
                        <a:ext uri="{FF2B5EF4-FFF2-40B4-BE49-F238E27FC236}">
                          <a16:creationId xmlns:a16="http://schemas.microsoft.com/office/drawing/2014/main" id="{51DF56C2-BA6C-BBAE-8A9A-465B426CC360}"/>
                        </a:ext>
                      </a:extLst>
                    </p:cNvPr>
                    <p:cNvGrpSpPr>
                      <a:grpSpLocks/>
                    </p:cNvGrpSpPr>
                    <p:nvPr/>
                  </p:nvGrpSpPr>
                  <p:grpSpPr bwMode="auto">
                    <a:xfrm>
                      <a:off x="0" y="2352"/>
                      <a:ext cx="432" cy="514"/>
                      <a:chOff x="0" y="3758"/>
                      <a:chExt cx="672" cy="562"/>
                    </a:xfrm>
                  </p:grpSpPr>
                  <p:sp>
                    <p:nvSpPr>
                      <p:cNvPr id="21576" name="Oval 64">
                        <a:extLst>
                          <a:ext uri="{FF2B5EF4-FFF2-40B4-BE49-F238E27FC236}">
                            <a16:creationId xmlns:a16="http://schemas.microsoft.com/office/drawing/2014/main" id="{99E5E011-BAB1-943E-7636-B51C1363C8CC}"/>
                          </a:ext>
                        </a:extLst>
                      </p:cNvPr>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77" name="Line 65">
                        <a:extLst>
                          <a:ext uri="{FF2B5EF4-FFF2-40B4-BE49-F238E27FC236}">
                            <a16:creationId xmlns:a16="http://schemas.microsoft.com/office/drawing/2014/main" id="{E2A3B465-8188-0398-F0BD-FAD0EE830F30}"/>
                          </a:ext>
                        </a:extLst>
                      </p:cNvPr>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1578" name="Text Box 66">
                        <a:extLst>
                          <a:ext uri="{FF2B5EF4-FFF2-40B4-BE49-F238E27FC236}">
                            <a16:creationId xmlns:a16="http://schemas.microsoft.com/office/drawing/2014/main" id="{CF791B42-28B2-94AF-541A-05601AA6A0AC}"/>
                          </a:ext>
                        </a:extLst>
                      </p:cNvPr>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21571" name="Group 67">
                      <a:extLst>
                        <a:ext uri="{FF2B5EF4-FFF2-40B4-BE49-F238E27FC236}">
                          <a16:creationId xmlns:a16="http://schemas.microsoft.com/office/drawing/2014/main" id="{2F4CA140-6876-C229-97F3-C744FD07B1D1}"/>
                        </a:ext>
                      </a:extLst>
                    </p:cNvPr>
                    <p:cNvGrpSpPr>
                      <a:grpSpLocks/>
                    </p:cNvGrpSpPr>
                    <p:nvPr/>
                  </p:nvGrpSpPr>
                  <p:grpSpPr bwMode="auto">
                    <a:xfrm>
                      <a:off x="576" y="2352"/>
                      <a:ext cx="720" cy="511"/>
                      <a:chOff x="1056" y="1454"/>
                      <a:chExt cx="720" cy="511"/>
                    </a:xfrm>
                  </p:grpSpPr>
                  <p:sp>
                    <p:nvSpPr>
                      <p:cNvPr id="21572" name="Line 68">
                        <a:extLst>
                          <a:ext uri="{FF2B5EF4-FFF2-40B4-BE49-F238E27FC236}">
                            <a16:creationId xmlns:a16="http://schemas.microsoft.com/office/drawing/2014/main" id="{F68FE234-CE7A-FF93-7BE6-F3A3BE49878A}"/>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1573" name="Group 69">
                        <a:extLst>
                          <a:ext uri="{FF2B5EF4-FFF2-40B4-BE49-F238E27FC236}">
                            <a16:creationId xmlns:a16="http://schemas.microsoft.com/office/drawing/2014/main" id="{D861BBDC-3E8C-C2F1-CC04-44AF9942B1CA}"/>
                          </a:ext>
                        </a:extLst>
                      </p:cNvPr>
                      <p:cNvGrpSpPr>
                        <a:grpSpLocks/>
                      </p:cNvGrpSpPr>
                      <p:nvPr/>
                    </p:nvGrpSpPr>
                    <p:grpSpPr bwMode="auto">
                      <a:xfrm>
                        <a:off x="1152" y="1556"/>
                        <a:ext cx="624" cy="409"/>
                        <a:chOff x="1152" y="1556"/>
                        <a:chExt cx="624" cy="409"/>
                      </a:xfrm>
                    </p:grpSpPr>
                    <p:sp>
                      <p:nvSpPr>
                        <p:cNvPr id="21574" name="Oval 70">
                          <a:extLst>
                            <a:ext uri="{FF2B5EF4-FFF2-40B4-BE49-F238E27FC236}">
                              <a16:creationId xmlns:a16="http://schemas.microsoft.com/office/drawing/2014/main" id="{1FA3F38E-ACAE-8CE0-F11E-26552A9058BA}"/>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75" name="Text Box 71">
                          <a:extLst>
                            <a:ext uri="{FF2B5EF4-FFF2-40B4-BE49-F238E27FC236}">
                              <a16:creationId xmlns:a16="http://schemas.microsoft.com/office/drawing/2014/main" id="{58EA6EB1-C29B-09FB-B716-C568C5E5A1B4}"/>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grpSp>
                </p:grpSp>
              </p:grpSp>
              <p:sp>
                <p:nvSpPr>
                  <p:cNvPr id="21566" name="Oval 72">
                    <a:extLst>
                      <a:ext uri="{FF2B5EF4-FFF2-40B4-BE49-F238E27FC236}">
                        <a16:creationId xmlns:a16="http://schemas.microsoft.com/office/drawing/2014/main" id="{2D46263E-2210-FFA4-457E-A5EFFBAF9362}"/>
                      </a:ext>
                    </a:extLst>
                  </p:cNvPr>
                  <p:cNvSpPr>
                    <a:spLocks noChangeArrowheads="1"/>
                  </p:cNvSpPr>
                  <p:nvPr/>
                </p:nvSpPr>
                <p:spPr bwMode="auto">
                  <a:xfrm>
                    <a:off x="2544" y="3840"/>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67" name="Text Box 73">
                    <a:extLst>
                      <a:ext uri="{FF2B5EF4-FFF2-40B4-BE49-F238E27FC236}">
                        <a16:creationId xmlns:a16="http://schemas.microsoft.com/office/drawing/2014/main" id="{9AA0F363-8CD1-6341-744F-1D944840571B}"/>
                      </a:ext>
                    </a:extLst>
                  </p:cNvPr>
                  <p:cNvSpPr txBox="1">
                    <a:spLocks noChangeArrowheads="1"/>
                  </p:cNvSpPr>
                  <p:nvPr/>
                </p:nvSpPr>
                <p:spPr bwMode="auto">
                  <a:xfrm>
                    <a:off x="2640" y="384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5</a:t>
                    </a:r>
                  </a:p>
                </p:txBody>
              </p:sp>
              <p:sp>
                <p:nvSpPr>
                  <p:cNvPr id="21568" name="Line 74">
                    <a:extLst>
                      <a:ext uri="{FF2B5EF4-FFF2-40B4-BE49-F238E27FC236}">
                        <a16:creationId xmlns:a16="http://schemas.microsoft.com/office/drawing/2014/main" id="{16F6A8F1-AFCF-89AC-5C05-DA95FD1C54FF}"/>
                      </a:ext>
                    </a:extLst>
                  </p:cNvPr>
                  <p:cNvSpPr>
                    <a:spLocks noChangeShapeType="1"/>
                  </p:cNvSpPr>
                  <p:nvPr/>
                </p:nvSpPr>
                <p:spPr bwMode="auto">
                  <a:xfrm flipH="1">
                    <a:off x="2736" y="3312"/>
                    <a:ext cx="144"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nvGrpSpPr>
                <p:cNvPr id="21560" name="Group 75">
                  <a:extLst>
                    <a:ext uri="{FF2B5EF4-FFF2-40B4-BE49-F238E27FC236}">
                      <a16:creationId xmlns:a16="http://schemas.microsoft.com/office/drawing/2014/main" id="{AF9570ED-3B42-B043-0D64-7B4DAA501AEF}"/>
                    </a:ext>
                  </a:extLst>
                </p:cNvPr>
                <p:cNvGrpSpPr>
                  <a:grpSpLocks/>
                </p:cNvGrpSpPr>
                <p:nvPr/>
              </p:nvGrpSpPr>
              <p:grpSpPr bwMode="auto">
                <a:xfrm>
                  <a:off x="2400" y="1440"/>
                  <a:ext cx="720" cy="511"/>
                  <a:chOff x="1056" y="1454"/>
                  <a:chExt cx="720" cy="511"/>
                </a:xfrm>
              </p:grpSpPr>
              <p:sp>
                <p:nvSpPr>
                  <p:cNvPr id="21561" name="Line 76">
                    <a:extLst>
                      <a:ext uri="{FF2B5EF4-FFF2-40B4-BE49-F238E27FC236}">
                        <a16:creationId xmlns:a16="http://schemas.microsoft.com/office/drawing/2014/main" id="{98437C0A-05EB-80FA-5DC2-5DE929EA9381}"/>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1562" name="Group 77">
                    <a:extLst>
                      <a:ext uri="{FF2B5EF4-FFF2-40B4-BE49-F238E27FC236}">
                        <a16:creationId xmlns:a16="http://schemas.microsoft.com/office/drawing/2014/main" id="{84C6AC8B-84BE-43B4-CA8F-F63A0CD6A8A5}"/>
                      </a:ext>
                    </a:extLst>
                  </p:cNvPr>
                  <p:cNvGrpSpPr>
                    <a:grpSpLocks/>
                  </p:cNvGrpSpPr>
                  <p:nvPr/>
                </p:nvGrpSpPr>
                <p:grpSpPr bwMode="auto">
                  <a:xfrm>
                    <a:off x="1152" y="1556"/>
                    <a:ext cx="624" cy="409"/>
                    <a:chOff x="1152" y="1556"/>
                    <a:chExt cx="624" cy="409"/>
                  </a:xfrm>
                </p:grpSpPr>
                <p:sp>
                  <p:nvSpPr>
                    <p:cNvPr id="21563" name="Oval 78">
                      <a:extLst>
                        <a:ext uri="{FF2B5EF4-FFF2-40B4-BE49-F238E27FC236}">
                          <a16:creationId xmlns:a16="http://schemas.microsoft.com/office/drawing/2014/main" id="{C7AE4274-0244-4C36-DB87-2544222A66AD}"/>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64" name="Text Box 79">
                      <a:extLst>
                        <a:ext uri="{FF2B5EF4-FFF2-40B4-BE49-F238E27FC236}">
                          <a16:creationId xmlns:a16="http://schemas.microsoft.com/office/drawing/2014/main" id="{AADA7DEE-82E7-89F9-3B58-655EE4D83462}"/>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16</a:t>
                      </a:r>
                    </a:p>
                  </p:txBody>
                </p:sp>
              </p:grpSp>
            </p:grpSp>
          </p:grpSp>
          <p:sp>
            <p:nvSpPr>
              <p:cNvPr id="21556" name="Oval 80">
                <a:extLst>
                  <a:ext uri="{FF2B5EF4-FFF2-40B4-BE49-F238E27FC236}">
                    <a16:creationId xmlns:a16="http://schemas.microsoft.com/office/drawing/2014/main" id="{833A22E9-DBC5-1429-B7B9-528979B2A448}"/>
                  </a:ext>
                </a:extLst>
              </p:cNvPr>
              <p:cNvSpPr>
                <a:spLocks noChangeArrowheads="1"/>
              </p:cNvSpPr>
              <p:nvPr/>
            </p:nvSpPr>
            <p:spPr bwMode="auto">
              <a:xfrm>
                <a:off x="4752" y="2064"/>
                <a:ext cx="288" cy="27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57" name="Line 81">
                <a:extLst>
                  <a:ext uri="{FF2B5EF4-FFF2-40B4-BE49-F238E27FC236}">
                    <a16:creationId xmlns:a16="http://schemas.microsoft.com/office/drawing/2014/main" id="{3FCF2A50-E887-F4FB-7661-2A9777D9E9BF}"/>
                  </a:ext>
                </a:extLst>
              </p:cNvPr>
              <p:cNvSpPr>
                <a:spLocks noChangeShapeType="1"/>
              </p:cNvSpPr>
              <p:nvPr/>
            </p:nvSpPr>
            <p:spPr bwMode="auto">
              <a:xfrm flipH="1">
                <a:off x="4944" y="1920"/>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1558" name="Text Box 82">
                <a:extLst>
                  <a:ext uri="{FF2B5EF4-FFF2-40B4-BE49-F238E27FC236}">
                    <a16:creationId xmlns:a16="http://schemas.microsoft.com/office/drawing/2014/main" id="{C811FFDC-161D-4135-B857-048FC50D0BCD}"/>
                  </a:ext>
                </a:extLst>
              </p:cNvPr>
              <p:cNvSpPr txBox="1">
                <a:spLocks noChangeArrowheads="1"/>
              </p:cNvSpPr>
              <p:nvPr/>
            </p:nvSpPr>
            <p:spPr bwMode="auto">
              <a:xfrm>
                <a:off x="4704" y="2064"/>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15</a:t>
                </a:r>
              </a:p>
            </p:txBody>
          </p:sp>
        </p:grpSp>
        <p:sp>
          <p:nvSpPr>
            <p:cNvPr id="21554" name="Text Box 83">
              <a:extLst>
                <a:ext uri="{FF2B5EF4-FFF2-40B4-BE49-F238E27FC236}">
                  <a16:creationId xmlns:a16="http://schemas.microsoft.com/office/drawing/2014/main" id="{75812A70-4A3E-CDDA-E68D-C4E05FAF8A1D}"/>
                </a:ext>
              </a:extLst>
            </p:cNvPr>
            <p:cNvSpPr txBox="1">
              <a:spLocks noChangeArrowheads="1"/>
            </p:cNvSpPr>
            <p:nvPr/>
          </p:nvSpPr>
          <p:spPr bwMode="auto">
            <a:xfrm>
              <a:off x="3744" y="196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13</a:t>
              </a:r>
            </a:p>
          </p:txBody>
        </p:sp>
      </p:grpSp>
      <p:grpSp>
        <p:nvGrpSpPr>
          <p:cNvPr id="344148" name="Group 84">
            <a:extLst>
              <a:ext uri="{FF2B5EF4-FFF2-40B4-BE49-F238E27FC236}">
                <a16:creationId xmlns:a16="http://schemas.microsoft.com/office/drawing/2014/main" id="{1585ED5A-5862-9E09-421E-03F7D3A625D9}"/>
              </a:ext>
            </a:extLst>
          </p:cNvPr>
          <p:cNvGrpSpPr>
            <a:grpSpLocks/>
          </p:cNvGrpSpPr>
          <p:nvPr/>
        </p:nvGrpSpPr>
        <p:grpSpPr bwMode="auto">
          <a:xfrm>
            <a:off x="6400800" y="3900488"/>
            <a:ext cx="4191000" cy="2576512"/>
            <a:chOff x="384" y="2160"/>
            <a:chExt cx="2640" cy="1623"/>
          </a:xfrm>
        </p:grpSpPr>
        <p:grpSp>
          <p:nvGrpSpPr>
            <p:cNvPr id="21512" name="Group 85">
              <a:extLst>
                <a:ext uri="{FF2B5EF4-FFF2-40B4-BE49-F238E27FC236}">
                  <a16:creationId xmlns:a16="http://schemas.microsoft.com/office/drawing/2014/main" id="{6897B641-0834-C5B1-7ACD-CF41E4F379FC}"/>
                </a:ext>
              </a:extLst>
            </p:cNvPr>
            <p:cNvGrpSpPr>
              <a:grpSpLocks/>
            </p:cNvGrpSpPr>
            <p:nvPr/>
          </p:nvGrpSpPr>
          <p:grpSpPr bwMode="auto">
            <a:xfrm>
              <a:off x="384" y="2160"/>
              <a:ext cx="2640" cy="1618"/>
              <a:chOff x="864" y="2112"/>
              <a:chExt cx="2640" cy="1618"/>
            </a:xfrm>
          </p:grpSpPr>
          <p:sp>
            <p:nvSpPr>
              <p:cNvPr id="21514" name="Line 86">
                <a:extLst>
                  <a:ext uri="{FF2B5EF4-FFF2-40B4-BE49-F238E27FC236}">
                    <a16:creationId xmlns:a16="http://schemas.microsoft.com/office/drawing/2014/main" id="{A418F8F1-6DAA-6C2F-C1C1-41ECEEC838DC}"/>
                  </a:ext>
                </a:extLst>
              </p:cNvPr>
              <p:cNvSpPr>
                <a:spLocks noChangeShapeType="1"/>
              </p:cNvSpPr>
              <p:nvPr/>
            </p:nvSpPr>
            <p:spPr bwMode="auto">
              <a:xfrm flipH="1">
                <a:off x="2208" y="2832"/>
                <a:ext cx="4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1515" name="Group 87">
                <a:extLst>
                  <a:ext uri="{FF2B5EF4-FFF2-40B4-BE49-F238E27FC236}">
                    <a16:creationId xmlns:a16="http://schemas.microsoft.com/office/drawing/2014/main" id="{06756B9A-35FF-90AA-8CB4-4AE0BDE660FA}"/>
                  </a:ext>
                </a:extLst>
              </p:cNvPr>
              <p:cNvGrpSpPr>
                <a:grpSpLocks/>
              </p:cNvGrpSpPr>
              <p:nvPr/>
            </p:nvGrpSpPr>
            <p:grpSpPr bwMode="auto">
              <a:xfrm>
                <a:off x="864" y="2112"/>
                <a:ext cx="2640" cy="1618"/>
                <a:chOff x="864" y="2112"/>
                <a:chExt cx="2640" cy="1618"/>
              </a:xfrm>
            </p:grpSpPr>
            <p:grpSp>
              <p:nvGrpSpPr>
                <p:cNvPr id="21516" name="Group 88">
                  <a:extLst>
                    <a:ext uri="{FF2B5EF4-FFF2-40B4-BE49-F238E27FC236}">
                      <a16:creationId xmlns:a16="http://schemas.microsoft.com/office/drawing/2014/main" id="{86B4A80F-5ACE-095A-E865-ED36DCBC9C3C}"/>
                    </a:ext>
                  </a:extLst>
                </p:cNvPr>
                <p:cNvGrpSpPr>
                  <a:grpSpLocks/>
                </p:cNvGrpSpPr>
                <p:nvPr/>
              </p:nvGrpSpPr>
              <p:grpSpPr bwMode="auto">
                <a:xfrm>
                  <a:off x="864" y="2112"/>
                  <a:ext cx="2112" cy="1234"/>
                  <a:chOff x="0" y="1632"/>
                  <a:chExt cx="2112" cy="1234"/>
                </a:xfrm>
              </p:grpSpPr>
              <p:grpSp>
                <p:nvGrpSpPr>
                  <p:cNvPr id="21527" name="Group 89">
                    <a:extLst>
                      <a:ext uri="{FF2B5EF4-FFF2-40B4-BE49-F238E27FC236}">
                        <a16:creationId xmlns:a16="http://schemas.microsoft.com/office/drawing/2014/main" id="{559E9E5E-AF63-DF93-FADA-CEB5595D620A}"/>
                      </a:ext>
                    </a:extLst>
                  </p:cNvPr>
                  <p:cNvGrpSpPr>
                    <a:grpSpLocks/>
                  </p:cNvGrpSpPr>
                  <p:nvPr/>
                </p:nvGrpSpPr>
                <p:grpSpPr bwMode="auto">
                  <a:xfrm>
                    <a:off x="288" y="1632"/>
                    <a:ext cx="1824" cy="1104"/>
                    <a:chOff x="240" y="2880"/>
                    <a:chExt cx="2160" cy="1440"/>
                  </a:xfrm>
                </p:grpSpPr>
                <p:grpSp>
                  <p:nvGrpSpPr>
                    <p:cNvPr id="21537" name="Group 90">
                      <a:extLst>
                        <a:ext uri="{FF2B5EF4-FFF2-40B4-BE49-F238E27FC236}">
                          <a16:creationId xmlns:a16="http://schemas.microsoft.com/office/drawing/2014/main" id="{C6014149-F2D6-DC3B-3A21-D822A4AD2DAB}"/>
                        </a:ext>
                      </a:extLst>
                    </p:cNvPr>
                    <p:cNvGrpSpPr>
                      <a:grpSpLocks/>
                    </p:cNvGrpSpPr>
                    <p:nvPr/>
                  </p:nvGrpSpPr>
                  <p:grpSpPr bwMode="auto">
                    <a:xfrm>
                      <a:off x="240" y="2880"/>
                      <a:ext cx="1489" cy="1028"/>
                      <a:chOff x="3840" y="1632"/>
                      <a:chExt cx="1489" cy="1028"/>
                    </a:xfrm>
                  </p:grpSpPr>
                  <p:grpSp>
                    <p:nvGrpSpPr>
                      <p:cNvPr id="21543" name="Group 91">
                        <a:extLst>
                          <a:ext uri="{FF2B5EF4-FFF2-40B4-BE49-F238E27FC236}">
                            <a16:creationId xmlns:a16="http://schemas.microsoft.com/office/drawing/2014/main" id="{9AFD8669-7C71-4D36-321E-C1BA2F9EC7A1}"/>
                          </a:ext>
                        </a:extLst>
                      </p:cNvPr>
                      <p:cNvGrpSpPr>
                        <a:grpSpLocks/>
                      </p:cNvGrpSpPr>
                      <p:nvPr/>
                    </p:nvGrpSpPr>
                    <p:grpSpPr bwMode="auto">
                      <a:xfrm>
                        <a:off x="3840" y="1632"/>
                        <a:ext cx="1391" cy="971"/>
                        <a:chOff x="288" y="1045"/>
                        <a:chExt cx="1391" cy="971"/>
                      </a:xfrm>
                    </p:grpSpPr>
                    <p:sp>
                      <p:nvSpPr>
                        <p:cNvPr id="21548" name="Oval 92">
                          <a:extLst>
                            <a:ext uri="{FF2B5EF4-FFF2-40B4-BE49-F238E27FC236}">
                              <a16:creationId xmlns:a16="http://schemas.microsoft.com/office/drawing/2014/main" id="{6B682AE8-8586-D7B9-57B2-0DDF92CF9625}"/>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49" name="Oval 93">
                          <a:extLst>
                            <a:ext uri="{FF2B5EF4-FFF2-40B4-BE49-F238E27FC236}">
                              <a16:creationId xmlns:a16="http://schemas.microsoft.com/office/drawing/2014/main" id="{F5C9CF03-FC35-85C8-8F21-0F5657D66DB5}"/>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50" name="Line 94">
                          <a:extLst>
                            <a:ext uri="{FF2B5EF4-FFF2-40B4-BE49-F238E27FC236}">
                              <a16:creationId xmlns:a16="http://schemas.microsoft.com/office/drawing/2014/main" id="{C09E8432-E74F-1904-D74C-464D1E0708CF}"/>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1551" name="Text Box 95">
                          <a:extLst>
                            <a:ext uri="{FF2B5EF4-FFF2-40B4-BE49-F238E27FC236}">
                              <a16:creationId xmlns:a16="http://schemas.microsoft.com/office/drawing/2014/main" id="{D31FD33C-7F56-8C61-0F9A-E0A56DB9E59D}"/>
                            </a:ext>
                          </a:extLst>
                        </p:cNvPr>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sp>
                      <p:nvSpPr>
                        <p:cNvPr id="21552" name="Text Box 96">
                          <a:extLst>
                            <a:ext uri="{FF2B5EF4-FFF2-40B4-BE49-F238E27FC236}">
                              <a16:creationId xmlns:a16="http://schemas.microsoft.com/office/drawing/2014/main" id="{535512C5-9E26-80B8-EE22-5334E8796763}"/>
                            </a:ext>
                          </a:extLst>
                        </p:cNvPr>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grpSp>
                  <p:grpSp>
                    <p:nvGrpSpPr>
                      <p:cNvPr id="21544" name="Group 97">
                        <a:extLst>
                          <a:ext uri="{FF2B5EF4-FFF2-40B4-BE49-F238E27FC236}">
                            <a16:creationId xmlns:a16="http://schemas.microsoft.com/office/drawing/2014/main" id="{BDA7968F-C8D4-384A-1D25-B194740F3DC8}"/>
                          </a:ext>
                        </a:extLst>
                      </p:cNvPr>
                      <p:cNvGrpSpPr>
                        <a:grpSpLocks/>
                      </p:cNvGrpSpPr>
                      <p:nvPr/>
                    </p:nvGrpSpPr>
                    <p:grpSpPr bwMode="auto">
                      <a:xfrm>
                        <a:off x="4656" y="2016"/>
                        <a:ext cx="673" cy="644"/>
                        <a:chOff x="4272" y="2016"/>
                        <a:chExt cx="913" cy="805"/>
                      </a:xfrm>
                    </p:grpSpPr>
                    <p:sp>
                      <p:nvSpPr>
                        <p:cNvPr id="21545" name="Oval 98">
                          <a:extLst>
                            <a:ext uri="{FF2B5EF4-FFF2-40B4-BE49-F238E27FC236}">
                              <a16:creationId xmlns:a16="http://schemas.microsoft.com/office/drawing/2014/main" id="{A0A7BC86-B8D8-5A00-A6E5-17F06E61A821}"/>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46" name="Text Box 99">
                          <a:extLst>
                            <a:ext uri="{FF2B5EF4-FFF2-40B4-BE49-F238E27FC236}">
                              <a16:creationId xmlns:a16="http://schemas.microsoft.com/office/drawing/2014/main" id="{29BC0BB4-AA27-AD30-0F41-24ADD62819F7}"/>
                            </a:ext>
                          </a:extLst>
                        </p:cNvPr>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6</a:t>
                          </a:r>
                        </a:p>
                      </p:txBody>
                    </p:sp>
                    <p:sp>
                      <p:nvSpPr>
                        <p:cNvPr id="21547" name="Line 100">
                          <a:extLst>
                            <a:ext uri="{FF2B5EF4-FFF2-40B4-BE49-F238E27FC236}">
                              <a16:creationId xmlns:a16="http://schemas.microsoft.com/office/drawing/2014/main" id="{36A55427-EE73-EDE3-E277-F48CD7261C13}"/>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21538" name="Group 101">
                      <a:extLst>
                        <a:ext uri="{FF2B5EF4-FFF2-40B4-BE49-F238E27FC236}">
                          <a16:creationId xmlns:a16="http://schemas.microsoft.com/office/drawing/2014/main" id="{D89A4F10-03F8-6558-0A51-629D66077AE4}"/>
                        </a:ext>
                      </a:extLst>
                    </p:cNvPr>
                    <p:cNvGrpSpPr>
                      <a:grpSpLocks/>
                    </p:cNvGrpSpPr>
                    <p:nvPr/>
                  </p:nvGrpSpPr>
                  <p:grpSpPr bwMode="auto">
                    <a:xfrm>
                      <a:off x="1680" y="3809"/>
                      <a:ext cx="720" cy="511"/>
                      <a:chOff x="1056" y="1454"/>
                      <a:chExt cx="720" cy="511"/>
                    </a:xfrm>
                  </p:grpSpPr>
                  <p:sp>
                    <p:nvSpPr>
                      <p:cNvPr id="21539" name="Line 102">
                        <a:extLst>
                          <a:ext uri="{FF2B5EF4-FFF2-40B4-BE49-F238E27FC236}">
                            <a16:creationId xmlns:a16="http://schemas.microsoft.com/office/drawing/2014/main" id="{B98C4094-44C8-76E8-FFAE-63BF4797BC9D}"/>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1540" name="Group 103">
                        <a:extLst>
                          <a:ext uri="{FF2B5EF4-FFF2-40B4-BE49-F238E27FC236}">
                            <a16:creationId xmlns:a16="http://schemas.microsoft.com/office/drawing/2014/main" id="{C53C8BD0-901C-4C0C-4F78-8BCA552B310D}"/>
                          </a:ext>
                        </a:extLst>
                      </p:cNvPr>
                      <p:cNvGrpSpPr>
                        <a:grpSpLocks/>
                      </p:cNvGrpSpPr>
                      <p:nvPr/>
                    </p:nvGrpSpPr>
                    <p:grpSpPr bwMode="auto">
                      <a:xfrm>
                        <a:off x="1152" y="1556"/>
                        <a:ext cx="624" cy="409"/>
                        <a:chOff x="1152" y="1556"/>
                        <a:chExt cx="624" cy="409"/>
                      </a:xfrm>
                    </p:grpSpPr>
                    <p:sp>
                      <p:nvSpPr>
                        <p:cNvPr id="21541" name="Oval 104">
                          <a:extLst>
                            <a:ext uri="{FF2B5EF4-FFF2-40B4-BE49-F238E27FC236}">
                              <a16:creationId xmlns:a16="http://schemas.microsoft.com/office/drawing/2014/main" id="{5DFFE23E-7CA5-6E2B-CFAA-BEFFC5A886BB}"/>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42" name="Text Box 105">
                          <a:extLst>
                            <a:ext uri="{FF2B5EF4-FFF2-40B4-BE49-F238E27FC236}">
                              <a16:creationId xmlns:a16="http://schemas.microsoft.com/office/drawing/2014/main" id="{E7641BDE-0813-E0CF-91DE-C82E6E7F9E1A}"/>
                            </a:ext>
                          </a:extLst>
                        </p:cNvPr>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15</a:t>
                          </a:r>
                        </a:p>
                      </p:txBody>
                    </p:sp>
                  </p:grpSp>
                </p:grpSp>
              </p:grpSp>
              <p:grpSp>
                <p:nvGrpSpPr>
                  <p:cNvPr id="21528" name="Group 106">
                    <a:extLst>
                      <a:ext uri="{FF2B5EF4-FFF2-40B4-BE49-F238E27FC236}">
                        <a16:creationId xmlns:a16="http://schemas.microsoft.com/office/drawing/2014/main" id="{0BFBAC46-ABA0-8C0B-D909-3D8016B49A4E}"/>
                      </a:ext>
                    </a:extLst>
                  </p:cNvPr>
                  <p:cNvGrpSpPr>
                    <a:grpSpLocks/>
                  </p:cNvGrpSpPr>
                  <p:nvPr/>
                </p:nvGrpSpPr>
                <p:grpSpPr bwMode="auto">
                  <a:xfrm>
                    <a:off x="0" y="2352"/>
                    <a:ext cx="432" cy="514"/>
                    <a:chOff x="0" y="3758"/>
                    <a:chExt cx="672" cy="562"/>
                  </a:xfrm>
                </p:grpSpPr>
                <p:sp>
                  <p:nvSpPr>
                    <p:cNvPr id="21534" name="Oval 107">
                      <a:extLst>
                        <a:ext uri="{FF2B5EF4-FFF2-40B4-BE49-F238E27FC236}">
                          <a16:creationId xmlns:a16="http://schemas.microsoft.com/office/drawing/2014/main" id="{0F8C1B40-B030-48B8-B97B-56930D01859E}"/>
                        </a:ext>
                      </a:extLst>
                    </p:cNvPr>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35" name="Line 108">
                      <a:extLst>
                        <a:ext uri="{FF2B5EF4-FFF2-40B4-BE49-F238E27FC236}">
                          <a16:creationId xmlns:a16="http://schemas.microsoft.com/office/drawing/2014/main" id="{8D4FA1D2-B0F4-5BB3-FBD8-20A08668795B}"/>
                        </a:ext>
                      </a:extLst>
                    </p:cNvPr>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1536" name="Text Box 109">
                      <a:extLst>
                        <a:ext uri="{FF2B5EF4-FFF2-40B4-BE49-F238E27FC236}">
                          <a16:creationId xmlns:a16="http://schemas.microsoft.com/office/drawing/2014/main" id="{D3AEBFE8-A970-FD3A-C26C-64F78801AC15}"/>
                        </a:ext>
                      </a:extLst>
                    </p:cNvPr>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21529" name="Group 110">
                    <a:extLst>
                      <a:ext uri="{FF2B5EF4-FFF2-40B4-BE49-F238E27FC236}">
                        <a16:creationId xmlns:a16="http://schemas.microsoft.com/office/drawing/2014/main" id="{C4C7DD56-16C1-53EA-00F1-C04C63D16754}"/>
                      </a:ext>
                    </a:extLst>
                  </p:cNvPr>
                  <p:cNvGrpSpPr>
                    <a:grpSpLocks/>
                  </p:cNvGrpSpPr>
                  <p:nvPr/>
                </p:nvGrpSpPr>
                <p:grpSpPr bwMode="auto">
                  <a:xfrm>
                    <a:off x="576" y="2352"/>
                    <a:ext cx="720" cy="511"/>
                    <a:chOff x="1056" y="1454"/>
                    <a:chExt cx="720" cy="511"/>
                  </a:xfrm>
                </p:grpSpPr>
                <p:sp>
                  <p:nvSpPr>
                    <p:cNvPr id="21530" name="Line 111">
                      <a:extLst>
                        <a:ext uri="{FF2B5EF4-FFF2-40B4-BE49-F238E27FC236}">
                          <a16:creationId xmlns:a16="http://schemas.microsoft.com/office/drawing/2014/main" id="{0491BC1C-36C9-6704-BBB5-3E3FD189B440}"/>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1531" name="Group 112">
                      <a:extLst>
                        <a:ext uri="{FF2B5EF4-FFF2-40B4-BE49-F238E27FC236}">
                          <a16:creationId xmlns:a16="http://schemas.microsoft.com/office/drawing/2014/main" id="{1C86B34B-7D26-73AD-C2CD-995102A334C1}"/>
                        </a:ext>
                      </a:extLst>
                    </p:cNvPr>
                    <p:cNvGrpSpPr>
                      <a:grpSpLocks/>
                    </p:cNvGrpSpPr>
                    <p:nvPr/>
                  </p:nvGrpSpPr>
                  <p:grpSpPr bwMode="auto">
                    <a:xfrm>
                      <a:off x="1152" y="1556"/>
                      <a:ext cx="624" cy="409"/>
                      <a:chOff x="1152" y="1556"/>
                      <a:chExt cx="624" cy="409"/>
                    </a:xfrm>
                  </p:grpSpPr>
                  <p:sp>
                    <p:nvSpPr>
                      <p:cNvPr id="21532" name="Oval 113">
                        <a:extLst>
                          <a:ext uri="{FF2B5EF4-FFF2-40B4-BE49-F238E27FC236}">
                            <a16:creationId xmlns:a16="http://schemas.microsoft.com/office/drawing/2014/main" id="{5CEFDCE8-F4AD-1955-EDCE-8F2868F63E9B}"/>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33" name="Text Box 114">
                        <a:extLst>
                          <a:ext uri="{FF2B5EF4-FFF2-40B4-BE49-F238E27FC236}">
                            <a16:creationId xmlns:a16="http://schemas.microsoft.com/office/drawing/2014/main" id="{67C5EE5E-6425-B6B9-3C39-858885078773}"/>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grpSp>
              </p:grpSp>
            </p:grpSp>
            <p:sp>
              <p:nvSpPr>
                <p:cNvPr id="21517" name="Oval 115">
                  <a:extLst>
                    <a:ext uri="{FF2B5EF4-FFF2-40B4-BE49-F238E27FC236}">
                      <a16:creationId xmlns:a16="http://schemas.microsoft.com/office/drawing/2014/main" id="{F2787161-9A13-5797-F6EB-34F9D4AD4C1B}"/>
                    </a:ext>
                  </a:extLst>
                </p:cNvPr>
                <p:cNvSpPr>
                  <a:spLocks noChangeArrowheads="1"/>
                </p:cNvSpPr>
                <p:nvPr/>
              </p:nvSpPr>
              <p:spPr bwMode="auto">
                <a:xfrm>
                  <a:off x="2064" y="3072"/>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18" name="Text Box 116">
                  <a:extLst>
                    <a:ext uri="{FF2B5EF4-FFF2-40B4-BE49-F238E27FC236}">
                      <a16:creationId xmlns:a16="http://schemas.microsoft.com/office/drawing/2014/main" id="{7BC7DDA8-9D86-EA12-77E2-C1D67487FC29}"/>
                    </a:ext>
                  </a:extLst>
                </p:cNvPr>
                <p:cNvSpPr txBox="1">
                  <a:spLocks noChangeArrowheads="1"/>
                </p:cNvSpPr>
                <p:nvPr/>
              </p:nvSpPr>
              <p:spPr bwMode="auto">
                <a:xfrm>
                  <a:off x="2112" y="307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5</a:t>
                  </a:r>
                </a:p>
              </p:txBody>
            </p:sp>
            <p:grpSp>
              <p:nvGrpSpPr>
                <p:cNvPr id="21519" name="Group 117">
                  <a:extLst>
                    <a:ext uri="{FF2B5EF4-FFF2-40B4-BE49-F238E27FC236}">
                      <a16:creationId xmlns:a16="http://schemas.microsoft.com/office/drawing/2014/main" id="{DEFA421F-CE39-47B8-0E59-67B796CC6A6F}"/>
                    </a:ext>
                  </a:extLst>
                </p:cNvPr>
                <p:cNvGrpSpPr>
                  <a:grpSpLocks/>
                </p:cNvGrpSpPr>
                <p:nvPr/>
              </p:nvGrpSpPr>
              <p:grpSpPr bwMode="auto">
                <a:xfrm>
                  <a:off x="2784" y="3120"/>
                  <a:ext cx="720" cy="511"/>
                  <a:chOff x="1056" y="1454"/>
                  <a:chExt cx="720" cy="511"/>
                </a:xfrm>
              </p:grpSpPr>
              <p:sp>
                <p:nvSpPr>
                  <p:cNvPr id="21523" name="Line 118">
                    <a:extLst>
                      <a:ext uri="{FF2B5EF4-FFF2-40B4-BE49-F238E27FC236}">
                        <a16:creationId xmlns:a16="http://schemas.microsoft.com/office/drawing/2014/main" id="{8C416D8C-8E3D-E767-A888-62C7320F5A10}"/>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1524" name="Group 119">
                    <a:extLst>
                      <a:ext uri="{FF2B5EF4-FFF2-40B4-BE49-F238E27FC236}">
                        <a16:creationId xmlns:a16="http://schemas.microsoft.com/office/drawing/2014/main" id="{6F927A78-0575-6B95-95FA-5986C6683A8C}"/>
                      </a:ext>
                    </a:extLst>
                  </p:cNvPr>
                  <p:cNvGrpSpPr>
                    <a:grpSpLocks/>
                  </p:cNvGrpSpPr>
                  <p:nvPr/>
                </p:nvGrpSpPr>
                <p:grpSpPr bwMode="auto">
                  <a:xfrm>
                    <a:off x="1152" y="1556"/>
                    <a:ext cx="624" cy="409"/>
                    <a:chOff x="1152" y="1556"/>
                    <a:chExt cx="624" cy="409"/>
                  </a:xfrm>
                </p:grpSpPr>
                <p:sp>
                  <p:nvSpPr>
                    <p:cNvPr id="21525" name="Oval 120">
                      <a:extLst>
                        <a:ext uri="{FF2B5EF4-FFF2-40B4-BE49-F238E27FC236}">
                          <a16:creationId xmlns:a16="http://schemas.microsoft.com/office/drawing/2014/main" id="{CF9B66A8-A9CD-8CD2-CF3A-5C8A724A4AB0}"/>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26" name="Text Box 121">
                      <a:extLst>
                        <a:ext uri="{FF2B5EF4-FFF2-40B4-BE49-F238E27FC236}">
                          <a16:creationId xmlns:a16="http://schemas.microsoft.com/office/drawing/2014/main" id="{6B8BBDE0-3BD5-4C25-2D2C-8B14AF258C93}"/>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16</a:t>
                      </a:r>
                    </a:p>
                  </p:txBody>
                </p:sp>
              </p:grpSp>
            </p:grpSp>
            <p:sp>
              <p:nvSpPr>
                <p:cNvPr id="21520" name="Oval 122">
                  <a:extLst>
                    <a:ext uri="{FF2B5EF4-FFF2-40B4-BE49-F238E27FC236}">
                      <a16:creationId xmlns:a16="http://schemas.microsoft.com/office/drawing/2014/main" id="{58ECCB41-07BD-6361-F66D-0BDE3DBFC88A}"/>
                    </a:ext>
                  </a:extLst>
                </p:cNvPr>
                <p:cNvSpPr>
                  <a:spLocks noChangeArrowheads="1"/>
                </p:cNvSpPr>
                <p:nvPr/>
              </p:nvSpPr>
              <p:spPr bwMode="auto">
                <a:xfrm>
                  <a:off x="2400" y="3456"/>
                  <a:ext cx="288" cy="27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1521" name="Text Box 123">
                  <a:extLst>
                    <a:ext uri="{FF2B5EF4-FFF2-40B4-BE49-F238E27FC236}">
                      <a16:creationId xmlns:a16="http://schemas.microsoft.com/office/drawing/2014/main" id="{57099B5C-9E08-9BF7-05DE-9A07141BAC1A}"/>
                    </a:ext>
                  </a:extLst>
                </p:cNvPr>
                <p:cNvSpPr txBox="1">
                  <a:spLocks noChangeArrowheads="1"/>
                </p:cNvSpPr>
                <p:nvPr/>
              </p:nvSpPr>
              <p:spPr bwMode="auto">
                <a:xfrm>
                  <a:off x="2448" y="3456"/>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7</a:t>
                  </a:r>
                </a:p>
              </p:txBody>
            </p:sp>
            <p:sp>
              <p:nvSpPr>
                <p:cNvPr id="21522" name="Line 124">
                  <a:extLst>
                    <a:ext uri="{FF2B5EF4-FFF2-40B4-BE49-F238E27FC236}">
                      <a16:creationId xmlns:a16="http://schemas.microsoft.com/office/drawing/2014/main" id="{285F1DDA-51C6-93D3-F049-78B437D8D9FF}"/>
                    </a:ext>
                  </a:extLst>
                </p:cNvPr>
                <p:cNvSpPr>
                  <a:spLocks noChangeShapeType="1"/>
                </p:cNvSpPr>
                <p:nvPr/>
              </p:nvSpPr>
              <p:spPr bwMode="auto">
                <a:xfrm flipH="1">
                  <a:off x="2544" y="3216"/>
                  <a:ext cx="4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sp>
          <p:nvSpPr>
            <p:cNvPr id="21513" name="Text Box 125">
              <a:extLst>
                <a:ext uri="{FF2B5EF4-FFF2-40B4-BE49-F238E27FC236}">
                  <a16:creationId xmlns:a16="http://schemas.microsoft.com/office/drawing/2014/main" id="{0661AB1E-583F-16A4-4F79-13FC1B24668E}"/>
                </a:ext>
              </a:extLst>
            </p:cNvPr>
            <p:cNvSpPr txBox="1">
              <a:spLocks noChangeArrowheads="1"/>
            </p:cNvSpPr>
            <p:nvPr/>
          </p:nvSpPr>
          <p:spPr bwMode="auto">
            <a:xfrm>
              <a:off x="1008" y="355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14</a:t>
              </a:r>
            </a:p>
          </p:txBody>
        </p:sp>
      </p:grpSp>
      <p:sp>
        <p:nvSpPr>
          <p:cNvPr id="21509" name="Line 126">
            <a:extLst>
              <a:ext uri="{FF2B5EF4-FFF2-40B4-BE49-F238E27FC236}">
                <a16:creationId xmlns:a16="http://schemas.microsoft.com/office/drawing/2014/main" id="{685BBD09-992E-37EC-D443-07EA9D454F1B}"/>
              </a:ext>
            </a:extLst>
          </p:cNvPr>
          <p:cNvSpPr>
            <a:spLocks noChangeShapeType="1"/>
          </p:cNvSpPr>
          <p:nvPr/>
        </p:nvSpPr>
        <p:spPr bwMode="auto">
          <a:xfrm>
            <a:off x="5332413" y="4343400"/>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1510" name="Text Box 127">
            <a:extLst>
              <a:ext uri="{FF2B5EF4-FFF2-40B4-BE49-F238E27FC236}">
                <a16:creationId xmlns:a16="http://schemas.microsoft.com/office/drawing/2014/main" id="{9D132A60-B41E-C4EF-88CD-E50AA940CC60}"/>
              </a:ext>
            </a:extLst>
          </p:cNvPr>
          <p:cNvSpPr txBox="1">
            <a:spLocks noChangeArrowheads="1"/>
          </p:cNvSpPr>
          <p:nvPr/>
        </p:nvSpPr>
        <p:spPr bwMode="auto">
          <a:xfrm>
            <a:off x="4799014" y="3810001"/>
            <a:ext cx="1906587"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000">
                <a:solidFill>
                  <a:srgbClr val="FF0000"/>
                </a:solidFill>
              </a:rPr>
              <a:t>Double rotation</a:t>
            </a:r>
          </a:p>
        </p:txBody>
      </p:sp>
      <p:sp>
        <p:nvSpPr>
          <p:cNvPr id="21511" name="Oval 128">
            <a:extLst>
              <a:ext uri="{FF2B5EF4-FFF2-40B4-BE49-F238E27FC236}">
                <a16:creationId xmlns:a16="http://schemas.microsoft.com/office/drawing/2014/main" id="{5D55C3A8-40EF-BA62-2E30-C0B7700D6346}"/>
              </a:ext>
            </a:extLst>
          </p:cNvPr>
          <p:cNvSpPr>
            <a:spLocks noChangeArrowheads="1"/>
          </p:cNvSpPr>
          <p:nvPr/>
        </p:nvSpPr>
        <p:spPr bwMode="auto">
          <a:xfrm>
            <a:off x="4343400" y="4822825"/>
            <a:ext cx="533400" cy="4572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41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44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5090" name="Group 2">
            <a:extLst>
              <a:ext uri="{FF2B5EF4-FFF2-40B4-BE49-F238E27FC236}">
                <a16:creationId xmlns:a16="http://schemas.microsoft.com/office/drawing/2014/main" id="{D4D99E5B-D9DC-F720-1640-195CDB3C0D61}"/>
              </a:ext>
            </a:extLst>
          </p:cNvPr>
          <p:cNvGrpSpPr>
            <a:grpSpLocks/>
          </p:cNvGrpSpPr>
          <p:nvPr/>
        </p:nvGrpSpPr>
        <p:grpSpPr bwMode="auto">
          <a:xfrm>
            <a:off x="6477000" y="1474788"/>
            <a:ext cx="4191000" cy="3262312"/>
            <a:chOff x="3120" y="192"/>
            <a:chExt cx="2640" cy="2055"/>
          </a:xfrm>
        </p:grpSpPr>
        <p:grpSp>
          <p:nvGrpSpPr>
            <p:cNvPr id="22582" name="Group 3">
              <a:extLst>
                <a:ext uri="{FF2B5EF4-FFF2-40B4-BE49-F238E27FC236}">
                  <a16:creationId xmlns:a16="http://schemas.microsoft.com/office/drawing/2014/main" id="{9D89AB30-EE88-ED74-0CF2-6A56A456B15A}"/>
                </a:ext>
              </a:extLst>
            </p:cNvPr>
            <p:cNvGrpSpPr>
              <a:grpSpLocks/>
            </p:cNvGrpSpPr>
            <p:nvPr/>
          </p:nvGrpSpPr>
          <p:grpSpPr bwMode="auto">
            <a:xfrm>
              <a:off x="3120" y="192"/>
              <a:ext cx="2640" cy="1810"/>
              <a:chOff x="3120" y="192"/>
              <a:chExt cx="2640" cy="1810"/>
            </a:xfrm>
          </p:grpSpPr>
          <p:sp>
            <p:nvSpPr>
              <p:cNvPr id="22584" name="Oval 4">
                <a:extLst>
                  <a:ext uri="{FF2B5EF4-FFF2-40B4-BE49-F238E27FC236}">
                    <a16:creationId xmlns:a16="http://schemas.microsoft.com/office/drawing/2014/main" id="{DB2D9C14-DFA2-7EFD-6D34-D998EF5A84D4}"/>
                  </a:ext>
                </a:extLst>
              </p:cNvPr>
              <p:cNvSpPr>
                <a:spLocks noChangeArrowheads="1"/>
              </p:cNvSpPr>
              <p:nvPr/>
            </p:nvSpPr>
            <p:spPr bwMode="auto">
              <a:xfrm>
                <a:off x="5040" y="1584"/>
                <a:ext cx="288" cy="27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grpSp>
            <p:nvGrpSpPr>
              <p:cNvPr id="22585" name="Group 5">
                <a:extLst>
                  <a:ext uri="{FF2B5EF4-FFF2-40B4-BE49-F238E27FC236}">
                    <a16:creationId xmlns:a16="http://schemas.microsoft.com/office/drawing/2014/main" id="{22A47BE7-BEE4-838B-6DF0-56FED6CAC0E9}"/>
                  </a:ext>
                </a:extLst>
              </p:cNvPr>
              <p:cNvGrpSpPr>
                <a:grpSpLocks/>
              </p:cNvGrpSpPr>
              <p:nvPr/>
            </p:nvGrpSpPr>
            <p:grpSpPr bwMode="auto">
              <a:xfrm>
                <a:off x="3120" y="192"/>
                <a:ext cx="2640" cy="1810"/>
                <a:chOff x="3120" y="192"/>
                <a:chExt cx="2640" cy="1810"/>
              </a:xfrm>
            </p:grpSpPr>
            <p:grpSp>
              <p:nvGrpSpPr>
                <p:cNvPr id="22586" name="Group 6">
                  <a:extLst>
                    <a:ext uri="{FF2B5EF4-FFF2-40B4-BE49-F238E27FC236}">
                      <a16:creationId xmlns:a16="http://schemas.microsoft.com/office/drawing/2014/main" id="{E12D284F-C58E-CC82-68D5-30B1265F0119}"/>
                    </a:ext>
                  </a:extLst>
                </p:cNvPr>
                <p:cNvGrpSpPr>
                  <a:grpSpLocks/>
                </p:cNvGrpSpPr>
                <p:nvPr/>
              </p:nvGrpSpPr>
              <p:grpSpPr bwMode="auto">
                <a:xfrm>
                  <a:off x="3840" y="1440"/>
                  <a:ext cx="672" cy="562"/>
                  <a:chOff x="0" y="3758"/>
                  <a:chExt cx="672" cy="562"/>
                </a:xfrm>
              </p:grpSpPr>
              <p:sp>
                <p:nvSpPr>
                  <p:cNvPr id="22624" name="Oval 7">
                    <a:extLst>
                      <a:ext uri="{FF2B5EF4-FFF2-40B4-BE49-F238E27FC236}">
                        <a16:creationId xmlns:a16="http://schemas.microsoft.com/office/drawing/2014/main" id="{6BB94030-1FCF-9646-301A-F32CF8968A5E}"/>
                      </a:ext>
                    </a:extLst>
                  </p:cNvPr>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625" name="Line 8">
                    <a:extLst>
                      <a:ext uri="{FF2B5EF4-FFF2-40B4-BE49-F238E27FC236}">
                        <a16:creationId xmlns:a16="http://schemas.microsoft.com/office/drawing/2014/main" id="{B57789E5-3210-44CF-F70D-35376A11801D}"/>
                      </a:ext>
                    </a:extLst>
                  </p:cNvPr>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2626" name="Text Box 9">
                    <a:extLst>
                      <a:ext uri="{FF2B5EF4-FFF2-40B4-BE49-F238E27FC236}">
                        <a16:creationId xmlns:a16="http://schemas.microsoft.com/office/drawing/2014/main" id="{AF18C9CC-A65C-9A25-0437-D83C7AA2884F}"/>
                      </a:ext>
                    </a:extLst>
                  </p:cNvPr>
                  <p:cNvSpPr txBox="1">
                    <a:spLocks noChangeArrowheads="1"/>
                  </p:cNvSpPr>
                  <p:nvPr/>
                </p:nvSpPr>
                <p:spPr bwMode="auto">
                  <a:xfrm>
                    <a:off x="96" y="396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5</a:t>
                    </a:r>
                  </a:p>
                </p:txBody>
              </p:sp>
            </p:grpSp>
            <p:grpSp>
              <p:nvGrpSpPr>
                <p:cNvPr id="22587" name="Group 10">
                  <a:extLst>
                    <a:ext uri="{FF2B5EF4-FFF2-40B4-BE49-F238E27FC236}">
                      <a16:creationId xmlns:a16="http://schemas.microsoft.com/office/drawing/2014/main" id="{1DB0E7A9-7571-A8E5-7F44-AD2A26A22E9B}"/>
                    </a:ext>
                  </a:extLst>
                </p:cNvPr>
                <p:cNvGrpSpPr>
                  <a:grpSpLocks/>
                </p:cNvGrpSpPr>
                <p:nvPr/>
              </p:nvGrpSpPr>
              <p:grpSpPr bwMode="auto">
                <a:xfrm>
                  <a:off x="3120" y="192"/>
                  <a:ext cx="2640" cy="1625"/>
                  <a:chOff x="3120" y="192"/>
                  <a:chExt cx="2640" cy="1625"/>
                </a:xfrm>
              </p:grpSpPr>
              <p:sp>
                <p:nvSpPr>
                  <p:cNvPr id="22588" name="Line 11">
                    <a:extLst>
                      <a:ext uri="{FF2B5EF4-FFF2-40B4-BE49-F238E27FC236}">
                        <a16:creationId xmlns:a16="http://schemas.microsoft.com/office/drawing/2014/main" id="{9F4931B7-BA3D-DD24-D57A-7C5A78FD0D44}"/>
                      </a:ext>
                    </a:extLst>
                  </p:cNvPr>
                  <p:cNvSpPr>
                    <a:spLocks noChangeShapeType="1"/>
                  </p:cNvSpPr>
                  <p:nvPr/>
                </p:nvSpPr>
                <p:spPr bwMode="auto">
                  <a:xfrm flipH="1">
                    <a:off x="4464" y="912"/>
                    <a:ext cx="4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2589" name="Group 12">
                    <a:extLst>
                      <a:ext uri="{FF2B5EF4-FFF2-40B4-BE49-F238E27FC236}">
                        <a16:creationId xmlns:a16="http://schemas.microsoft.com/office/drawing/2014/main" id="{1583DE0D-6A92-EF45-8F2A-7F104E9EBB28}"/>
                      </a:ext>
                    </a:extLst>
                  </p:cNvPr>
                  <p:cNvGrpSpPr>
                    <a:grpSpLocks/>
                  </p:cNvGrpSpPr>
                  <p:nvPr/>
                </p:nvGrpSpPr>
                <p:grpSpPr bwMode="auto">
                  <a:xfrm>
                    <a:off x="3120" y="192"/>
                    <a:ext cx="2112" cy="1234"/>
                    <a:chOff x="0" y="1632"/>
                    <a:chExt cx="2112" cy="1234"/>
                  </a:xfrm>
                </p:grpSpPr>
                <p:grpSp>
                  <p:nvGrpSpPr>
                    <p:cNvPr id="22598" name="Group 13">
                      <a:extLst>
                        <a:ext uri="{FF2B5EF4-FFF2-40B4-BE49-F238E27FC236}">
                          <a16:creationId xmlns:a16="http://schemas.microsoft.com/office/drawing/2014/main" id="{73DAD9A5-861F-467F-4896-107F635FACE9}"/>
                        </a:ext>
                      </a:extLst>
                    </p:cNvPr>
                    <p:cNvGrpSpPr>
                      <a:grpSpLocks/>
                    </p:cNvGrpSpPr>
                    <p:nvPr/>
                  </p:nvGrpSpPr>
                  <p:grpSpPr bwMode="auto">
                    <a:xfrm>
                      <a:off x="288" y="1632"/>
                      <a:ext cx="1824" cy="1104"/>
                      <a:chOff x="240" y="2880"/>
                      <a:chExt cx="2160" cy="1440"/>
                    </a:xfrm>
                  </p:grpSpPr>
                  <p:grpSp>
                    <p:nvGrpSpPr>
                      <p:cNvPr id="22608" name="Group 14">
                        <a:extLst>
                          <a:ext uri="{FF2B5EF4-FFF2-40B4-BE49-F238E27FC236}">
                            <a16:creationId xmlns:a16="http://schemas.microsoft.com/office/drawing/2014/main" id="{D3B2AB63-620E-88A7-CA2B-8D3C6753FE59}"/>
                          </a:ext>
                        </a:extLst>
                      </p:cNvPr>
                      <p:cNvGrpSpPr>
                        <a:grpSpLocks/>
                      </p:cNvGrpSpPr>
                      <p:nvPr/>
                    </p:nvGrpSpPr>
                    <p:grpSpPr bwMode="auto">
                      <a:xfrm>
                        <a:off x="240" y="2880"/>
                        <a:ext cx="1489" cy="971"/>
                        <a:chOff x="3840" y="1632"/>
                        <a:chExt cx="1489" cy="971"/>
                      </a:xfrm>
                    </p:grpSpPr>
                    <p:grpSp>
                      <p:nvGrpSpPr>
                        <p:cNvPr id="22614" name="Group 15">
                          <a:extLst>
                            <a:ext uri="{FF2B5EF4-FFF2-40B4-BE49-F238E27FC236}">
                              <a16:creationId xmlns:a16="http://schemas.microsoft.com/office/drawing/2014/main" id="{649B4545-7066-4721-936F-66D858094029}"/>
                            </a:ext>
                          </a:extLst>
                        </p:cNvPr>
                        <p:cNvGrpSpPr>
                          <a:grpSpLocks/>
                        </p:cNvGrpSpPr>
                        <p:nvPr/>
                      </p:nvGrpSpPr>
                      <p:grpSpPr bwMode="auto">
                        <a:xfrm>
                          <a:off x="3840" y="1632"/>
                          <a:ext cx="1391" cy="971"/>
                          <a:chOff x="288" y="1045"/>
                          <a:chExt cx="1391" cy="971"/>
                        </a:xfrm>
                      </p:grpSpPr>
                      <p:sp>
                        <p:nvSpPr>
                          <p:cNvPr id="22619" name="Oval 16">
                            <a:extLst>
                              <a:ext uri="{FF2B5EF4-FFF2-40B4-BE49-F238E27FC236}">
                                <a16:creationId xmlns:a16="http://schemas.microsoft.com/office/drawing/2014/main" id="{F33A420D-9E5F-8C3E-F51E-4C9198D7E92E}"/>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620" name="Oval 17">
                            <a:extLst>
                              <a:ext uri="{FF2B5EF4-FFF2-40B4-BE49-F238E27FC236}">
                                <a16:creationId xmlns:a16="http://schemas.microsoft.com/office/drawing/2014/main" id="{36916F0D-B2CC-B800-B73B-634DD8BC790D}"/>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621" name="Line 18">
                            <a:extLst>
                              <a:ext uri="{FF2B5EF4-FFF2-40B4-BE49-F238E27FC236}">
                                <a16:creationId xmlns:a16="http://schemas.microsoft.com/office/drawing/2014/main" id="{8390D458-3BA3-F6F0-14D6-29BD6B2C2C81}"/>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2622" name="Text Box 19">
                            <a:extLst>
                              <a:ext uri="{FF2B5EF4-FFF2-40B4-BE49-F238E27FC236}">
                                <a16:creationId xmlns:a16="http://schemas.microsoft.com/office/drawing/2014/main" id="{BBD9C5AC-2D6C-D349-5219-3E39E396A42F}"/>
                              </a:ext>
                            </a:extLst>
                          </p:cNvPr>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sp>
                        <p:nvSpPr>
                          <p:cNvPr id="22623" name="Text Box 20">
                            <a:extLst>
                              <a:ext uri="{FF2B5EF4-FFF2-40B4-BE49-F238E27FC236}">
                                <a16:creationId xmlns:a16="http://schemas.microsoft.com/office/drawing/2014/main" id="{5A701904-FB64-9850-A864-BC452B705A52}"/>
                              </a:ext>
                            </a:extLst>
                          </p:cNvPr>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grpSp>
                    <p:grpSp>
                      <p:nvGrpSpPr>
                        <p:cNvPr id="22615" name="Group 21">
                          <a:extLst>
                            <a:ext uri="{FF2B5EF4-FFF2-40B4-BE49-F238E27FC236}">
                              <a16:creationId xmlns:a16="http://schemas.microsoft.com/office/drawing/2014/main" id="{9913760F-EC8E-29EA-1C31-38E9303D962B}"/>
                            </a:ext>
                          </a:extLst>
                        </p:cNvPr>
                        <p:cNvGrpSpPr>
                          <a:grpSpLocks/>
                        </p:cNvGrpSpPr>
                        <p:nvPr/>
                      </p:nvGrpSpPr>
                      <p:grpSpPr bwMode="auto">
                        <a:xfrm>
                          <a:off x="4656" y="2016"/>
                          <a:ext cx="673" cy="576"/>
                          <a:chOff x="4272" y="2016"/>
                          <a:chExt cx="913" cy="720"/>
                        </a:xfrm>
                      </p:grpSpPr>
                      <p:sp>
                        <p:nvSpPr>
                          <p:cNvPr id="22616" name="Oval 22">
                            <a:extLst>
                              <a:ext uri="{FF2B5EF4-FFF2-40B4-BE49-F238E27FC236}">
                                <a16:creationId xmlns:a16="http://schemas.microsoft.com/office/drawing/2014/main" id="{EFB08330-61D8-6121-79E7-CF6F5D8D1CAF}"/>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617" name="Text Box 23">
                            <a:extLst>
                              <a:ext uri="{FF2B5EF4-FFF2-40B4-BE49-F238E27FC236}">
                                <a16:creationId xmlns:a16="http://schemas.microsoft.com/office/drawing/2014/main" id="{FAFCB08C-2ECC-F574-95C3-FDB9190F48B9}"/>
                              </a:ext>
                            </a:extLst>
                          </p:cNvPr>
                          <p:cNvSpPr txBox="1">
                            <a:spLocks noChangeArrowheads="1"/>
                          </p:cNvSpPr>
                          <p:nvPr/>
                        </p:nvSpPr>
                        <p:spPr bwMode="auto">
                          <a:xfrm>
                            <a:off x="4703" y="2351"/>
                            <a:ext cx="4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7</a:t>
                            </a:r>
                          </a:p>
                        </p:txBody>
                      </p:sp>
                      <p:sp>
                        <p:nvSpPr>
                          <p:cNvPr id="22618" name="Line 24">
                            <a:extLst>
                              <a:ext uri="{FF2B5EF4-FFF2-40B4-BE49-F238E27FC236}">
                                <a16:creationId xmlns:a16="http://schemas.microsoft.com/office/drawing/2014/main" id="{133BCAD5-A378-DB3B-785B-47175145EDEE}"/>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22609" name="Group 25">
                        <a:extLst>
                          <a:ext uri="{FF2B5EF4-FFF2-40B4-BE49-F238E27FC236}">
                            <a16:creationId xmlns:a16="http://schemas.microsoft.com/office/drawing/2014/main" id="{7FA08F60-8292-BF6A-5EE7-756F30DAFA31}"/>
                          </a:ext>
                        </a:extLst>
                      </p:cNvPr>
                      <p:cNvGrpSpPr>
                        <a:grpSpLocks/>
                      </p:cNvGrpSpPr>
                      <p:nvPr/>
                    </p:nvGrpSpPr>
                    <p:grpSpPr bwMode="auto">
                      <a:xfrm>
                        <a:off x="1680" y="3809"/>
                        <a:ext cx="720" cy="511"/>
                        <a:chOff x="1056" y="1454"/>
                        <a:chExt cx="720" cy="511"/>
                      </a:xfrm>
                    </p:grpSpPr>
                    <p:sp>
                      <p:nvSpPr>
                        <p:cNvPr id="22610" name="Line 26">
                          <a:extLst>
                            <a:ext uri="{FF2B5EF4-FFF2-40B4-BE49-F238E27FC236}">
                              <a16:creationId xmlns:a16="http://schemas.microsoft.com/office/drawing/2014/main" id="{B35A829C-2F22-047E-3644-2FE4DDE2FECF}"/>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2611" name="Group 27">
                          <a:extLst>
                            <a:ext uri="{FF2B5EF4-FFF2-40B4-BE49-F238E27FC236}">
                              <a16:creationId xmlns:a16="http://schemas.microsoft.com/office/drawing/2014/main" id="{7DE47179-FBC3-73BA-AA02-0975D284F749}"/>
                            </a:ext>
                          </a:extLst>
                        </p:cNvPr>
                        <p:cNvGrpSpPr>
                          <a:grpSpLocks/>
                        </p:cNvGrpSpPr>
                        <p:nvPr/>
                      </p:nvGrpSpPr>
                      <p:grpSpPr bwMode="auto">
                        <a:xfrm>
                          <a:off x="1152" y="1556"/>
                          <a:ext cx="624" cy="409"/>
                          <a:chOff x="1152" y="1556"/>
                          <a:chExt cx="624" cy="409"/>
                        </a:xfrm>
                      </p:grpSpPr>
                      <p:sp>
                        <p:nvSpPr>
                          <p:cNvPr id="22612" name="Oval 28">
                            <a:extLst>
                              <a:ext uri="{FF2B5EF4-FFF2-40B4-BE49-F238E27FC236}">
                                <a16:creationId xmlns:a16="http://schemas.microsoft.com/office/drawing/2014/main" id="{C1587CF8-8268-0E7A-1CCB-7829E722D36A}"/>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613" name="Text Box 29">
                            <a:extLst>
                              <a:ext uri="{FF2B5EF4-FFF2-40B4-BE49-F238E27FC236}">
                                <a16:creationId xmlns:a16="http://schemas.microsoft.com/office/drawing/2014/main" id="{CEF7EF90-E059-250F-8BF9-EA022BCC0E6C}"/>
                              </a:ext>
                            </a:extLst>
                          </p:cNvPr>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15</a:t>
                            </a:r>
                          </a:p>
                        </p:txBody>
                      </p:sp>
                    </p:grpSp>
                  </p:grpSp>
                </p:grpSp>
                <p:grpSp>
                  <p:nvGrpSpPr>
                    <p:cNvPr id="22599" name="Group 30">
                      <a:extLst>
                        <a:ext uri="{FF2B5EF4-FFF2-40B4-BE49-F238E27FC236}">
                          <a16:creationId xmlns:a16="http://schemas.microsoft.com/office/drawing/2014/main" id="{AFA7A284-C938-D0FA-DDBB-72A38EAEC303}"/>
                        </a:ext>
                      </a:extLst>
                    </p:cNvPr>
                    <p:cNvGrpSpPr>
                      <a:grpSpLocks/>
                    </p:cNvGrpSpPr>
                    <p:nvPr/>
                  </p:nvGrpSpPr>
                  <p:grpSpPr bwMode="auto">
                    <a:xfrm>
                      <a:off x="0" y="2352"/>
                      <a:ext cx="432" cy="514"/>
                      <a:chOff x="0" y="3758"/>
                      <a:chExt cx="672" cy="562"/>
                    </a:xfrm>
                  </p:grpSpPr>
                  <p:sp>
                    <p:nvSpPr>
                      <p:cNvPr id="22605" name="Oval 31">
                        <a:extLst>
                          <a:ext uri="{FF2B5EF4-FFF2-40B4-BE49-F238E27FC236}">
                            <a16:creationId xmlns:a16="http://schemas.microsoft.com/office/drawing/2014/main" id="{C5CC127B-96B8-00EF-ACB6-29BEB9134940}"/>
                          </a:ext>
                        </a:extLst>
                      </p:cNvPr>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606" name="Line 32">
                        <a:extLst>
                          <a:ext uri="{FF2B5EF4-FFF2-40B4-BE49-F238E27FC236}">
                            <a16:creationId xmlns:a16="http://schemas.microsoft.com/office/drawing/2014/main" id="{0BF56BED-1470-C3D2-2A98-A3879AE3EA5E}"/>
                          </a:ext>
                        </a:extLst>
                      </p:cNvPr>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2607" name="Text Box 33">
                        <a:extLst>
                          <a:ext uri="{FF2B5EF4-FFF2-40B4-BE49-F238E27FC236}">
                            <a16:creationId xmlns:a16="http://schemas.microsoft.com/office/drawing/2014/main" id="{1F0599B3-26FF-DFEE-352E-15C04D0B1557}"/>
                          </a:ext>
                        </a:extLst>
                      </p:cNvPr>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22600" name="Group 34">
                      <a:extLst>
                        <a:ext uri="{FF2B5EF4-FFF2-40B4-BE49-F238E27FC236}">
                          <a16:creationId xmlns:a16="http://schemas.microsoft.com/office/drawing/2014/main" id="{22719090-A000-7C59-206C-74650B85EA5F}"/>
                        </a:ext>
                      </a:extLst>
                    </p:cNvPr>
                    <p:cNvGrpSpPr>
                      <a:grpSpLocks/>
                    </p:cNvGrpSpPr>
                    <p:nvPr/>
                  </p:nvGrpSpPr>
                  <p:grpSpPr bwMode="auto">
                    <a:xfrm>
                      <a:off x="576" y="2352"/>
                      <a:ext cx="720" cy="511"/>
                      <a:chOff x="1056" y="1454"/>
                      <a:chExt cx="720" cy="511"/>
                    </a:xfrm>
                  </p:grpSpPr>
                  <p:sp>
                    <p:nvSpPr>
                      <p:cNvPr id="22601" name="Line 35">
                        <a:extLst>
                          <a:ext uri="{FF2B5EF4-FFF2-40B4-BE49-F238E27FC236}">
                            <a16:creationId xmlns:a16="http://schemas.microsoft.com/office/drawing/2014/main" id="{5DBB8745-F05A-84D9-E015-A72C76818A28}"/>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2602" name="Group 36">
                        <a:extLst>
                          <a:ext uri="{FF2B5EF4-FFF2-40B4-BE49-F238E27FC236}">
                            <a16:creationId xmlns:a16="http://schemas.microsoft.com/office/drawing/2014/main" id="{8AED0DD5-6B7A-0C85-8AFE-5CFFBAC93E6B}"/>
                          </a:ext>
                        </a:extLst>
                      </p:cNvPr>
                      <p:cNvGrpSpPr>
                        <a:grpSpLocks/>
                      </p:cNvGrpSpPr>
                      <p:nvPr/>
                    </p:nvGrpSpPr>
                    <p:grpSpPr bwMode="auto">
                      <a:xfrm>
                        <a:off x="1152" y="1556"/>
                        <a:ext cx="624" cy="409"/>
                        <a:chOff x="1152" y="1556"/>
                        <a:chExt cx="624" cy="409"/>
                      </a:xfrm>
                    </p:grpSpPr>
                    <p:sp>
                      <p:nvSpPr>
                        <p:cNvPr id="22603" name="Oval 37">
                          <a:extLst>
                            <a:ext uri="{FF2B5EF4-FFF2-40B4-BE49-F238E27FC236}">
                              <a16:creationId xmlns:a16="http://schemas.microsoft.com/office/drawing/2014/main" id="{09E0249E-4E73-FF6E-8A09-504137A6EAD2}"/>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604" name="Text Box 38">
                          <a:extLst>
                            <a:ext uri="{FF2B5EF4-FFF2-40B4-BE49-F238E27FC236}">
                              <a16:creationId xmlns:a16="http://schemas.microsoft.com/office/drawing/2014/main" id="{DBCC9510-CAD3-D73B-CAC8-6BB91703DB3C}"/>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grpSp>
                </p:grpSp>
              </p:grpSp>
              <p:sp>
                <p:nvSpPr>
                  <p:cNvPr id="22590" name="Oval 39">
                    <a:extLst>
                      <a:ext uri="{FF2B5EF4-FFF2-40B4-BE49-F238E27FC236}">
                        <a16:creationId xmlns:a16="http://schemas.microsoft.com/office/drawing/2014/main" id="{0E3E6DF5-90C8-9966-5E93-6DEEC91BC9F8}"/>
                      </a:ext>
                    </a:extLst>
                  </p:cNvPr>
                  <p:cNvSpPr>
                    <a:spLocks noChangeArrowheads="1"/>
                  </p:cNvSpPr>
                  <p:nvPr/>
                </p:nvSpPr>
                <p:spPr bwMode="auto">
                  <a:xfrm>
                    <a:off x="4320" y="1152"/>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591" name="Text Box 40">
                    <a:extLst>
                      <a:ext uri="{FF2B5EF4-FFF2-40B4-BE49-F238E27FC236}">
                        <a16:creationId xmlns:a16="http://schemas.microsoft.com/office/drawing/2014/main" id="{BCDB6FDE-FA38-9563-2B0E-D50DC6FD5384}"/>
                      </a:ext>
                    </a:extLst>
                  </p:cNvPr>
                  <p:cNvSpPr txBox="1">
                    <a:spLocks noChangeArrowheads="1"/>
                  </p:cNvSpPr>
                  <p:nvPr/>
                </p:nvSpPr>
                <p:spPr bwMode="auto">
                  <a:xfrm>
                    <a:off x="4368" y="115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6</a:t>
                    </a:r>
                  </a:p>
                </p:txBody>
              </p:sp>
              <p:grpSp>
                <p:nvGrpSpPr>
                  <p:cNvPr id="22592" name="Group 41">
                    <a:extLst>
                      <a:ext uri="{FF2B5EF4-FFF2-40B4-BE49-F238E27FC236}">
                        <a16:creationId xmlns:a16="http://schemas.microsoft.com/office/drawing/2014/main" id="{69486170-3926-CAC7-BD71-5B793BBE1543}"/>
                      </a:ext>
                    </a:extLst>
                  </p:cNvPr>
                  <p:cNvGrpSpPr>
                    <a:grpSpLocks/>
                  </p:cNvGrpSpPr>
                  <p:nvPr/>
                </p:nvGrpSpPr>
                <p:grpSpPr bwMode="auto">
                  <a:xfrm>
                    <a:off x="5424" y="1536"/>
                    <a:ext cx="336" cy="281"/>
                    <a:chOff x="1152" y="1556"/>
                    <a:chExt cx="624" cy="424"/>
                  </a:xfrm>
                </p:grpSpPr>
                <p:sp>
                  <p:nvSpPr>
                    <p:cNvPr id="22596" name="Oval 42">
                      <a:extLst>
                        <a:ext uri="{FF2B5EF4-FFF2-40B4-BE49-F238E27FC236}">
                          <a16:creationId xmlns:a16="http://schemas.microsoft.com/office/drawing/2014/main" id="{37243741-DB69-4036-2BE1-E955B934F4C4}"/>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597" name="Text Box 43">
                      <a:extLst>
                        <a:ext uri="{FF2B5EF4-FFF2-40B4-BE49-F238E27FC236}">
                          <a16:creationId xmlns:a16="http://schemas.microsoft.com/office/drawing/2014/main" id="{21C8F4B6-4726-B5E6-99EA-D88FA393B1E3}"/>
                        </a:ext>
                      </a:extLst>
                    </p:cNvPr>
                    <p:cNvSpPr txBox="1">
                      <a:spLocks noChangeArrowheads="1"/>
                    </p:cNvSpPr>
                    <p:nvPr/>
                  </p:nvSpPr>
                  <p:spPr bwMode="auto">
                    <a:xfrm>
                      <a:off x="1200" y="1631"/>
                      <a:ext cx="576"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16</a:t>
                      </a:r>
                    </a:p>
                  </p:txBody>
                </p:sp>
              </p:grpSp>
              <p:sp>
                <p:nvSpPr>
                  <p:cNvPr id="22593" name="Text Box 44">
                    <a:extLst>
                      <a:ext uri="{FF2B5EF4-FFF2-40B4-BE49-F238E27FC236}">
                        <a16:creationId xmlns:a16="http://schemas.microsoft.com/office/drawing/2014/main" id="{63B6858E-BF73-DD9F-794C-6F8CF0A090D7}"/>
                      </a:ext>
                    </a:extLst>
                  </p:cNvPr>
                  <p:cNvSpPr txBox="1">
                    <a:spLocks noChangeArrowheads="1"/>
                  </p:cNvSpPr>
                  <p:nvPr/>
                </p:nvSpPr>
                <p:spPr bwMode="auto">
                  <a:xfrm>
                    <a:off x="5088" y="1584"/>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14</a:t>
                    </a:r>
                  </a:p>
                </p:txBody>
              </p:sp>
              <p:sp>
                <p:nvSpPr>
                  <p:cNvPr id="22594" name="Line 45">
                    <a:extLst>
                      <a:ext uri="{FF2B5EF4-FFF2-40B4-BE49-F238E27FC236}">
                        <a16:creationId xmlns:a16="http://schemas.microsoft.com/office/drawing/2014/main" id="{58C278AD-529B-6064-4B1F-184737FAFA60}"/>
                      </a:ext>
                    </a:extLst>
                  </p:cNvPr>
                  <p:cNvSpPr>
                    <a:spLocks noChangeShapeType="1"/>
                  </p:cNvSpPr>
                  <p:nvPr/>
                </p:nvSpPr>
                <p:spPr bwMode="auto">
                  <a:xfrm>
                    <a:off x="5088" y="1104"/>
                    <a:ext cx="432"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2595" name="Line 46">
                    <a:extLst>
                      <a:ext uri="{FF2B5EF4-FFF2-40B4-BE49-F238E27FC236}">
                        <a16:creationId xmlns:a16="http://schemas.microsoft.com/office/drawing/2014/main" id="{4BCCA074-61F4-440D-C0F3-4CBB9C735FB5}"/>
                      </a:ext>
                    </a:extLst>
                  </p:cNvPr>
                  <p:cNvSpPr>
                    <a:spLocks noChangeShapeType="1"/>
                  </p:cNvSpPr>
                  <p:nvPr/>
                </p:nvSpPr>
                <p:spPr bwMode="auto">
                  <a:xfrm>
                    <a:off x="5040" y="1248"/>
                    <a:ext cx="96"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sp>
          <p:nvSpPr>
            <p:cNvPr id="22583" name="Text Box 47">
              <a:extLst>
                <a:ext uri="{FF2B5EF4-FFF2-40B4-BE49-F238E27FC236}">
                  <a16:creationId xmlns:a16="http://schemas.microsoft.com/office/drawing/2014/main" id="{9FD23649-6236-DB2C-7FA0-4A8566634552}"/>
                </a:ext>
              </a:extLst>
            </p:cNvPr>
            <p:cNvSpPr txBox="1">
              <a:spLocks noChangeArrowheads="1"/>
            </p:cNvSpPr>
            <p:nvPr/>
          </p:nvSpPr>
          <p:spPr bwMode="auto">
            <a:xfrm>
              <a:off x="4272" y="2016"/>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16</a:t>
              </a:r>
            </a:p>
          </p:txBody>
        </p:sp>
      </p:grpSp>
      <p:grpSp>
        <p:nvGrpSpPr>
          <p:cNvPr id="22531" name="Group 48">
            <a:extLst>
              <a:ext uri="{FF2B5EF4-FFF2-40B4-BE49-F238E27FC236}">
                <a16:creationId xmlns:a16="http://schemas.microsoft.com/office/drawing/2014/main" id="{27FF209F-4E80-C31C-0D2C-A4E7FCE6B40B}"/>
              </a:ext>
            </a:extLst>
          </p:cNvPr>
          <p:cNvGrpSpPr>
            <a:grpSpLocks/>
          </p:cNvGrpSpPr>
          <p:nvPr/>
        </p:nvGrpSpPr>
        <p:grpSpPr bwMode="auto">
          <a:xfrm>
            <a:off x="1905000" y="1550988"/>
            <a:ext cx="4191000" cy="3325812"/>
            <a:chOff x="240" y="240"/>
            <a:chExt cx="2640" cy="2095"/>
          </a:xfrm>
        </p:grpSpPr>
        <p:grpSp>
          <p:nvGrpSpPr>
            <p:cNvPr id="22535" name="Group 49">
              <a:extLst>
                <a:ext uri="{FF2B5EF4-FFF2-40B4-BE49-F238E27FC236}">
                  <a16:creationId xmlns:a16="http://schemas.microsoft.com/office/drawing/2014/main" id="{9CE8B014-0646-1DBF-FA76-EEE5A2B28A52}"/>
                </a:ext>
              </a:extLst>
            </p:cNvPr>
            <p:cNvGrpSpPr>
              <a:grpSpLocks/>
            </p:cNvGrpSpPr>
            <p:nvPr/>
          </p:nvGrpSpPr>
          <p:grpSpPr bwMode="auto">
            <a:xfrm>
              <a:off x="240" y="240"/>
              <a:ext cx="2640" cy="2095"/>
              <a:chOff x="816" y="240"/>
              <a:chExt cx="2640" cy="2095"/>
            </a:xfrm>
          </p:grpSpPr>
          <p:grpSp>
            <p:nvGrpSpPr>
              <p:cNvPr id="22537" name="Group 50">
                <a:extLst>
                  <a:ext uri="{FF2B5EF4-FFF2-40B4-BE49-F238E27FC236}">
                    <a16:creationId xmlns:a16="http://schemas.microsoft.com/office/drawing/2014/main" id="{748B512A-4593-C380-E042-8F8D34901786}"/>
                  </a:ext>
                </a:extLst>
              </p:cNvPr>
              <p:cNvGrpSpPr>
                <a:grpSpLocks/>
              </p:cNvGrpSpPr>
              <p:nvPr/>
            </p:nvGrpSpPr>
            <p:grpSpPr bwMode="auto">
              <a:xfrm>
                <a:off x="816" y="240"/>
                <a:ext cx="2640" cy="1618"/>
                <a:chOff x="864" y="2112"/>
                <a:chExt cx="2640" cy="1618"/>
              </a:xfrm>
            </p:grpSpPr>
            <p:sp>
              <p:nvSpPr>
                <p:cNvPr id="22543" name="Line 51">
                  <a:extLst>
                    <a:ext uri="{FF2B5EF4-FFF2-40B4-BE49-F238E27FC236}">
                      <a16:creationId xmlns:a16="http://schemas.microsoft.com/office/drawing/2014/main" id="{B857865D-3CED-19AF-C669-A845CD4DD9D6}"/>
                    </a:ext>
                  </a:extLst>
                </p:cNvPr>
                <p:cNvSpPr>
                  <a:spLocks noChangeShapeType="1"/>
                </p:cNvSpPr>
                <p:nvPr/>
              </p:nvSpPr>
              <p:spPr bwMode="auto">
                <a:xfrm flipH="1">
                  <a:off x="2208" y="2832"/>
                  <a:ext cx="4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2544" name="Group 52">
                  <a:extLst>
                    <a:ext uri="{FF2B5EF4-FFF2-40B4-BE49-F238E27FC236}">
                      <a16:creationId xmlns:a16="http://schemas.microsoft.com/office/drawing/2014/main" id="{6F7033B7-4E19-FDD7-7606-A94C4EDE449A}"/>
                    </a:ext>
                  </a:extLst>
                </p:cNvPr>
                <p:cNvGrpSpPr>
                  <a:grpSpLocks/>
                </p:cNvGrpSpPr>
                <p:nvPr/>
              </p:nvGrpSpPr>
              <p:grpSpPr bwMode="auto">
                <a:xfrm>
                  <a:off x="864" y="2112"/>
                  <a:ext cx="2640" cy="1618"/>
                  <a:chOff x="864" y="2112"/>
                  <a:chExt cx="2640" cy="1618"/>
                </a:xfrm>
              </p:grpSpPr>
              <p:grpSp>
                <p:nvGrpSpPr>
                  <p:cNvPr id="22545" name="Group 53">
                    <a:extLst>
                      <a:ext uri="{FF2B5EF4-FFF2-40B4-BE49-F238E27FC236}">
                        <a16:creationId xmlns:a16="http://schemas.microsoft.com/office/drawing/2014/main" id="{10544DC3-671B-2697-00E2-120835E85BF3}"/>
                      </a:ext>
                    </a:extLst>
                  </p:cNvPr>
                  <p:cNvGrpSpPr>
                    <a:grpSpLocks/>
                  </p:cNvGrpSpPr>
                  <p:nvPr/>
                </p:nvGrpSpPr>
                <p:grpSpPr bwMode="auto">
                  <a:xfrm>
                    <a:off x="864" y="2112"/>
                    <a:ext cx="2112" cy="1234"/>
                    <a:chOff x="0" y="1632"/>
                    <a:chExt cx="2112" cy="1234"/>
                  </a:xfrm>
                </p:grpSpPr>
                <p:grpSp>
                  <p:nvGrpSpPr>
                    <p:cNvPr id="22556" name="Group 54">
                      <a:extLst>
                        <a:ext uri="{FF2B5EF4-FFF2-40B4-BE49-F238E27FC236}">
                          <a16:creationId xmlns:a16="http://schemas.microsoft.com/office/drawing/2014/main" id="{51768FC8-1CD4-67EE-CF51-8D2F081BFD3B}"/>
                        </a:ext>
                      </a:extLst>
                    </p:cNvPr>
                    <p:cNvGrpSpPr>
                      <a:grpSpLocks/>
                    </p:cNvGrpSpPr>
                    <p:nvPr/>
                  </p:nvGrpSpPr>
                  <p:grpSpPr bwMode="auto">
                    <a:xfrm>
                      <a:off x="288" y="1632"/>
                      <a:ext cx="1824" cy="1104"/>
                      <a:chOff x="240" y="2880"/>
                      <a:chExt cx="2160" cy="1440"/>
                    </a:xfrm>
                  </p:grpSpPr>
                  <p:grpSp>
                    <p:nvGrpSpPr>
                      <p:cNvPr id="22566" name="Group 55">
                        <a:extLst>
                          <a:ext uri="{FF2B5EF4-FFF2-40B4-BE49-F238E27FC236}">
                            <a16:creationId xmlns:a16="http://schemas.microsoft.com/office/drawing/2014/main" id="{C48D6EFA-DEF8-F77F-DB2D-2F2D5A70061E}"/>
                          </a:ext>
                        </a:extLst>
                      </p:cNvPr>
                      <p:cNvGrpSpPr>
                        <a:grpSpLocks/>
                      </p:cNvGrpSpPr>
                      <p:nvPr/>
                    </p:nvGrpSpPr>
                    <p:grpSpPr bwMode="auto">
                      <a:xfrm>
                        <a:off x="240" y="2880"/>
                        <a:ext cx="1489" cy="1028"/>
                        <a:chOff x="3840" y="1632"/>
                        <a:chExt cx="1489" cy="1028"/>
                      </a:xfrm>
                    </p:grpSpPr>
                    <p:grpSp>
                      <p:nvGrpSpPr>
                        <p:cNvPr id="22572" name="Group 56">
                          <a:extLst>
                            <a:ext uri="{FF2B5EF4-FFF2-40B4-BE49-F238E27FC236}">
                              <a16:creationId xmlns:a16="http://schemas.microsoft.com/office/drawing/2014/main" id="{6DD5C040-FC4F-0022-F212-D039F7043D32}"/>
                            </a:ext>
                          </a:extLst>
                        </p:cNvPr>
                        <p:cNvGrpSpPr>
                          <a:grpSpLocks/>
                        </p:cNvGrpSpPr>
                        <p:nvPr/>
                      </p:nvGrpSpPr>
                      <p:grpSpPr bwMode="auto">
                        <a:xfrm>
                          <a:off x="3840" y="1632"/>
                          <a:ext cx="1391" cy="971"/>
                          <a:chOff x="288" y="1045"/>
                          <a:chExt cx="1391" cy="971"/>
                        </a:xfrm>
                      </p:grpSpPr>
                      <p:sp>
                        <p:nvSpPr>
                          <p:cNvPr id="22577" name="Oval 57">
                            <a:extLst>
                              <a:ext uri="{FF2B5EF4-FFF2-40B4-BE49-F238E27FC236}">
                                <a16:creationId xmlns:a16="http://schemas.microsoft.com/office/drawing/2014/main" id="{C655876D-8C44-33CF-A02E-5E69906389B0}"/>
                              </a:ext>
                            </a:extLst>
                          </p:cNvPr>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578" name="Oval 58">
                            <a:extLst>
                              <a:ext uri="{FF2B5EF4-FFF2-40B4-BE49-F238E27FC236}">
                                <a16:creationId xmlns:a16="http://schemas.microsoft.com/office/drawing/2014/main" id="{0CF2EEF0-A2D3-156B-3B38-99B939745AA4}"/>
                              </a:ext>
                            </a:extLst>
                          </p:cNvPr>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579" name="Line 59">
                            <a:extLst>
                              <a:ext uri="{FF2B5EF4-FFF2-40B4-BE49-F238E27FC236}">
                                <a16:creationId xmlns:a16="http://schemas.microsoft.com/office/drawing/2014/main" id="{B3F91AD1-C004-3F32-1FE0-58331C6FD562}"/>
                              </a:ext>
                            </a:extLst>
                          </p:cNvPr>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2580" name="Text Box 60">
                            <a:extLst>
                              <a:ext uri="{FF2B5EF4-FFF2-40B4-BE49-F238E27FC236}">
                                <a16:creationId xmlns:a16="http://schemas.microsoft.com/office/drawing/2014/main" id="{5C1B7229-5A4C-1642-2F82-3E139CD5BCFD}"/>
                              </a:ext>
                            </a:extLst>
                          </p:cNvPr>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4</a:t>
                            </a:r>
                          </a:p>
                        </p:txBody>
                      </p:sp>
                      <p:sp>
                        <p:nvSpPr>
                          <p:cNvPr id="22581" name="Text Box 61">
                            <a:extLst>
                              <a:ext uri="{FF2B5EF4-FFF2-40B4-BE49-F238E27FC236}">
                                <a16:creationId xmlns:a16="http://schemas.microsoft.com/office/drawing/2014/main" id="{9BD71E88-BBE1-C34D-5805-F4F673D812A4}"/>
                              </a:ext>
                            </a:extLst>
                          </p:cNvPr>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2</a:t>
                            </a:r>
                          </a:p>
                        </p:txBody>
                      </p:sp>
                    </p:grpSp>
                    <p:grpSp>
                      <p:nvGrpSpPr>
                        <p:cNvPr id="22573" name="Group 62">
                          <a:extLst>
                            <a:ext uri="{FF2B5EF4-FFF2-40B4-BE49-F238E27FC236}">
                              <a16:creationId xmlns:a16="http://schemas.microsoft.com/office/drawing/2014/main" id="{B5773137-6B47-A67A-BF0E-695F027B67C3}"/>
                            </a:ext>
                          </a:extLst>
                        </p:cNvPr>
                        <p:cNvGrpSpPr>
                          <a:grpSpLocks/>
                        </p:cNvGrpSpPr>
                        <p:nvPr/>
                      </p:nvGrpSpPr>
                      <p:grpSpPr bwMode="auto">
                        <a:xfrm>
                          <a:off x="4656" y="2016"/>
                          <a:ext cx="673" cy="644"/>
                          <a:chOff x="4272" y="2016"/>
                          <a:chExt cx="913" cy="805"/>
                        </a:xfrm>
                      </p:grpSpPr>
                      <p:sp>
                        <p:nvSpPr>
                          <p:cNvPr id="22574" name="Oval 63">
                            <a:extLst>
                              <a:ext uri="{FF2B5EF4-FFF2-40B4-BE49-F238E27FC236}">
                                <a16:creationId xmlns:a16="http://schemas.microsoft.com/office/drawing/2014/main" id="{58C2B39A-4FD4-7BBC-5341-D2602AB56209}"/>
                              </a:ext>
                            </a:extLst>
                          </p:cNvPr>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575" name="Text Box 64">
                            <a:extLst>
                              <a:ext uri="{FF2B5EF4-FFF2-40B4-BE49-F238E27FC236}">
                                <a16:creationId xmlns:a16="http://schemas.microsoft.com/office/drawing/2014/main" id="{6DAAF077-4018-842D-9526-39914B57A097}"/>
                              </a:ext>
                            </a:extLst>
                          </p:cNvPr>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2400">
                                <a:solidFill>
                                  <a:srgbClr val="FFFFFF"/>
                                </a:solidFill>
                                <a:latin typeface="Times New Roman" panose="02020603050405020304" pitchFamily="18" charset="0"/>
                              </a:rPr>
                              <a:t>6</a:t>
                            </a:r>
                          </a:p>
                        </p:txBody>
                      </p:sp>
                      <p:sp>
                        <p:nvSpPr>
                          <p:cNvPr id="22576" name="Line 65">
                            <a:extLst>
                              <a:ext uri="{FF2B5EF4-FFF2-40B4-BE49-F238E27FC236}">
                                <a16:creationId xmlns:a16="http://schemas.microsoft.com/office/drawing/2014/main" id="{80C26ED1-842E-A7E0-C91F-9629C3D8DCDD}"/>
                              </a:ext>
                            </a:extLst>
                          </p:cNvPr>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22567" name="Group 66">
                        <a:extLst>
                          <a:ext uri="{FF2B5EF4-FFF2-40B4-BE49-F238E27FC236}">
                            <a16:creationId xmlns:a16="http://schemas.microsoft.com/office/drawing/2014/main" id="{BE280D7E-7FB9-3D67-2230-BF867BF7BF83}"/>
                          </a:ext>
                        </a:extLst>
                      </p:cNvPr>
                      <p:cNvGrpSpPr>
                        <a:grpSpLocks/>
                      </p:cNvGrpSpPr>
                      <p:nvPr/>
                    </p:nvGrpSpPr>
                    <p:grpSpPr bwMode="auto">
                      <a:xfrm>
                        <a:off x="1680" y="3809"/>
                        <a:ext cx="720" cy="511"/>
                        <a:chOff x="1056" y="1454"/>
                        <a:chExt cx="720" cy="511"/>
                      </a:xfrm>
                    </p:grpSpPr>
                    <p:sp>
                      <p:nvSpPr>
                        <p:cNvPr id="22568" name="Line 67">
                          <a:extLst>
                            <a:ext uri="{FF2B5EF4-FFF2-40B4-BE49-F238E27FC236}">
                              <a16:creationId xmlns:a16="http://schemas.microsoft.com/office/drawing/2014/main" id="{D8CBAFB7-0145-A167-5900-3488BB931E63}"/>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2569" name="Group 68">
                          <a:extLst>
                            <a:ext uri="{FF2B5EF4-FFF2-40B4-BE49-F238E27FC236}">
                              <a16:creationId xmlns:a16="http://schemas.microsoft.com/office/drawing/2014/main" id="{6F434308-F139-FBD4-03CF-EBB8C4B409D5}"/>
                            </a:ext>
                          </a:extLst>
                        </p:cNvPr>
                        <p:cNvGrpSpPr>
                          <a:grpSpLocks/>
                        </p:cNvGrpSpPr>
                        <p:nvPr/>
                      </p:nvGrpSpPr>
                      <p:grpSpPr bwMode="auto">
                        <a:xfrm>
                          <a:off x="1152" y="1556"/>
                          <a:ext cx="624" cy="409"/>
                          <a:chOff x="1152" y="1556"/>
                          <a:chExt cx="624" cy="409"/>
                        </a:xfrm>
                      </p:grpSpPr>
                      <p:sp>
                        <p:nvSpPr>
                          <p:cNvPr id="22570" name="Oval 69">
                            <a:extLst>
                              <a:ext uri="{FF2B5EF4-FFF2-40B4-BE49-F238E27FC236}">
                                <a16:creationId xmlns:a16="http://schemas.microsoft.com/office/drawing/2014/main" id="{731E3F59-4D24-8FDC-29D1-E100D1814F9A}"/>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571" name="Text Box 70">
                            <a:extLst>
                              <a:ext uri="{FF2B5EF4-FFF2-40B4-BE49-F238E27FC236}">
                                <a16:creationId xmlns:a16="http://schemas.microsoft.com/office/drawing/2014/main" id="{7AF8DF94-7E33-46EC-E204-80A68F2FDDFB}"/>
                              </a:ext>
                            </a:extLst>
                          </p:cNvPr>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15</a:t>
                            </a:r>
                          </a:p>
                        </p:txBody>
                      </p:sp>
                    </p:grpSp>
                  </p:grpSp>
                </p:grpSp>
                <p:grpSp>
                  <p:nvGrpSpPr>
                    <p:cNvPr id="22557" name="Group 71">
                      <a:extLst>
                        <a:ext uri="{FF2B5EF4-FFF2-40B4-BE49-F238E27FC236}">
                          <a16:creationId xmlns:a16="http://schemas.microsoft.com/office/drawing/2014/main" id="{DDCFA161-DB53-072E-443E-95D4F30BA398}"/>
                        </a:ext>
                      </a:extLst>
                    </p:cNvPr>
                    <p:cNvGrpSpPr>
                      <a:grpSpLocks/>
                    </p:cNvGrpSpPr>
                    <p:nvPr/>
                  </p:nvGrpSpPr>
                  <p:grpSpPr bwMode="auto">
                    <a:xfrm>
                      <a:off x="0" y="2352"/>
                      <a:ext cx="432" cy="514"/>
                      <a:chOff x="0" y="3758"/>
                      <a:chExt cx="672" cy="562"/>
                    </a:xfrm>
                  </p:grpSpPr>
                  <p:sp>
                    <p:nvSpPr>
                      <p:cNvPr id="22563" name="Oval 72">
                        <a:extLst>
                          <a:ext uri="{FF2B5EF4-FFF2-40B4-BE49-F238E27FC236}">
                            <a16:creationId xmlns:a16="http://schemas.microsoft.com/office/drawing/2014/main" id="{631BF460-057D-4B48-2C05-4582E6B1DFD7}"/>
                          </a:ext>
                        </a:extLst>
                      </p:cNvPr>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564" name="Line 73">
                        <a:extLst>
                          <a:ext uri="{FF2B5EF4-FFF2-40B4-BE49-F238E27FC236}">
                            <a16:creationId xmlns:a16="http://schemas.microsoft.com/office/drawing/2014/main" id="{89D35DC9-8EBF-25F9-A822-DBFC8F922E66}"/>
                          </a:ext>
                        </a:extLst>
                      </p:cNvPr>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2565" name="Text Box 74">
                        <a:extLst>
                          <a:ext uri="{FF2B5EF4-FFF2-40B4-BE49-F238E27FC236}">
                            <a16:creationId xmlns:a16="http://schemas.microsoft.com/office/drawing/2014/main" id="{27815E71-F5CC-0075-9095-28BE40E4FB14}"/>
                          </a:ext>
                        </a:extLst>
                      </p:cNvPr>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a:t>
                        </a:r>
                      </a:p>
                    </p:txBody>
                  </p:sp>
                </p:grpSp>
                <p:grpSp>
                  <p:nvGrpSpPr>
                    <p:cNvPr id="22558" name="Group 75">
                      <a:extLst>
                        <a:ext uri="{FF2B5EF4-FFF2-40B4-BE49-F238E27FC236}">
                          <a16:creationId xmlns:a16="http://schemas.microsoft.com/office/drawing/2014/main" id="{127A9146-BAE1-B8F6-C064-2C05675CC73B}"/>
                        </a:ext>
                      </a:extLst>
                    </p:cNvPr>
                    <p:cNvGrpSpPr>
                      <a:grpSpLocks/>
                    </p:cNvGrpSpPr>
                    <p:nvPr/>
                  </p:nvGrpSpPr>
                  <p:grpSpPr bwMode="auto">
                    <a:xfrm>
                      <a:off x="576" y="2352"/>
                      <a:ext cx="720" cy="511"/>
                      <a:chOff x="1056" y="1454"/>
                      <a:chExt cx="720" cy="511"/>
                    </a:xfrm>
                  </p:grpSpPr>
                  <p:sp>
                    <p:nvSpPr>
                      <p:cNvPr id="22559" name="Line 76">
                        <a:extLst>
                          <a:ext uri="{FF2B5EF4-FFF2-40B4-BE49-F238E27FC236}">
                            <a16:creationId xmlns:a16="http://schemas.microsoft.com/office/drawing/2014/main" id="{4DE625EC-4F96-634B-FF51-9D9B2878FD4E}"/>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2560" name="Group 77">
                        <a:extLst>
                          <a:ext uri="{FF2B5EF4-FFF2-40B4-BE49-F238E27FC236}">
                            <a16:creationId xmlns:a16="http://schemas.microsoft.com/office/drawing/2014/main" id="{3CF37919-55F6-872E-152B-DB91A1BBE97D}"/>
                          </a:ext>
                        </a:extLst>
                      </p:cNvPr>
                      <p:cNvGrpSpPr>
                        <a:grpSpLocks/>
                      </p:cNvGrpSpPr>
                      <p:nvPr/>
                    </p:nvGrpSpPr>
                    <p:grpSpPr bwMode="auto">
                      <a:xfrm>
                        <a:off x="1152" y="1556"/>
                        <a:ext cx="624" cy="409"/>
                        <a:chOff x="1152" y="1556"/>
                        <a:chExt cx="624" cy="409"/>
                      </a:xfrm>
                    </p:grpSpPr>
                    <p:sp>
                      <p:nvSpPr>
                        <p:cNvPr id="22561" name="Oval 78">
                          <a:extLst>
                            <a:ext uri="{FF2B5EF4-FFF2-40B4-BE49-F238E27FC236}">
                              <a16:creationId xmlns:a16="http://schemas.microsoft.com/office/drawing/2014/main" id="{0CC3840F-19DB-3D95-3138-9A9D89544138}"/>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562" name="Text Box 79">
                          <a:extLst>
                            <a:ext uri="{FF2B5EF4-FFF2-40B4-BE49-F238E27FC236}">
                              <a16:creationId xmlns:a16="http://schemas.microsoft.com/office/drawing/2014/main" id="{278D4B52-0781-2DDC-B5C7-C01862C3C584}"/>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3</a:t>
                          </a:r>
                        </a:p>
                      </p:txBody>
                    </p:sp>
                  </p:grpSp>
                </p:grpSp>
              </p:grpSp>
              <p:sp>
                <p:nvSpPr>
                  <p:cNvPr id="22546" name="Oval 80">
                    <a:extLst>
                      <a:ext uri="{FF2B5EF4-FFF2-40B4-BE49-F238E27FC236}">
                        <a16:creationId xmlns:a16="http://schemas.microsoft.com/office/drawing/2014/main" id="{B366FA85-8BE1-1BFE-0A59-245A3A73D814}"/>
                      </a:ext>
                    </a:extLst>
                  </p:cNvPr>
                  <p:cNvSpPr>
                    <a:spLocks noChangeArrowheads="1"/>
                  </p:cNvSpPr>
                  <p:nvPr/>
                </p:nvSpPr>
                <p:spPr bwMode="auto">
                  <a:xfrm>
                    <a:off x="2064" y="3072"/>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547" name="Text Box 81">
                    <a:extLst>
                      <a:ext uri="{FF2B5EF4-FFF2-40B4-BE49-F238E27FC236}">
                        <a16:creationId xmlns:a16="http://schemas.microsoft.com/office/drawing/2014/main" id="{2D7B6BC2-EE8E-BBE3-2DD1-0434DE723F75}"/>
                      </a:ext>
                    </a:extLst>
                  </p:cNvPr>
                  <p:cNvSpPr txBox="1">
                    <a:spLocks noChangeArrowheads="1"/>
                  </p:cNvSpPr>
                  <p:nvPr/>
                </p:nvSpPr>
                <p:spPr bwMode="auto">
                  <a:xfrm>
                    <a:off x="2112" y="307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5</a:t>
                    </a:r>
                  </a:p>
                </p:txBody>
              </p:sp>
              <p:grpSp>
                <p:nvGrpSpPr>
                  <p:cNvPr id="22548" name="Group 82">
                    <a:extLst>
                      <a:ext uri="{FF2B5EF4-FFF2-40B4-BE49-F238E27FC236}">
                        <a16:creationId xmlns:a16="http://schemas.microsoft.com/office/drawing/2014/main" id="{BD1C2BF2-B2D9-D1F2-53CC-11E38E457DAE}"/>
                      </a:ext>
                    </a:extLst>
                  </p:cNvPr>
                  <p:cNvGrpSpPr>
                    <a:grpSpLocks/>
                  </p:cNvGrpSpPr>
                  <p:nvPr/>
                </p:nvGrpSpPr>
                <p:grpSpPr bwMode="auto">
                  <a:xfrm>
                    <a:off x="2784" y="3120"/>
                    <a:ext cx="720" cy="511"/>
                    <a:chOff x="1056" y="1454"/>
                    <a:chExt cx="720" cy="511"/>
                  </a:xfrm>
                </p:grpSpPr>
                <p:sp>
                  <p:nvSpPr>
                    <p:cNvPr id="22552" name="Line 83">
                      <a:extLst>
                        <a:ext uri="{FF2B5EF4-FFF2-40B4-BE49-F238E27FC236}">
                          <a16:creationId xmlns:a16="http://schemas.microsoft.com/office/drawing/2014/main" id="{3802D2FF-3D38-1490-5C46-92B45B0A542C}"/>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2553" name="Group 84">
                      <a:extLst>
                        <a:ext uri="{FF2B5EF4-FFF2-40B4-BE49-F238E27FC236}">
                          <a16:creationId xmlns:a16="http://schemas.microsoft.com/office/drawing/2014/main" id="{C86B3CB7-033E-1AB4-0AAE-D2607BAF00DD}"/>
                        </a:ext>
                      </a:extLst>
                    </p:cNvPr>
                    <p:cNvGrpSpPr>
                      <a:grpSpLocks/>
                    </p:cNvGrpSpPr>
                    <p:nvPr/>
                  </p:nvGrpSpPr>
                  <p:grpSpPr bwMode="auto">
                    <a:xfrm>
                      <a:off x="1152" y="1556"/>
                      <a:ext cx="624" cy="409"/>
                      <a:chOff x="1152" y="1556"/>
                      <a:chExt cx="624" cy="409"/>
                    </a:xfrm>
                  </p:grpSpPr>
                  <p:sp>
                    <p:nvSpPr>
                      <p:cNvPr id="22554" name="Oval 85">
                        <a:extLst>
                          <a:ext uri="{FF2B5EF4-FFF2-40B4-BE49-F238E27FC236}">
                            <a16:creationId xmlns:a16="http://schemas.microsoft.com/office/drawing/2014/main" id="{382A8297-D169-B977-7307-6126E7F8C107}"/>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555" name="Text Box 86">
                        <a:extLst>
                          <a:ext uri="{FF2B5EF4-FFF2-40B4-BE49-F238E27FC236}">
                            <a16:creationId xmlns:a16="http://schemas.microsoft.com/office/drawing/2014/main" id="{F9366141-3178-48BF-1BA3-E1C39A358267}"/>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16</a:t>
                        </a:r>
                      </a:p>
                    </p:txBody>
                  </p:sp>
                </p:grpSp>
              </p:grpSp>
              <p:sp>
                <p:nvSpPr>
                  <p:cNvPr id="22549" name="Oval 87">
                    <a:extLst>
                      <a:ext uri="{FF2B5EF4-FFF2-40B4-BE49-F238E27FC236}">
                        <a16:creationId xmlns:a16="http://schemas.microsoft.com/office/drawing/2014/main" id="{9B56E455-EA7C-BC17-5CE6-7F5134C5D893}"/>
                      </a:ext>
                    </a:extLst>
                  </p:cNvPr>
                  <p:cNvSpPr>
                    <a:spLocks noChangeArrowheads="1"/>
                  </p:cNvSpPr>
                  <p:nvPr/>
                </p:nvSpPr>
                <p:spPr bwMode="auto">
                  <a:xfrm>
                    <a:off x="2400" y="3456"/>
                    <a:ext cx="288" cy="27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550" name="Text Box 88">
                    <a:extLst>
                      <a:ext uri="{FF2B5EF4-FFF2-40B4-BE49-F238E27FC236}">
                        <a16:creationId xmlns:a16="http://schemas.microsoft.com/office/drawing/2014/main" id="{0BDFAF57-4198-CFD7-13E9-D1AA90E2E531}"/>
                      </a:ext>
                    </a:extLst>
                  </p:cNvPr>
                  <p:cNvSpPr txBox="1">
                    <a:spLocks noChangeArrowheads="1"/>
                  </p:cNvSpPr>
                  <p:nvPr/>
                </p:nvSpPr>
                <p:spPr bwMode="auto">
                  <a:xfrm>
                    <a:off x="2448" y="3456"/>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7</a:t>
                    </a:r>
                  </a:p>
                </p:txBody>
              </p:sp>
              <p:sp>
                <p:nvSpPr>
                  <p:cNvPr id="22551" name="Line 89">
                    <a:extLst>
                      <a:ext uri="{FF2B5EF4-FFF2-40B4-BE49-F238E27FC236}">
                        <a16:creationId xmlns:a16="http://schemas.microsoft.com/office/drawing/2014/main" id="{3FC53560-2679-39A5-4BBB-BAF31B227ADD}"/>
                      </a:ext>
                    </a:extLst>
                  </p:cNvPr>
                  <p:cNvSpPr>
                    <a:spLocks noChangeShapeType="1"/>
                  </p:cNvSpPr>
                  <p:nvPr/>
                </p:nvSpPr>
                <p:spPr bwMode="auto">
                  <a:xfrm flipH="1">
                    <a:off x="2544" y="3216"/>
                    <a:ext cx="4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grpSp>
          <p:grpSp>
            <p:nvGrpSpPr>
              <p:cNvPr id="22538" name="Group 90">
                <a:extLst>
                  <a:ext uri="{FF2B5EF4-FFF2-40B4-BE49-F238E27FC236}">
                    <a16:creationId xmlns:a16="http://schemas.microsoft.com/office/drawing/2014/main" id="{BC973034-E764-9AD7-B5BA-06F3C0083857}"/>
                  </a:ext>
                </a:extLst>
              </p:cNvPr>
              <p:cNvGrpSpPr>
                <a:grpSpLocks/>
              </p:cNvGrpSpPr>
              <p:nvPr/>
            </p:nvGrpSpPr>
            <p:grpSpPr bwMode="auto">
              <a:xfrm>
                <a:off x="2544" y="1824"/>
                <a:ext cx="720" cy="511"/>
                <a:chOff x="1056" y="1454"/>
                <a:chExt cx="720" cy="511"/>
              </a:xfrm>
            </p:grpSpPr>
            <p:sp>
              <p:nvSpPr>
                <p:cNvPr id="22539" name="Line 91">
                  <a:extLst>
                    <a:ext uri="{FF2B5EF4-FFF2-40B4-BE49-F238E27FC236}">
                      <a16:creationId xmlns:a16="http://schemas.microsoft.com/office/drawing/2014/main" id="{F444C659-CBFE-405C-5A4E-AF75B88DEFFF}"/>
                    </a:ext>
                  </a:extLst>
                </p:cNvPr>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grpSp>
              <p:nvGrpSpPr>
                <p:cNvPr id="22540" name="Group 92">
                  <a:extLst>
                    <a:ext uri="{FF2B5EF4-FFF2-40B4-BE49-F238E27FC236}">
                      <a16:creationId xmlns:a16="http://schemas.microsoft.com/office/drawing/2014/main" id="{54A146C9-9FCD-7C9B-55F7-94A0A239412B}"/>
                    </a:ext>
                  </a:extLst>
                </p:cNvPr>
                <p:cNvGrpSpPr>
                  <a:grpSpLocks/>
                </p:cNvGrpSpPr>
                <p:nvPr/>
              </p:nvGrpSpPr>
              <p:grpSpPr bwMode="auto">
                <a:xfrm>
                  <a:off x="1152" y="1556"/>
                  <a:ext cx="624" cy="409"/>
                  <a:chOff x="1152" y="1556"/>
                  <a:chExt cx="624" cy="409"/>
                </a:xfrm>
              </p:grpSpPr>
              <p:sp>
                <p:nvSpPr>
                  <p:cNvPr id="22541" name="Oval 93">
                    <a:extLst>
                      <a:ext uri="{FF2B5EF4-FFF2-40B4-BE49-F238E27FC236}">
                        <a16:creationId xmlns:a16="http://schemas.microsoft.com/office/drawing/2014/main" id="{04E46A99-42A8-890B-E0B1-3C8DB75F123C}"/>
                      </a:ext>
                    </a:extLst>
                  </p:cNvPr>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
                <p:nvSpPr>
                  <p:cNvPr id="22542" name="Text Box 94">
                    <a:extLst>
                      <a:ext uri="{FF2B5EF4-FFF2-40B4-BE49-F238E27FC236}">
                        <a16:creationId xmlns:a16="http://schemas.microsoft.com/office/drawing/2014/main" id="{196DCEDC-6684-C9F2-D6C8-937C1C20D021}"/>
                      </a:ext>
                    </a:extLst>
                  </p:cNvPr>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14</a:t>
                    </a:r>
                  </a:p>
                </p:txBody>
              </p:sp>
            </p:grpSp>
          </p:grpSp>
        </p:grpSp>
        <p:sp>
          <p:nvSpPr>
            <p:cNvPr id="22536" name="Text Box 95">
              <a:extLst>
                <a:ext uri="{FF2B5EF4-FFF2-40B4-BE49-F238E27FC236}">
                  <a16:creationId xmlns:a16="http://schemas.microsoft.com/office/drawing/2014/main" id="{D6BD9A9F-FD51-F704-F39E-3E3A32D18607}"/>
                </a:ext>
              </a:extLst>
            </p:cNvPr>
            <p:cNvSpPr txBox="1">
              <a:spLocks noChangeArrowheads="1"/>
            </p:cNvSpPr>
            <p:nvPr/>
          </p:nvSpPr>
          <p:spPr bwMode="auto">
            <a:xfrm>
              <a:off x="864" y="172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fontAlgn="base">
                <a:spcBef>
                  <a:spcPct val="50000"/>
                </a:spcBef>
                <a:spcAft>
                  <a:spcPct val="0"/>
                </a:spcAft>
                <a:buClrTx/>
                <a:buSzTx/>
                <a:buNone/>
              </a:pPr>
              <a:r>
                <a:rPr lang="en-US" altLang="en-US" sz="1800">
                  <a:solidFill>
                    <a:srgbClr val="FFFFFF"/>
                  </a:solidFill>
                  <a:latin typeface="Times New Roman" panose="02020603050405020304" pitchFamily="18" charset="0"/>
                </a:rPr>
                <a:t>Fig 15</a:t>
              </a:r>
            </a:p>
          </p:txBody>
        </p:sp>
      </p:grpSp>
      <p:sp>
        <p:nvSpPr>
          <p:cNvPr id="22532" name="Line 98">
            <a:extLst>
              <a:ext uri="{FF2B5EF4-FFF2-40B4-BE49-F238E27FC236}">
                <a16:creationId xmlns:a16="http://schemas.microsoft.com/office/drawing/2014/main" id="{C7556784-7B01-DAAD-9290-7FE180C397D2}"/>
              </a:ext>
            </a:extLst>
          </p:cNvPr>
          <p:cNvSpPr>
            <a:spLocks noChangeShapeType="1"/>
          </p:cNvSpPr>
          <p:nvPr/>
        </p:nvSpPr>
        <p:spPr bwMode="auto">
          <a:xfrm>
            <a:off x="5410200" y="2236788"/>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000" b="1">
              <a:solidFill>
                <a:srgbClr val="FFFFFF"/>
              </a:solidFill>
              <a:latin typeface="Arial" panose="020B0604020202020204" pitchFamily="34" charset="0"/>
            </a:endParaRPr>
          </a:p>
        </p:txBody>
      </p:sp>
      <p:sp>
        <p:nvSpPr>
          <p:cNvPr id="22533" name="Text Box 99">
            <a:extLst>
              <a:ext uri="{FF2B5EF4-FFF2-40B4-BE49-F238E27FC236}">
                <a16:creationId xmlns:a16="http://schemas.microsoft.com/office/drawing/2014/main" id="{AB75E920-DD42-07DB-45C0-F4DC12AEC1F7}"/>
              </a:ext>
            </a:extLst>
          </p:cNvPr>
          <p:cNvSpPr txBox="1">
            <a:spLocks noChangeArrowheads="1"/>
          </p:cNvSpPr>
          <p:nvPr/>
        </p:nvSpPr>
        <p:spPr bwMode="auto">
          <a:xfrm>
            <a:off x="4876800" y="1703389"/>
            <a:ext cx="1906588"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None/>
            </a:pPr>
            <a:r>
              <a:rPr lang="en-US" altLang="en-US" sz="2000">
                <a:solidFill>
                  <a:srgbClr val="FF0000"/>
                </a:solidFill>
              </a:rPr>
              <a:t>Double rotation</a:t>
            </a:r>
          </a:p>
        </p:txBody>
      </p:sp>
      <p:sp>
        <p:nvSpPr>
          <p:cNvPr id="22534" name="Oval 143">
            <a:extLst>
              <a:ext uri="{FF2B5EF4-FFF2-40B4-BE49-F238E27FC236}">
                <a16:creationId xmlns:a16="http://schemas.microsoft.com/office/drawing/2014/main" id="{13996587-288A-6A71-8CCA-F07EB258FF03}"/>
              </a:ext>
            </a:extLst>
          </p:cNvPr>
          <p:cNvSpPr>
            <a:spLocks noChangeArrowheads="1"/>
          </p:cNvSpPr>
          <p:nvPr/>
        </p:nvSpPr>
        <p:spPr bwMode="auto">
          <a:xfrm>
            <a:off x="3886200" y="2312988"/>
            <a:ext cx="457200" cy="4572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00CCCC"/>
              </a:buClr>
              <a:buFont typeface="Monotype Sorts" pitchFamily="2" charset="2"/>
              <a:buChar char="l"/>
            </a:pPr>
            <a:endParaRPr lang="en-US" altLang="en-US" sz="2000" b="1">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50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853389"/>
            <a:ext cx="8229600" cy="45719"/>
          </a:xfrm>
        </p:spPr>
        <p:txBody>
          <a:bodyPr>
            <a:normAutofit fontScale="90000"/>
          </a:bodyPr>
          <a:lstStyle/>
          <a:p>
            <a:r>
              <a:rPr lang="en-US"/>
              <a:t>AVL Tree : </a:t>
            </a:r>
            <a:r>
              <a:t>Deletion </a:t>
            </a:r>
          </a:p>
        </p:txBody>
      </p:sp>
      <p:sp>
        <p:nvSpPr>
          <p:cNvPr id="3" name="Content Placeholder 2"/>
          <p:cNvSpPr>
            <a:spLocks noGrp="1"/>
          </p:cNvSpPr>
          <p:nvPr>
            <p:ph idx="1"/>
          </p:nvPr>
        </p:nvSpPr>
        <p:spPr>
          <a:xfrm>
            <a:off x="2068552" y="1236662"/>
            <a:ext cx="8324386" cy="4493640"/>
          </a:xfrm>
        </p:spPr>
        <p:txBody>
          <a:bodyPr>
            <a:noAutofit/>
          </a:bodyPr>
          <a:lstStyle/>
          <a:p>
            <a:pPr marL="0" indent="0">
              <a:buNone/>
            </a:pPr>
            <a:r>
              <a:rPr sz="2400"/>
              <a:t>Algorithm:</a:t>
            </a:r>
          </a:p>
          <a:p>
            <a:pPr marL="0" indent="0">
              <a:buNone/>
            </a:pPr>
            <a:r>
              <a:rPr sz="2400"/>
              <a:t>Case 1: Node with No Children (Leaf Node)</a:t>
            </a:r>
          </a:p>
          <a:p>
            <a:pPr marL="0" indent="0">
              <a:buNone/>
            </a:pPr>
            <a:r>
              <a:rPr sz="2400"/>
              <a:t>Example: Deleting node 1 .</a:t>
            </a:r>
          </a:p>
          <a:p>
            <a:pPr marL="0" indent="0">
              <a:buNone/>
            </a:pPr>
            <a:r>
              <a:rPr sz="2400"/>
              <a:t>        8</a:t>
            </a:r>
          </a:p>
          <a:p>
            <a:pPr marL="0" indent="0">
              <a:buNone/>
            </a:pPr>
            <a:r>
              <a:rPr sz="2400"/>
              <a:t>       /</a:t>
            </a:r>
            <a:r>
              <a:rPr lang="en-US" sz="2400"/>
              <a:t>  </a:t>
            </a:r>
            <a:r>
              <a:rPr sz="2400"/>
              <a:t> \</a:t>
            </a:r>
          </a:p>
          <a:p>
            <a:pPr marL="0" indent="0">
              <a:buNone/>
            </a:pPr>
            <a:r>
              <a:rPr sz="2400"/>
              <a:t>      3   </a:t>
            </a:r>
            <a:r>
              <a:rPr lang="en-US" sz="2400"/>
              <a:t> </a:t>
            </a:r>
            <a:r>
              <a:rPr sz="2400"/>
              <a:t>10</a:t>
            </a:r>
          </a:p>
          <a:p>
            <a:pPr marL="0" indent="0">
              <a:buNone/>
            </a:pPr>
            <a:r>
              <a:rPr sz="2400"/>
              <a:t>     / </a:t>
            </a:r>
            <a:r>
              <a:rPr lang="en-US" sz="2400"/>
              <a:t> </a:t>
            </a:r>
            <a:r>
              <a:rPr sz="2400"/>
              <a:t>\ </a:t>
            </a:r>
            <a:r>
              <a:rPr lang="en-US" sz="2400"/>
              <a:t>    /   </a:t>
            </a:r>
            <a:r>
              <a:rPr sz="2400"/>
              <a:t>\</a:t>
            </a:r>
          </a:p>
          <a:p>
            <a:pPr marL="0" indent="0">
              <a:buNone/>
            </a:pPr>
            <a:r>
              <a:rPr sz="2400"/>
              <a:t>    </a:t>
            </a:r>
            <a:r>
              <a:rPr lang="en-US" sz="2400"/>
              <a:t>1</a:t>
            </a:r>
            <a:r>
              <a:rPr sz="2400"/>
              <a:t>   6 </a:t>
            </a:r>
            <a:r>
              <a:rPr lang="en-US" sz="2400"/>
              <a:t> 9</a:t>
            </a:r>
            <a:r>
              <a:rPr sz="2400"/>
              <a:t> </a:t>
            </a:r>
            <a:r>
              <a:rPr lang="en-US" sz="2400"/>
              <a:t>  </a:t>
            </a:r>
            <a:r>
              <a:rPr sz="2400"/>
              <a:t>14</a:t>
            </a:r>
          </a:p>
          <a:p>
            <a:pPr marL="0" indent="0">
              <a:buNone/>
            </a:pPr>
            <a:r>
              <a:rPr sz="2400"/>
              <a:t>      </a:t>
            </a:r>
            <a:r>
              <a:rPr lang="en-US" sz="2400"/>
              <a:t>  </a:t>
            </a:r>
            <a:r>
              <a:rPr sz="2400"/>
              <a:t> / \   </a:t>
            </a:r>
            <a:r>
              <a:rPr lang="en-US" sz="2400"/>
              <a:t>   </a:t>
            </a:r>
            <a:r>
              <a:rPr sz="2400"/>
              <a:t>/</a:t>
            </a:r>
          </a:p>
          <a:p>
            <a:pPr marL="0" indent="0">
              <a:buNone/>
            </a:pPr>
            <a:r>
              <a:rPr sz="2400"/>
              <a:t>      </a:t>
            </a:r>
            <a:r>
              <a:rPr lang="en-US" sz="2400"/>
              <a:t> </a:t>
            </a:r>
            <a:r>
              <a:rPr sz="2400"/>
              <a:t>4   7</a:t>
            </a:r>
            <a:r>
              <a:rPr lang="en-US" sz="2400"/>
              <a:t> </a:t>
            </a:r>
            <a:r>
              <a:rPr sz="2400"/>
              <a:t> 13</a:t>
            </a:r>
          </a:p>
          <a:p>
            <a:pPr marL="0" indent="0">
              <a:buNone/>
            </a:pPr>
            <a:r>
              <a:rPr sz="2400"/>
              <a:t>Explanation: Node 1 is a leaf node. Simply remove it.</a:t>
            </a:r>
            <a:r>
              <a:rPr lang="en-US" sz="2400"/>
              <a:t> Check for AVL tree property violations</a:t>
            </a:r>
            <a:endParaRPr sz="2400"/>
          </a:p>
          <a:p>
            <a:pPr marL="0" indent="0">
              <a:buNone/>
            </a:pPr>
            <a:endParaRPr sz="1800"/>
          </a:p>
        </p:txBody>
      </p:sp>
      <p:sp>
        <p:nvSpPr>
          <p:cNvPr id="4" name="TextBox 3">
            <a:extLst>
              <a:ext uri="{FF2B5EF4-FFF2-40B4-BE49-F238E27FC236}">
                <a16:creationId xmlns:a16="http://schemas.microsoft.com/office/drawing/2014/main" id="{58C6534F-7E15-1529-D04C-48918DF6940D}"/>
              </a:ext>
            </a:extLst>
          </p:cNvPr>
          <p:cNvSpPr txBox="1"/>
          <p:nvPr/>
        </p:nvSpPr>
        <p:spPr>
          <a:xfrm>
            <a:off x="8564137" y="2564781"/>
            <a:ext cx="2865863" cy="2954655"/>
          </a:xfrm>
          <a:prstGeom prst="rect">
            <a:avLst/>
          </a:prstGeom>
          <a:noFill/>
        </p:spPr>
        <p:txBody>
          <a:bodyPr wrap="square" rtlCol="0">
            <a:spAutoFit/>
          </a:bodyPr>
          <a:lstStyle/>
          <a:p>
            <a:pPr marL="0" indent="0">
              <a:buNone/>
            </a:pPr>
            <a:r>
              <a:rPr lang="en-US" sz="2400"/>
              <a:t>        8</a:t>
            </a:r>
          </a:p>
          <a:p>
            <a:pPr marL="0" indent="0">
              <a:buNone/>
            </a:pPr>
            <a:r>
              <a:rPr lang="en-US" sz="2400"/>
              <a:t>       /   \</a:t>
            </a:r>
          </a:p>
          <a:p>
            <a:pPr marL="0" indent="0">
              <a:buNone/>
            </a:pPr>
            <a:r>
              <a:rPr lang="en-US" sz="2400"/>
              <a:t>      6    10</a:t>
            </a:r>
          </a:p>
          <a:p>
            <a:pPr marL="0" indent="0">
              <a:buNone/>
            </a:pPr>
            <a:r>
              <a:rPr lang="en-US" sz="2400"/>
              <a:t>     /  \     /   \</a:t>
            </a:r>
          </a:p>
          <a:p>
            <a:pPr marL="0" indent="0">
              <a:buNone/>
            </a:pPr>
            <a:r>
              <a:rPr lang="en-US" sz="2400"/>
              <a:t>    3   7  9   14</a:t>
            </a:r>
          </a:p>
          <a:p>
            <a:pPr marL="0" indent="0">
              <a:buNone/>
            </a:pPr>
            <a:r>
              <a:rPr lang="en-US" sz="2400"/>
              <a:t>      \            /</a:t>
            </a:r>
          </a:p>
          <a:p>
            <a:pPr marL="0" indent="0">
              <a:buNone/>
            </a:pPr>
            <a:r>
              <a:rPr lang="en-US" sz="2400"/>
              <a:t>       4       13</a:t>
            </a:r>
          </a:p>
          <a:p>
            <a:endParaRPr lang="en-US"/>
          </a:p>
        </p:txBody>
      </p:sp>
      <p:sp>
        <p:nvSpPr>
          <p:cNvPr id="5" name="TextBox 4">
            <a:extLst>
              <a:ext uri="{FF2B5EF4-FFF2-40B4-BE49-F238E27FC236}">
                <a16:creationId xmlns:a16="http://schemas.microsoft.com/office/drawing/2014/main" id="{8B542136-D610-CD82-5E42-2DBA286F4A5E}"/>
              </a:ext>
            </a:extLst>
          </p:cNvPr>
          <p:cNvSpPr txBox="1"/>
          <p:nvPr/>
        </p:nvSpPr>
        <p:spPr>
          <a:xfrm>
            <a:off x="5921297" y="3597776"/>
            <a:ext cx="1806497" cy="369332"/>
          </a:xfrm>
          <a:prstGeom prst="rect">
            <a:avLst/>
          </a:prstGeom>
          <a:noFill/>
        </p:spPr>
        <p:txBody>
          <a:bodyPr wrap="square" rtlCol="0">
            <a:spAutoFit/>
          </a:bodyPr>
          <a:lstStyle/>
          <a:p>
            <a:r>
              <a:rPr lang="en-US"/>
              <a:t>Single Rotation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141D8-A5D4-AEEA-FE6C-921961F81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BC0C7-86D0-F2DE-0487-568DB01F8890}"/>
              </a:ext>
            </a:extLst>
          </p:cNvPr>
          <p:cNvSpPr>
            <a:spLocks noGrp="1"/>
          </p:cNvSpPr>
          <p:nvPr>
            <p:ph type="title"/>
          </p:nvPr>
        </p:nvSpPr>
        <p:spPr>
          <a:xfrm>
            <a:off x="1981200" y="798746"/>
            <a:ext cx="8229600" cy="45719"/>
          </a:xfrm>
        </p:spPr>
        <p:txBody>
          <a:bodyPr>
            <a:normAutofit fontScale="90000"/>
          </a:bodyPr>
          <a:lstStyle/>
          <a:p>
            <a:r>
              <a:rPr lang="en-US"/>
              <a:t>AVL Tree : </a:t>
            </a:r>
            <a:r>
              <a:t>Deletion</a:t>
            </a:r>
          </a:p>
        </p:txBody>
      </p:sp>
      <p:sp>
        <p:nvSpPr>
          <p:cNvPr id="3" name="Content Placeholder 2">
            <a:extLst>
              <a:ext uri="{FF2B5EF4-FFF2-40B4-BE49-F238E27FC236}">
                <a16:creationId xmlns:a16="http://schemas.microsoft.com/office/drawing/2014/main" id="{EAE7A2D0-181D-9669-15D8-1CC2898D74A0}"/>
              </a:ext>
            </a:extLst>
          </p:cNvPr>
          <p:cNvSpPr>
            <a:spLocks noGrp="1"/>
          </p:cNvSpPr>
          <p:nvPr>
            <p:ph idx="1"/>
          </p:nvPr>
        </p:nvSpPr>
        <p:spPr>
          <a:xfrm>
            <a:off x="1426030" y="1178206"/>
            <a:ext cx="8784770" cy="5995851"/>
          </a:xfrm>
        </p:spPr>
        <p:txBody>
          <a:bodyPr>
            <a:noAutofit/>
          </a:bodyPr>
          <a:lstStyle/>
          <a:p>
            <a:pPr marL="0" indent="0">
              <a:buNone/>
            </a:pPr>
            <a:endParaRPr sz="1800"/>
          </a:p>
          <a:p>
            <a:pPr marL="0" indent="0">
              <a:buNone/>
            </a:pPr>
            <a:r>
              <a:rPr sz="2400"/>
              <a:t>Case 2: Node with One Child</a:t>
            </a:r>
          </a:p>
          <a:p>
            <a:pPr marL="0" indent="0">
              <a:buNone/>
            </a:pPr>
            <a:r>
              <a:rPr lang="en-US" sz="2400"/>
              <a:t>Example: Deleting node 14</a:t>
            </a:r>
          </a:p>
          <a:p>
            <a:pPr marL="0" indent="0">
              <a:buNone/>
            </a:pPr>
            <a:r>
              <a:rPr sz="2400"/>
              <a:t>        8</a:t>
            </a:r>
          </a:p>
          <a:p>
            <a:pPr marL="0" indent="0">
              <a:buNone/>
            </a:pPr>
            <a:r>
              <a:rPr sz="2400"/>
              <a:t>       / </a:t>
            </a:r>
            <a:r>
              <a:rPr lang="en-US" sz="2400"/>
              <a:t>  </a:t>
            </a:r>
            <a:r>
              <a:rPr sz="2400"/>
              <a:t>\</a:t>
            </a:r>
          </a:p>
          <a:p>
            <a:pPr marL="0" indent="0">
              <a:buNone/>
            </a:pPr>
            <a:r>
              <a:rPr sz="2400"/>
              <a:t>      3   </a:t>
            </a:r>
            <a:r>
              <a:rPr lang="en-US" sz="2400"/>
              <a:t>  </a:t>
            </a:r>
            <a:r>
              <a:rPr sz="2400"/>
              <a:t>10</a:t>
            </a:r>
          </a:p>
          <a:p>
            <a:pPr marL="0" indent="0">
              <a:buNone/>
            </a:pPr>
            <a:r>
              <a:rPr sz="2400"/>
              <a:t>     / </a:t>
            </a:r>
            <a:r>
              <a:rPr lang="en-US" sz="2400"/>
              <a:t> </a:t>
            </a:r>
            <a:r>
              <a:rPr sz="2400"/>
              <a:t>\ </a:t>
            </a:r>
            <a:r>
              <a:rPr lang="en-US" sz="2400"/>
              <a:t>    /  </a:t>
            </a:r>
            <a:r>
              <a:rPr sz="2400"/>
              <a:t> \</a:t>
            </a:r>
          </a:p>
          <a:p>
            <a:pPr marL="0" indent="0">
              <a:buNone/>
            </a:pPr>
            <a:r>
              <a:rPr sz="2400"/>
              <a:t>    1   6 </a:t>
            </a:r>
            <a:r>
              <a:rPr lang="en-US" sz="2400"/>
              <a:t> 9</a:t>
            </a:r>
            <a:r>
              <a:rPr sz="2400"/>
              <a:t>   13</a:t>
            </a:r>
          </a:p>
          <a:p>
            <a:pPr marL="0" indent="0">
              <a:buNone/>
            </a:pPr>
            <a:r>
              <a:rPr sz="2400"/>
              <a:t>      </a:t>
            </a:r>
            <a:r>
              <a:rPr lang="en-US" sz="2400"/>
              <a:t> </a:t>
            </a:r>
            <a:r>
              <a:rPr sz="2400"/>
              <a:t> /</a:t>
            </a:r>
            <a:r>
              <a:rPr lang="en-US" sz="2400"/>
              <a:t> </a:t>
            </a:r>
            <a:r>
              <a:rPr sz="2400"/>
              <a:t> \</a:t>
            </a:r>
          </a:p>
          <a:p>
            <a:pPr marL="0" indent="0">
              <a:buNone/>
            </a:pPr>
            <a:r>
              <a:rPr sz="2400"/>
              <a:t>      4  </a:t>
            </a:r>
            <a:r>
              <a:rPr lang="en-US" sz="2400"/>
              <a:t> </a:t>
            </a:r>
            <a:r>
              <a:rPr sz="2400"/>
              <a:t> 7</a:t>
            </a:r>
          </a:p>
          <a:p>
            <a:pPr marL="0" indent="0">
              <a:buNone/>
            </a:pPr>
            <a:r>
              <a:rPr sz="2400"/>
              <a:t>Explanation: Node 14 has one child (13). Remove node 14 and link 13 directly to 10.</a:t>
            </a:r>
            <a:r>
              <a:rPr lang="en-US" sz="2400"/>
              <a:t> Check for AVL tree property violations</a:t>
            </a:r>
            <a:endParaRPr sz="2400"/>
          </a:p>
          <a:p>
            <a:pPr marL="0" indent="0">
              <a:buNone/>
            </a:pPr>
            <a:endParaRPr sz="1800"/>
          </a:p>
        </p:txBody>
      </p:sp>
      <p:sp>
        <p:nvSpPr>
          <p:cNvPr id="4" name="TextBox 3">
            <a:extLst>
              <a:ext uri="{FF2B5EF4-FFF2-40B4-BE49-F238E27FC236}">
                <a16:creationId xmlns:a16="http://schemas.microsoft.com/office/drawing/2014/main" id="{3F16B89E-25EE-1077-E542-8ECC4FEAEF3A}"/>
              </a:ext>
            </a:extLst>
          </p:cNvPr>
          <p:cNvSpPr txBox="1"/>
          <p:nvPr/>
        </p:nvSpPr>
        <p:spPr>
          <a:xfrm>
            <a:off x="6824547" y="1178206"/>
            <a:ext cx="3735659" cy="2677656"/>
          </a:xfrm>
          <a:prstGeom prst="rect">
            <a:avLst/>
          </a:prstGeom>
          <a:noFill/>
        </p:spPr>
        <p:txBody>
          <a:bodyPr wrap="square" rtlCol="0">
            <a:spAutoFit/>
          </a:bodyPr>
          <a:lstStyle/>
          <a:p>
            <a:pPr marL="0" indent="0">
              <a:buNone/>
            </a:pPr>
            <a:r>
              <a:rPr lang="en-US" sz="2400"/>
              <a:t>        8</a:t>
            </a:r>
          </a:p>
          <a:p>
            <a:pPr marL="0" indent="0">
              <a:buNone/>
            </a:pPr>
            <a:r>
              <a:rPr lang="en-US" sz="2400"/>
              <a:t>       /   \</a:t>
            </a:r>
          </a:p>
          <a:p>
            <a:pPr marL="0" indent="0">
              <a:buNone/>
            </a:pPr>
            <a:r>
              <a:rPr lang="en-US" sz="2400"/>
              <a:t>      3    10</a:t>
            </a:r>
          </a:p>
          <a:p>
            <a:pPr marL="0" indent="0">
              <a:buNone/>
            </a:pPr>
            <a:r>
              <a:rPr lang="en-US" sz="2400"/>
              <a:t>     /  \     /   \</a:t>
            </a:r>
          </a:p>
          <a:p>
            <a:pPr marL="0" indent="0">
              <a:buNone/>
            </a:pPr>
            <a:r>
              <a:rPr lang="en-US" sz="2400"/>
              <a:t>    1   6  9   14</a:t>
            </a:r>
          </a:p>
          <a:p>
            <a:pPr marL="0" indent="0">
              <a:buNone/>
            </a:pPr>
            <a:r>
              <a:rPr lang="en-US" sz="2400"/>
              <a:t>        / \       /</a:t>
            </a:r>
          </a:p>
          <a:p>
            <a:pPr marL="0" indent="0">
              <a:buNone/>
            </a:pPr>
            <a:r>
              <a:rPr lang="en-US" sz="2400"/>
              <a:t>      4   7    13</a:t>
            </a:r>
          </a:p>
        </p:txBody>
      </p:sp>
    </p:spTree>
    <p:extLst>
      <p:ext uri="{BB962C8B-B14F-4D97-AF65-F5344CB8AC3E}">
        <p14:creationId xmlns:p14="http://schemas.microsoft.com/office/powerpoint/2010/main" val="13136987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D607C-9A55-4D81-AA4A-308617E8F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D487D-57A0-275E-1A3B-837AB1DB8394}"/>
              </a:ext>
            </a:extLst>
          </p:cNvPr>
          <p:cNvSpPr>
            <a:spLocks noGrp="1"/>
          </p:cNvSpPr>
          <p:nvPr>
            <p:ph type="title"/>
          </p:nvPr>
        </p:nvSpPr>
        <p:spPr>
          <a:xfrm>
            <a:off x="1981200" y="617137"/>
            <a:ext cx="8229600" cy="45719"/>
          </a:xfrm>
        </p:spPr>
        <p:txBody>
          <a:bodyPr>
            <a:normAutofit fontScale="90000"/>
          </a:bodyPr>
          <a:lstStyle/>
          <a:p>
            <a:r>
              <a:rPr lang="en-US"/>
              <a:t>AVL Tree : </a:t>
            </a:r>
            <a:r>
              <a:t>Deletion</a:t>
            </a:r>
          </a:p>
        </p:txBody>
      </p:sp>
      <p:sp>
        <p:nvSpPr>
          <p:cNvPr id="3" name="Content Placeholder 2">
            <a:extLst>
              <a:ext uri="{FF2B5EF4-FFF2-40B4-BE49-F238E27FC236}">
                <a16:creationId xmlns:a16="http://schemas.microsoft.com/office/drawing/2014/main" id="{7585F94F-E0E9-72EF-924F-94967DFD78A6}"/>
              </a:ext>
            </a:extLst>
          </p:cNvPr>
          <p:cNvSpPr>
            <a:spLocks noGrp="1"/>
          </p:cNvSpPr>
          <p:nvPr>
            <p:ph idx="1"/>
          </p:nvPr>
        </p:nvSpPr>
        <p:spPr>
          <a:xfrm>
            <a:off x="1489483" y="895918"/>
            <a:ext cx="8969829" cy="5995851"/>
          </a:xfrm>
        </p:spPr>
        <p:txBody>
          <a:bodyPr>
            <a:noAutofit/>
          </a:bodyPr>
          <a:lstStyle/>
          <a:p>
            <a:pPr marL="0" indent="0">
              <a:buNone/>
            </a:pPr>
            <a:endParaRPr sz="1800"/>
          </a:p>
          <a:p>
            <a:pPr marL="0" indent="0">
              <a:buNone/>
            </a:pPr>
            <a:r>
              <a:rPr sz="2400"/>
              <a:t>Case 3: Node with Two Children</a:t>
            </a:r>
          </a:p>
          <a:p>
            <a:pPr marL="0" indent="0">
              <a:buNone/>
            </a:pPr>
            <a:r>
              <a:rPr sz="2400"/>
              <a:t>Example: Deleting node 3 .</a:t>
            </a:r>
          </a:p>
          <a:p>
            <a:pPr marL="0" indent="0">
              <a:buNone/>
            </a:pPr>
            <a:r>
              <a:rPr sz="2400"/>
              <a:t>        8</a:t>
            </a:r>
          </a:p>
          <a:p>
            <a:pPr marL="0" indent="0">
              <a:buNone/>
            </a:pPr>
            <a:r>
              <a:rPr sz="2400"/>
              <a:t>       / </a:t>
            </a:r>
            <a:r>
              <a:rPr lang="en-US" sz="2400"/>
              <a:t>   </a:t>
            </a:r>
            <a:r>
              <a:rPr sz="2400"/>
              <a:t>\</a:t>
            </a:r>
          </a:p>
          <a:p>
            <a:pPr marL="0" indent="0">
              <a:buNone/>
            </a:pPr>
            <a:r>
              <a:rPr sz="2400"/>
              <a:t>      4   </a:t>
            </a:r>
            <a:r>
              <a:rPr lang="en-US" sz="2400"/>
              <a:t>  </a:t>
            </a:r>
            <a:r>
              <a:rPr sz="2400"/>
              <a:t>10</a:t>
            </a:r>
          </a:p>
          <a:p>
            <a:pPr marL="0" indent="0">
              <a:buNone/>
            </a:pPr>
            <a:r>
              <a:rPr sz="2400"/>
              <a:t>     / </a:t>
            </a:r>
            <a:r>
              <a:rPr lang="en-US" sz="2400"/>
              <a:t> </a:t>
            </a:r>
            <a:r>
              <a:rPr sz="2400"/>
              <a:t>\ </a:t>
            </a:r>
            <a:r>
              <a:rPr lang="en-US" sz="2400"/>
              <a:t>    /  </a:t>
            </a:r>
            <a:r>
              <a:rPr sz="2400"/>
              <a:t>\</a:t>
            </a:r>
          </a:p>
          <a:p>
            <a:pPr marL="0" indent="0">
              <a:buNone/>
            </a:pPr>
            <a:r>
              <a:rPr sz="2400"/>
              <a:t>    1   6  </a:t>
            </a:r>
            <a:r>
              <a:rPr lang="en-US" sz="2400"/>
              <a:t>9</a:t>
            </a:r>
            <a:r>
              <a:rPr sz="2400"/>
              <a:t>  14</a:t>
            </a:r>
          </a:p>
          <a:p>
            <a:pPr marL="0" indent="0">
              <a:buNone/>
            </a:pPr>
            <a:r>
              <a:rPr sz="2400"/>
              <a:t>       </a:t>
            </a:r>
            <a:r>
              <a:rPr lang="en-US" sz="2400"/>
              <a:t>  </a:t>
            </a:r>
            <a:r>
              <a:rPr sz="2400"/>
              <a:t> \   </a:t>
            </a:r>
            <a:r>
              <a:rPr lang="en-US" sz="2400"/>
              <a:t>    </a:t>
            </a:r>
            <a:r>
              <a:rPr sz="2400"/>
              <a:t>/</a:t>
            </a:r>
          </a:p>
          <a:p>
            <a:pPr marL="0" indent="0">
              <a:buNone/>
            </a:pPr>
            <a:r>
              <a:rPr sz="2400"/>
              <a:t>      </a:t>
            </a:r>
            <a:r>
              <a:rPr lang="en-US" sz="2400"/>
              <a:t> </a:t>
            </a:r>
            <a:r>
              <a:rPr sz="2400"/>
              <a:t>   7 </a:t>
            </a:r>
            <a:r>
              <a:rPr lang="en-US" sz="2400"/>
              <a:t>    </a:t>
            </a:r>
            <a:r>
              <a:rPr sz="2400"/>
              <a:t>13</a:t>
            </a:r>
          </a:p>
          <a:p>
            <a:pPr marL="0" indent="0">
              <a:buNone/>
            </a:pPr>
            <a:r>
              <a:rPr sz="2400"/>
              <a:t>Explanation: Node 3 has two children (1 and 6). Find the in-order successor (4), swap values, and delete the successor.</a:t>
            </a:r>
            <a:r>
              <a:rPr lang="en-US" sz="2400"/>
              <a:t>.  Check for AVL tree property violations</a:t>
            </a:r>
            <a:endParaRPr sz="2400"/>
          </a:p>
        </p:txBody>
      </p:sp>
      <p:sp>
        <p:nvSpPr>
          <p:cNvPr id="4" name="TextBox 3">
            <a:extLst>
              <a:ext uri="{FF2B5EF4-FFF2-40B4-BE49-F238E27FC236}">
                <a16:creationId xmlns:a16="http://schemas.microsoft.com/office/drawing/2014/main" id="{A107EB4B-7DC2-D688-082D-FC0E1D1DB79C}"/>
              </a:ext>
            </a:extLst>
          </p:cNvPr>
          <p:cNvSpPr txBox="1"/>
          <p:nvPr/>
        </p:nvSpPr>
        <p:spPr>
          <a:xfrm>
            <a:off x="7879929" y="617137"/>
            <a:ext cx="2721428" cy="2677656"/>
          </a:xfrm>
          <a:prstGeom prst="rect">
            <a:avLst/>
          </a:prstGeom>
          <a:noFill/>
        </p:spPr>
        <p:txBody>
          <a:bodyPr wrap="square" rtlCol="0">
            <a:spAutoFit/>
          </a:bodyPr>
          <a:lstStyle/>
          <a:p>
            <a:r>
              <a:rPr lang="en-US" sz="2400"/>
              <a:t>        8</a:t>
            </a:r>
          </a:p>
          <a:p>
            <a:r>
              <a:rPr lang="en-US" sz="2400"/>
              <a:t>       /   \</a:t>
            </a:r>
          </a:p>
          <a:p>
            <a:r>
              <a:rPr lang="en-US" sz="2400"/>
              <a:t>      3    10</a:t>
            </a:r>
          </a:p>
          <a:p>
            <a:r>
              <a:rPr lang="en-US" sz="2400"/>
              <a:t>     /  \     /  \</a:t>
            </a:r>
          </a:p>
          <a:p>
            <a:r>
              <a:rPr lang="en-US" sz="2400"/>
              <a:t>    1   6  9  14</a:t>
            </a:r>
          </a:p>
          <a:p>
            <a:r>
              <a:rPr lang="en-US" sz="2400"/>
              <a:t>       /   \     /</a:t>
            </a:r>
          </a:p>
          <a:p>
            <a:r>
              <a:rPr lang="en-US" sz="2400"/>
              <a:t>      4   7  13</a:t>
            </a:r>
          </a:p>
        </p:txBody>
      </p:sp>
    </p:spTree>
    <p:extLst>
      <p:ext uri="{BB962C8B-B14F-4D97-AF65-F5344CB8AC3E}">
        <p14:creationId xmlns:p14="http://schemas.microsoft.com/office/powerpoint/2010/main" val="402301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1">
            <a:extLst>
              <a:ext uri="{FF2B5EF4-FFF2-40B4-BE49-F238E27FC236}">
                <a16:creationId xmlns:a16="http://schemas.microsoft.com/office/drawing/2014/main" id="{C23CABEA-F8CD-1331-AC27-F03F60E36532}"/>
              </a:ext>
            </a:extLst>
          </p:cNvPr>
          <p:cNvSpPr txBox="1">
            <a:spLocks noChangeArrowheads="1"/>
          </p:cNvSpPr>
          <p:nvPr/>
        </p:nvSpPr>
        <p:spPr bwMode="auto">
          <a:xfrm>
            <a:off x="2362200" y="1219201"/>
            <a:ext cx="7086600"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75000"/>
              <a:buFont typeface="Monotype Sorts" pitchFamily="2" charset="2"/>
              <a:buChar char="*"/>
              <a:defRPr sz="2800">
                <a:solidFill>
                  <a:schemeClr val="tx1"/>
                </a:solidFill>
                <a:latin typeface="Arial" panose="020B0604020202020204" pitchFamily="34" charset="0"/>
              </a:defRPr>
            </a:lvl1pPr>
            <a:lvl2pPr marL="742950" indent="-285750">
              <a:spcBef>
                <a:spcPct val="20000"/>
              </a:spcBef>
              <a:buClr>
                <a:schemeClr val="folHlink"/>
              </a:buClr>
              <a:buSzPct val="80000"/>
              <a:buFont typeface="Monotype Sorts" pitchFamily="2" charset="2"/>
              <a:buChar char="n"/>
              <a:defRPr sz="2400">
                <a:solidFill>
                  <a:schemeClr val="tx1"/>
                </a:solidFill>
                <a:latin typeface="Arial" panose="020B0604020202020204" pitchFamily="34" charset="0"/>
              </a:defRPr>
            </a:lvl2pPr>
            <a:lvl3pPr marL="1143000" indent="-228600">
              <a:spcBef>
                <a:spcPct val="20000"/>
              </a:spcBef>
              <a:buClr>
                <a:schemeClr val="folHlink"/>
              </a:buClr>
              <a:buSzPct val="80000"/>
              <a:buFont typeface="Wingdings" panose="05000000000000000000" pitchFamily="2" charset="2"/>
              <a:buChar char="1"/>
              <a:defRPr sz="2000">
                <a:solidFill>
                  <a:schemeClr val="tx1"/>
                </a:solidFill>
                <a:latin typeface="Arial" panose="020B0604020202020204" pitchFamily="34" charset="0"/>
              </a:defRPr>
            </a:lvl3pPr>
            <a:lvl4pPr marL="1600200" indent="-228600">
              <a:spcBef>
                <a:spcPct val="20000"/>
              </a:spcBef>
              <a:buClr>
                <a:schemeClr val="tx2"/>
              </a:buClr>
              <a:buSzPct val="65000"/>
              <a:buFont typeface="Monotype Sorts" pitchFamily="2" charset="2"/>
              <a:buChar char="l"/>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Monotype Sort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Monotype Sorts"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SzTx/>
              <a:buNone/>
            </a:pPr>
            <a:r>
              <a:rPr lang="en-US" altLang="en-US" sz="2000" b="1">
                <a:solidFill>
                  <a:srgbClr val="FFFFFF"/>
                </a:solidFill>
              </a:rPr>
              <a:t>Create Avl tree with following keys</a:t>
            </a:r>
          </a:p>
          <a:p>
            <a:pPr eaLnBrk="0" fontAlgn="base" hangingPunct="0">
              <a:spcBef>
                <a:spcPct val="0"/>
              </a:spcBef>
              <a:spcAft>
                <a:spcPct val="0"/>
              </a:spcAft>
              <a:buClrTx/>
              <a:buSzTx/>
              <a:buNone/>
            </a:pPr>
            <a:endParaRPr lang="en-US" altLang="en-US" sz="2000" b="1">
              <a:solidFill>
                <a:srgbClr val="FFFFFF"/>
              </a:solidFill>
            </a:endParaRPr>
          </a:p>
          <a:p>
            <a:pPr eaLnBrk="0" fontAlgn="base" hangingPunct="0">
              <a:spcBef>
                <a:spcPct val="0"/>
              </a:spcBef>
              <a:spcAft>
                <a:spcPct val="0"/>
              </a:spcAft>
              <a:buClrTx/>
              <a:buSzTx/>
              <a:buNone/>
            </a:pPr>
            <a:endParaRPr lang="en-US" altLang="en-US" sz="2000" b="1">
              <a:solidFill>
                <a:srgbClr val="FFFFFF"/>
              </a:solidFill>
            </a:endParaRPr>
          </a:p>
          <a:p>
            <a:pPr eaLnBrk="0" fontAlgn="base" hangingPunct="0">
              <a:spcBef>
                <a:spcPct val="0"/>
              </a:spcBef>
              <a:spcAft>
                <a:spcPct val="0"/>
              </a:spcAft>
              <a:buClrTx/>
              <a:buSzTx/>
              <a:buNone/>
            </a:pPr>
            <a:r>
              <a:rPr lang="en-US" altLang="en-US" sz="2000" b="1">
                <a:solidFill>
                  <a:srgbClr val="FFFFFF"/>
                </a:solidFill>
              </a:rPr>
              <a:t>30, 40, 25, 20, 5, 50, 45, 48, 60, 70, 65, 80, 90, 100, 10, 2</a:t>
            </a:r>
          </a:p>
          <a:p>
            <a:pPr eaLnBrk="0" fontAlgn="base" hangingPunct="0">
              <a:spcBef>
                <a:spcPct val="0"/>
              </a:spcBef>
              <a:spcAft>
                <a:spcPct val="0"/>
              </a:spcAft>
              <a:buClrTx/>
              <a:buSzTx/>
              <a:buNone/>
            </a:pPr>
            <a:endParaRPr lang="en-US" altLang="en-US" sz="2000" b="1">
              <a:solidFill>
                <a:srgbClr val="FFFFFF"/>
              </a:solidFill>
            </a:endParaRPr>
          </a:p>
          <a:p>
            <a:pPr eaLnBrk="0" fontAlgn="base" hangingPunct="0">
              <a:spcBef>
                <a:spcPct val="0"/>
              </a:spcBef>
              <a:spcAft>
                <a:spcPct val="0"/>
              </a:spcAft>
              <a:buClrTx/>
              <a:buSzTx/>
              <a:buNone/>
            </a:pPr>
            <a:endParaRPr lang="en-US" altLang="en-US" sz="2000" b="1">
              <a:solidFill>
                <a:srgbClr val="FFFFFF"/>
              </a:solidFill>
            </a:endParaRPr>
          </a:p>
          <a:p>
            <a:pPr eaLnBrk="0" fontAlgn="base" hangingPunct="0">
              <a:spcBef>
                <a:spcPct val="0"/>
              </a:spcBef>
              <a:spcAft>
                <a:spcPct val="0"/>
              </a:spcAft>
              <a:buClrTx/>
              <a:buSzTx/>
              <a:buNone/>
            </a:pPr>
            <a:endParaRPr lang="en-US" altLang="en-US" sz="2000" b="1">
              <a:solidFill>
                <a:srgbClr val="FFFFFF"/>
              </a:solidFill>
            </a:endParaRPr>
          </a:p>
          <a:p>
            <a:pPr eaLnBrk="0" fontAlgn="base" hangingPunct="0">
              <a:spcBef>
                <a:spcPct val="0"/>
              </a:spcBef>
              <a:spcAft>
                <a:spcPct val="0"/>
              </a:spcAft>
              <a:buClrTx/>
              <a:buSzTx/>
              <a:buNone/>
            </a:pPr>
            <a:endParaRPr lang="en-US" altLang="en-US" sz="2000" b="1">
              <a:solidFill>
                <a:srgbClr val="FFFFFF"/>
              </a:solidFill>
            </a:endParaRPr>
          </a:p>
          <a:p>
            <a:pPr eaLnBrk="0" fontAlgn="base" hangingPunct="0">
              <a:spcBef>
                <a:spcPct val="0"/>
              </a:spcBef>
              <a:spcAft>
                <a:spcPct val="0"/>
              </a:spcAft>
              <a:buClrTx/>
              <a:buSzTx/>
              <a:buNone/>
            </a:pPr>
            <a:endParaRPr lang="en-US" altLang="en-US" sz="2000" b="1">
              <a:solidFill>
                <a:srgbClr val="FFFFFF"/>
              </a:solidFill>
            </a:endParaRPr>
          </a:p>
          <a:p>
            <a:pPr eaLnBrk="0" fontAlgn="base" hangingPunct="0">
              <a:spcBef>
                <a:spcPct val="0"/>
              </a:spcBef>
              <a:spcAft>
                <a:spcPct val="0"/>
              </a:spcAft>
              <a:buClrTx/>
              <a:buSzTx/>
              <a:buNone/>
            </a:pPr>
            <a:endParaRPr lang="en-US" altLang="en-US" sz="2000" b="1">
              <a:solidFill>
                <a:srgbClr val="FFFFFF"/>
              </a:solidFill>
            </a:endParaRPr>
          </a:p>
          <a:p>
            <a:pPr eaLnBrk="0" fontAlgn="base" hangingPunct="0">
              <a:spcBef>
                <a:spcPct val="0"/>
              </a:spcBef>
              <a:spcAft>
                <a:spcPct val="0"/>
              </a:spcAft>
              <a:buClrTx/>
              <a:buSzTx/>
              <a:buNone/>
            </a:pPr>
            <a:r>
              <a:rPr lang="en-US" altLang="en-US" sz="2000" b="1">
                <a:solidFill>
                  <a:srgbClr val="FFFFFF"/>
                </a:solidFill>
              </a:rPr>
              <a:t>After construction delete the keys 60, 50, 45, 30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2">
            <a:extLst>
              <a:ext uri="{FF2B5EF4-FFF2-40B4-BE49-F238E27FC236}">
                <a16:creationId xmlns:a16="http://schemas.microsoft.com/office/drawing/2014/main" id="{EDC1B33C-9ED6-6913-F511-A8B1A481BF73}"/>
              </a:ext>
            </a:extLst>
          </p:cNvPr>
          <p:cNvSpPr txBox="1">
            <a:spLocks noChangeArrowheads="1"/>
          </p:cNvSpPr>
          <p:nvPr/>
        </p:nvSpPr>
        <p:spPr bwMode="auto">
          <a:xfrm>
            <a:off x="2057400" y="2743201"/>
            <a:ext cx="76200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0" fontAlgn="base" hangingPunct="0">
              <a:spcBef>
                <a:spcPct val="0"/>
              </a:spcBef>
              <a:spcAft>
                <a:spcPct val="0"/>
              </a:spcAft>
            </a:pPr>
            <a:r>
              <a:rPr lang="en-US" altLang="en-US">
                <a:solidFill>
                  <a:srgbClr val="FFFFFF"/>
                </a:solidFill>
                <a:hlinkClick r:id="" action="ppaction://noaction"/>
              </a:rPr>
              <a:t>For Visualization: </a:t>
            </a:r>
          </a:p>
          <a:p>
            <a:pPr eaLnBrk="0" fontAlgn="base" hangingPunct="0">
              <a:spcBef>
                <a:spcPct val="0"/>
              </a:spcBef>
              <a:spcAft>
                <a:spcPct val="0"/>
              </a:spcAft>
            </a:pPr>
            <a:endParaRPr lang="en-US" altLang="en-US">
              <a:solidFill>
                <a:srgbClr val="FFFFFF"/>
              </a:solidFill>
              <a:hlinkClick r:id="" action="ppaction://noaction"/>
            </a:endParaRPr>
          </a:p>
          <a:p>
            <a:pPr eaLnBrk="0" fontAlgn="base" hangingPunct="0">
              <a:spcBef>
                <a:spcPct val="0"/>
              </a:spcBef>
              <a:spcAft>
                <a:spcPct val="0"/>
              </a:spcAft>
            </a:pPr>
            <a:endParaRPr lang="en-US" altLang="en-US">
              <a:solidFill>
                <a:srgbClr val="FFFFFF"/>
              </a:solidFill>
              <a:hlinkClick r:id="" action="ppaction://noaction"/>
            </a:endParaRPr>
          </a:p>
          <a:p>
            <a:pPr eaLnBrk="0" fontAlgn="base" hangingPunct="0">
              <a:spcBef>
                <a:spcPct val="0"/>
              </a:spcBef>
              <a:spcAft>
                <a:spcPct val="0"/>
              </a:spcAft>
            </a:pPr>
            <a:r>
              <a:rPr lang="en-US" altLang="en-US">
                <a:solidFill>
                  <a:srgbClr val="FFFFFF"/>
                </a:solidFill>
                <a:hlinkClick r:id="" action="ppaction://noaction"/>
              </a:rPr>
              <a:t>https://www.cs.usfca.edu/~galles/visualization/AVLtree.html</a:t>
            </a:r>
            <a:endParaRPr lang="en-US" altLang="en-US">
              <a:solidFill>
                <a:srgbClr val="FFFFFF"/>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a:extLst>
              <a:ext uri="{FF2B5EF4-FFF2-40B4-BE49-F238E27FC236}">
                <a16:creationId xmlns:a16="http://schemas.microsoft.com/office/drawing/2014/main" id="{60F2BF59-CFBF-DB48-7B4B-C08D91818FE4}"/>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50000"/>
              </a:spcBef>
              <a:spcAft>
                <a:spcPct val="0"/>
              </a:spcAft>
              <a:buNone/>
            </a:pPr>
            <a:r>
              <a:rPr lang="en-US" altLang="en-US" sz="1200">
                <a:solidFill>
                  <a:srgbClr val="808080"/>
                </a:solidFill>
                <a:latin typeface="Arial" panose="020B0604020202020204" pitchFamily="34" charset="0"/>
              </a:rPr>
              <a:t>B-Trees</a:t>
            </a:r>
          </a:p>
        </p:txBody>
      </p:sp>
      <p:sp>
        <p:nvSpPr>
          <p:cNvPr id="7171" name="Slide Number Placeholder 4">
            <a:extLst>
              <a:ext uri="{FF2B5EF4-FFF2-40B4-BE49-F238E27FC236}">
                <a16:creationId xmlns:a16="http://schemas.microsoft.com/office/drawing/2014/main" id="{1B941C37-6F11-1B7B-4BD9-1435E81E8E22}"/>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50000"/>
              </a:spcBef>
              <a:spcAft>
                <a:spcPct val="0"/>
              </a:spcAft>
              <a:buNone/>
            </a:pPr>
            <a:fld id="{9709564A-F41C-42FD-8128-086037ADA5D0}" type="slidenum">
              <a:rPr lang="en-US" altLang="en-US" sz="1400">
                <a:solidFill>
                  <a:srgbClr val="808080"/>
                </a:solidFill>
                <a:latin typeface="Arial" panose="020B0604020202020204" pitchFamily="34" charset="0"/>
              </a:rPr>
              <a:pPr eaLnBrk="0" fontAlgn="base" hangingPunct="0">
                <a:spcBef>
                  <a:spcPct val="50000"/>
                </a:spcBef>
                <a:spcAft>
                  <a:spcPct val="0"/>
                </a:spcAft>
                <a:buNone/>
              </a:pPr>
              <a:t>47</a:t>
            </a:fld>
            <a:endParaRPr lang="en-US" altLang="en-US" sz="1400">
              <a:solidFill>
                <a:srgbClr val="808080"/>
              </a:solidFill>
              <a:latin typeface="Arial" panose="020B0604020202020204" pitchFamily="34" charset="0"/>
            </a:endParaRPr>
          </a:p>
        </p:txBody>
      </p:sp>
      <p:sp>
        <p:nvSpPr>
          <p:cNvPr id="7172" name="Rectangle 2">
            <a:extLst>
              <a:ext uri="{FF2B5EF4-FFF2-40B4-BE49-F238E27FC236}">
                <a16:creationId xmlns:a16="http://schemas.microsoft.com/office/drawing/2014/main" id="{7772D06D-D309-E5E5-AE6E-CC1732898B13}"/>
              </a:ext>
            </a:extLst>
          </p:cNvPr>
          <p:cNvSpPr>
            <a:spLocks noGrp="1" noChangeArrowheads="1"/>
          </p:cNvSpPr>
          <p:nvPr>
            <p:ph type="title"/>
          </p:nvPr>
        </p:nvSpPr>
        <p:spPr/>
        <p:txBody>
          <a:bodyPr/>
          <a:lstStyle/>
          <a:p>
            <a:r>
              <a:rPr lang="en-US" altLang="en-US"/>
              <a:t>Definition of a B-tree</a:t>
            </a:r>
          </a:p>
        </p:txBody>
      </p:sp>
      <p:sp>
        <p:nvSpPr>
          <p:cNvPr id="7173" name="Rectangle 3">
            <a:extLst>
              <a:ext uri="{FF2B5EF4-FFF2-40B4-BE49-F238E27FC236}">
                <a16:creationId xmlns:a16="http://schemas.microsoft.com/office/drawing/2014/main" id="{F4A74A95-DA0B-F880-418D-B3433526D8DF}"/>
              </a:ext>
            </a:extLst>
          </p:cNvPr>
          <p:cNvSpPr>
            <a:spLocks noGrp="1" noChangeArrowheads="1"/>
          </p:cNvSpPr>
          <p:nvPr>
            <p:ph type="body" idx="1"/>
          </p:nvPr>
        </p:nvSpPr>
        <p:spPr/>
        <p:txBody>
          <a:bodyPr/>
          <a:lstStyle/>
          <a:p>
            <a:r>
              <a:rPr lang="en-US" altLang="en-US"/>
              <a:t>A B-tree of order </a:t>
            </a:r>
            <a:r>
              <a:rPr lang="en-US" altLang="en-US" i="1"/>
              <a:t>m</a:t>
            </a:r>
            <a:r>
              <a:rPr lang="en-US" altLang="en-US"/>
              <a:t> is an </a:t>
            </a:r>
            <a:r>
              <a:rPr lang="en-US" altLang="en-US" i="1"/>
              <a:t>m</a:t>
            </a:r>
            <a:r>
              <a:rPr lang="en-US" altLang="en-US"/>
              <a:t>-way tree (i.e., a tree where each node may have up to </a:t>
            </a:r>
            <a:r>
              <a:rPr lang="en-US" altLang="en-US" i="1"/>
              <a:t>m</a:t>
            </a:r>
            <a:r>
              <a:rPr lang="en-US" altLang="en-US"/>
              <a:t> children) in which:</a:t>
            </a:r>
          </a:p>
          <a:p>
            <a:pPr lvl="1">
              <a:buFont typeface="Symbol" panose="05050102010706020507" pitchFamily="18" charset="2"/>
              <a:buNone/>
            </a:pPr>
            <a:r>
              <a:rPr lang="en-US" altLang="en-US" sz="2400"/>
              <a:t>1.	the number of keys in each non-leaf node is one less than the number of its children.</a:t>
            </a:r>
          </a:p>
          <a:p>
            <a:pPr lvl="1">
              <a:buFont typeface="Symbol" panose="05050102010706020507" pitchFamily="18" charset="2"/>
              <a:buNone/>
            </a:pPr>
            <a:r>
              <a:rPr lang="en-US" altLang="en-US" sz="2400"/>
              <a:t>2.	all leaves are on the same level</a:t>
            </a:r>
          </a:p>
          <a:p>
            <a:pPr lvl="1">
              <a:buFont typeface="Symbol" panose="05050102010706020507" pitchFamily="18" charset="2"/>
              <a:buNone/>
            </a:pPr>
            <a:r>
              <a:rPr lang="en-US" altLang="en-US" sz="2400"/>
              <a:t>3.	 all non-leaf nodes except the root have at least </a:t>
            </a:r>
            <a:r>
              <a:rPr lang="en-US" altLang="en-US" sz="2400">
                <a:sym typeface="Symbol" panose="05050102010706020507" pitchFamily="18" charset="2"/>
              </a:rPr>
              <a:t></a:t>
            </a:r>
            <a:r>
              <a:rPr lang="en-US" altLang="en-US" sz="2400" i="1"/>
              <a:t>m </a:t>
            </a:r>
            <a:r>
              <a:rPr lang="en-US" altLang="en-US" sz="2400"/>
              <a:t>/ 2</a:t>
            </a:r>
            <a:r>
              <a:rPr lang="en-US" altLang="en-US" sz="2400">
                <a:sym typeface="Symbol" panose="05050102010706020507" pitchFamily="18" charset="2"/>
              </a:rPr>
              <a:t></a:t>
            </a:r>
            <a:r>
              <a:rPr lang="en-US" altLang="en-US" sz="2400"/>
              <a:t> children</a:t>
            </a:r>
          </a:p>
          <a:p>
            <a:pPr lvl="1">
              <a:buFont typeface="Symbol" panose="05050102010706020507" pitchFamily="18" charset="2"/>
              <a:buNone/>
            </a:pPr>
            <a:r>
              <a:rPr lang="en-US" altLang="en-US" sz="2400"/>
              <a:t>4.	the root is either a leaf node, or it has from two to </a:t>
            </a:r>
            <a:r>
              <a:rPr lang="en-US" altLang="en-US" sz="2400" i="1"/>
              <a:t>m</a:t>
            </a:r>
            <a:r>
              <a:rPr lang="en-US" altLang="en-US" sz="2400"/>
              <a:t> children</a:t>
            </a:r>
          </a:p>
          <a:p>
            <a:pPr lvl="1">
              <a:buFont typeface="Symbol" panose="05050102010706020507" pitchFamily="18" charset="2"/>
              <a:buNone/>
            </a:pPr>
            <a:r>
              <a:rPr lang="en-US" altLang="en-US" sz="2400"/>
              <a:t>5.	a leaf node contains no more than </a:t>
            </a:r>
            <a:r>
              <a:rPr lang="en-US" altLang="en-US" sz="2400" i="1"/>
              <a:t>m</a:t>
            </a:r>
            <a:r>
              <a:rPr lang="en-US" altLang="en-US" sz="2400"/>
              <a:t> – 1 keys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2">
            <a:extLst>
              <a:ext uri="{FF2B5EF4-FFF2-40B4-BE49-F238E27FC236}">
                <a16:creationId xmlns:a16="http://schemas.microsoft.com/office/drawing/2014/main" id="{73B596FC-4ADB-6921-72D2-B84466FDF1B2}"/>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50000"/>
              </a:spcBef>
              <a:spcAft>
                <a:spcPct val="0"/>
              </a:spcAft>
              <a:buNone/>
            </a:pPr>
            <a:r>
              <a:rPr lang="en-US" altLang="en-US" sz="1200">
                <a:solidFill>
                  <a:srgbClr val="808080"/>
                </a:solidFill>
                <a:latin typeface="Arial" panose="020B0604020202020204" pitchFamily="34" charset="0"/>
              </a:rPr>
              <a:t>B-Trees</a:t>
            </a:r>
          </a:p>
        </p:txBody>
      </p:sp>
      <p:sp>
        <p:nvSpPr>
          <p:cNvPr id="8195" name="Slide Number Placeholder 3">
            <a:extLst>
              <a:ext uri="{FF2B5EF4-FFF2-40B4-BE49-F238E27FC236}">
                <a16:creationId xmlns:a16="http://schemas.microsoft.com/office/drawing/2014/main" id="{FD838F8D-7BA5-B2F9-EB82-0FE7CABE589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50000"/>
              </a:spcBef>
              <a:spcAft>
                <a:spcPct val="0"/>
              </a:spcAft>
              <a:buNone/>
            </a:pPr>
            <a:fld id="{AC007C97-8772-4943-A6CD-7F423597BCA3}" type="slidenum">
              <a:rPr lang="en-US" altLang="en-US" sz="1400">
                <a:solidFill>
                  <a:srgbClr val="808080"/>
                </a:solidFill>
                <a:latin typeface="Arial" panose="020B0604020202020204" pitchFamily="34" charset="0"/>
              </a:rPr>
              <a:pPr eaLnBrk="0" fontAlgn="base" hangingPunct="0">
                <a:spcBef>
                  <a:spcPct val="50000"/>
                </a:spcBef>
                <a:spcAft>
                  <a:spcPct val="0"/>
                </a:spcAft>
                <a:buNone/>
              </a:pPr>
              <a:t>48</a:t>
            </a:fld>
            <a:endParaRPr lang="en-US" altLang="en-US" sz="1400">
              <a:solidFill>
                <a:srgbClr val="808080"/>
              </a:solidFill>
              <a:latin typeface="Arial" panose="020B0604020202020204" pitchFamily="34" charset="0"/>
            </a:endParaRPr>
          </a:p>
        </p:txBody>
      </p:sp>
      <p:grpSp>
        <p:nvGrpSpPr>
          <p:cNvPr id="8196" name="Group 143">
            <a:extLst>
              <a:ext uri="{FF2B5EF4-FFF2-40B4-BE49-F238E27FC236}">
                <a16:creationId xmlns:a16="http://schemas.microsoft.com/office/drawing/2014/main" id="{C294C74B-6006-89D9-BD5C-A1B230978BBB}"/>
              </a:ext>
            </a:extLst>
          </p:cNvPr>
          <p:cNvGrpSpPr>
            <a:grpSpLocks/>
          </p:cNvGrpSpPr>
          <p:nvPr/>
        </p:nvGrpSpPr>
        <p:grpSpPr bwMode="auto">
          <a:xfrm>
            <a:off x="5334001" y="3833813"/>
            <a:ext cx="2384425" cy="366712"/>
            <a:chOff x="2400" y="2415"/>
            <a:chExt cx="1502" cy="231"/>
          </a:xfrm>
        </p:grpSpPr>
        <p:grpSp>
          <p:nvGrpSpPr>
            <p:cNvPr id="8294" name="Group 139">
              <a:extLst>
                <a:ext uri="{FF2B5EF4-FFF2-40B4-BE49-F238E27FC236}">
                  <a16:creationId xmlns:a16="http://schemas.microsoft.com/office/drawing/2014/main" id="{1E21167A-09DD-E13F-D883-7673CB8E48FF}"/>
                </a:ext>
              </a:extLst>
            </p:cNvPr>
            <p:cNvGrpSpPr>
              <a:grpSpLocks/>
            </p:cNvGrpSpPr>
            <p:nvPr/>
          </p:nvGrpSpPr>
          <p:grpSpPr bwMode="auto">
            <a:xfrm>
              <a:off x="3305" y="2415"/>
              <a:ext cx="302" cy="225"/>
              <a:chOff x="3305" y="2426"/>
              <a:chExt cx="302" cy="225"/>
            </a:xfrm>
          </p:grpSpPr>
          <p:sp>
            <p:nvSpPr>
              <p:cNvPr id="8307" name="Text Box 128">
                <a:extLst>
                  <a:ext uri="{FF2B5EF4-FFF2-40B4-BE49-F238E27FC236}">
                    <a16:creationId xmlns:a16="http://schemas.microsoft.com/office/drawing/2014/main" id="{09E84813-F99E-1D48-5153-DF0091E29499}"/>
                  </a:ext>
                </a:extLst>
              </p:cNvPr>
              <p:cNvSpPr txBox="1">
                <a:spLocks noChangeArrowheads="1"/>
              </p:cNvSpPr>
              <p:nvPr/>
            </p:nvSpPr>
            <p:spPr bwMode="auto">
              <a:xfrm flipV="1">
                <a:off x="3305" y="2426"/>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308" name="Line 129">
                <a:extLst>
                  <a:ext uri="{FF2B5EF4-FFF2-40B4-BE49-F238E27FC236}">
                    <a16:creationId xmlns:a16="http://schemas.microsoft.com/office/drawing/2014/main" id="{92228B63-DBB6-2BAF-46E3-2EADED518634}"/>
                  </a:ext>
                </a:extLst>
              </p:cNvPr>
              <p:cNvSpPr>
                <a:spLocks noChangeShapeType="1"/>
              </p:cNvSpPr>
              <p:nvPr/>
            </p:nvSpPr>
            <p:spPr bwMode="auto">
              <a:xfrm flipH="1">
                <a:off x="3305" y="242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grpSp>
        <p:grpSp>
          <p:nvGrpSpPr>
            <p:cNvPr id="8295" name="Group 140">
              <a:extLst>
                <a:ext uri="{FF2B5EF4-FFF2-40B4-BE49-F238E27FC236}">
                  <a16:creationId xmlns:a16="http://schemas.microsoft.com/office/drawing/2014/main" id="{BF013ED8-6352-6673-55FC-2C7025CDA9AC}"/>
                </a:ext>
              </a:extLst>
            </p:cNvPr>
            <p:cNvGrpSpPr>
              <a:grpSpLocks/>
            </p:cNvGrpSpPr>
            <p:nvPr/>
          </p:nvGrpSpPr>
          <p:grpSpPr bwMode="auto">
            <a:xfrm>
              <a:off x="2997" y="2415"/>
              <a:ext cx="308" cy="231"/>
              <a:chOff x="2997" y="2426"/>
              <a:chExt cx="308" cy="231"/>
            </a:xfrm>
          </p:grpSpPr>
          <p:sp>
            <p:nvSpPr>
              <p:cNvPr id="8305" name="Text Box 127">
                <a:extLst>
                  <a:ext uri="{FF2B5EF4-FFF2-40B4-BE49-F238E27FC236}">
                    <a16:creationId xmlns:a16="http://schemas.microsoft.com/office/drawing/2014/main" id="{5E7AF5F1-7F59-826E-B187-CB163C1C1285}"/>
                  </a:ext>
                </a:extLst>
              </p:cNvPr>
              <p:cNvSpPr txBox="1">
                <a:spLocks noChangeArrowheads="1"/>
              </p:cNvSpPr>
              <p:nvPr/>
            </p:nvSpPr>
            <p:spPr bwMode="auto">
              <a:xfrm flipV="1">
                <a:off x="3004" y="2426"/>
                <a:ext cx="301"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306" name="Line 130">
                <a:extLst>
                  <a:ext uri="{FF2B5EF4-FFF2-40B4-BE49-F238E27FC236}">
                    <a16:creationId xmlns:a16="http://schemas.microsoft.com/office/drawing/2014/main" id="{CEF28504-9824-ADCF-A3A9-02138934214A}"/>
                  </a:ext>
                </a:extLst>
              </p:cNvPr>
              <p:cNvSpPr>
                <a:spLocks noChangeShapeType="1"/>
              </p:cNvSpPr>
              <p:nvPr/>
            </p:nvSpPr>
            <p:spPr bwMode="auto">
              <a:xfrm flipH="1">
                <a:off x="2997" y="2432"/>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grpSp>
        <p:grpSp>
          <p:nvGrpSpPr>
            <p:cNvPr id="8296" name="Group 141">
              <a:extLst>
                <a:ext uri="{FF2B5EF4-FFF2-40B4-BE49-F238E27FC236}">
                  <a16:creationId xmlns:a16="http://schemas.microsoft.com/office/drawing/2014/main" id="{00D4BEC5-727F-F503-D64E-1F88889D68BE}"/>
                </a:ext>
              </a:extLst>
            </p:cNvPr>
            <p:cNvGrpSpPr>
              <a:grpSpLocks/>
            </p:cNvGrpSpPr>
            <p:nvPr/>
          </p:nvGrpSpPr>
          <p:grpSpPr bwMode="auto">
            <a:xfrm>
              <a:off x="2702" y="2415"/>
              <a:ext cx="309" cy="231"/>
              <a:chOff x="2702" y="2426"/>
              <a:chExt cx="309" cy="231"/>
            </a:xfrm>
          </p:grpSpPr>
          <p:sp>
            <p:nvSpPr>
              <p:cNvPr id="8303" name="Text Box 126">
                <a:extLst>
                  <a:ext uri="{FF2B5EF4-FFF2-40B4-BE49-F238E27FC236}">
                    <a16:creationId xmlns:a16="http://schemas.microsoft.com/office/drawing/2014/main" id="{6476CE0F-0764-46F1-378D-516FF8D7EDB7}"/>
                  </a:ext>
                </a:extLst>
              </p:cNvPr>
              <p:cNvSpPr txBox="1">
                <a:spLocks noChangeArrowheads="1"/>
              </p:cNvSpPr>
              <p:nvPr/>
            </p:nvSpPr>
            <p:spPr bwMode="auto">
              <a:xfrm flipV="1">
                <a:off x="2702" y="2426"/>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304" name="Line 131">
                <a:extLst>
                  <a:ext uri="{FF2B5EF4-FFF2-40B4-BE49-F238E27FC236}">
                    <a16:creationId xmlns:a16="http://schemas.microsoft.com/office/drawing/2014/main" id="{0BAC4D6E-706F-6E05-8860-FA6DDB269D7E}"/>
                  </a:ext>
                </a:extLst>
              </p:cNvPr>
              <p:cNvSpPr>
                <a:spLocks noChangeShapeType="1"/>
              </p:cNvSpPr>
              <p:nvPr/>
            </p:nvSpPr>
            <p:spPr bwMode="auto">
              <a:xfrm flipH="1">
                <a:off x="2709" y="2432"/>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grpSp>
        <p:grpSp>
          <p:nvGrpSpPr>
            <p:cNvPr id="8297" name="Group 142">
              <a:extLst>
                <a:ext uri="{FF2B5EF4-FFF2-40B4-BE49-F238E27FC236}">
                  <a16:creationId xmlns:a16="http://schemas.microsoft.com/office/drawing/2014/main" id="{C858159E-F26C-A81B-D89B-41A1A68F2DED}"/>
                </a:ext>
              </a:extLst>
            </p:cNvPr>
            <p:cNvGrpSpPr>
              <a:grpSpLocks/>
            </p:cNvGrpSpPr>
            <p:nvPr/>
          </p:nvGrpSpPr>
          <p:grpSpPr bwMode="auto">
            <a:xfrm>
              <a:off x="2400" y="2415"/>
              <a:ext cx="323" cy="231"/>
              <a:chOff x="2400" y="2426"/>
              <a:chExt cx="323" cy="231"/>
            </a:xfrm>
          </p:grpSpPr>
          <p:sp>
            <p:nvSpPr>
              <p:cNvPr id="8301" name="Text Box 125">
                <a:extLst>
                  <a:ext uri="{FF2B5EF4-FFF2-40B4-BE49-F238E27FC236}">
                    <a16:creationId xmlns:a16="http://schemas.microsoft.com/office/drawing/2014/main" id="{A62A1E5E-8C07-A9A0-4479-660337B60787}"/>
                  </a:ext>
                </a:extLst>
              </p:cNvPr>
              <p:cNvSpPr txBox="1">
                <a:spLocks noChangeArrowheads="1"/>
              </p:cNvSpPr>
              <p:nvPr/>
            </p:nvSpPr>
            <p:spPr bwMode="auto">
              <a:xfrm flipV="1">
                <a:off x="2400" y="2426"/>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302" name="Line 132">
                <a:extLst>
                  <a:ext uri="{FF2B5EF4-FFF2-40B4-BE49-F238E27FC236}">
                    <a16:creationId xmlns:a16="http://schemas.microsoft.com/office/drawing/2014/main" id="{142197CE-9159-6DCD-07E6-DB5344CF2AD2}"/>
                  </a:ext>
                </a:extLst>
              </p:cNvPr>
              <p:cNvSpPr>
                <a:spLocks noChangeShapeType="1"/>
              </p:cNvSpPr>
              <p:nvPr/>
            </p:nvSpPr>
            <p:spPr bwMode="auto">
              <a:xfrm flipH="1">
                <a:off x="2421" y="2432"/>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grpSp>
        <p:grpSp>
          <p:nvGrpSpPr>
            <p:cNvPr id="8298" name="Group 138">
              <a:extLst>
                <a:ext uri="{FF2B5EF4-FFF2-40B4-BE49-F238E27FC236}">
                  <a16:creationId xmlns:a16="http://schemas.microsoft.com/office/drawing/2014/main" id="{E8157305-B3AC-8A8B-AFC8-697C08C1C786}"/>
                </a:ext>
              </a:extLst>
            </p:cNvPr>
            <p:cNvGrpSpPr>
              <a:grpSpLocks/>
            </p:cNvGrpSpPr>
            <p:nvPr/>
          </p:nvGrpSpPr>
          <p:grpSpPr bwMode="auto">
            <a:xfrm>
              <a:off x="3600" y="2415"/>
              <a:ext cx="302" cy="225"/>
              <a:chOff x="3600" y="2415"/>
              <a:chExt cx="302" cy="225"/>
            </a:xfrm>
          </p:grpSpPr>
          <p:sp>
            <p:nvSpPr>
              <p:cNvPr id="8299" name="Text Box 133">
                <a:extLst>
                  <a:ext uri="{FF2B5EF4-FFF2-40B4-BE49-F238E27FC236}">
                    <a16:creationId xmlns:a16="http://schemas.microsoft.com/office/drawing/2014/main" id="{298F9E26-1050-FE4D-8609-0EE0BCBBB48D}"/>
                  </a:ext>
                </a:extLst>
              </p:cNvPr>
              <p:cNvSpPr txBox="1">
                <a:spLocks noChangeArrowheads="1"/>
              </p:cNvSpPr>
              <p:nvPr/>
            </p:nvSpPr>
            <p:spPr bwMode="auto">
              <a:xfrm flipV="1">
                <a:off x="3600" y="2415"/>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300" name="Line 134">
                <a:extLst>
                  <a:ext uri="{FF2B5EF4-FFF2-40B4-BE49-F238E27FC236}">
                    <a16:creationId xmlns:a16="http://schemas.microsoft.com/office/drawing/2014/main" id="{3F9FECFD-13E0-6428-3865-F277A05E0DC6}"/>
                  </a:ext>
                </a:extLst>
              </p:cNvPr>
              <p:cNvSpPr>
                <a:spLocks noChangeShapeType="1"/>
              </p:cNvSpPr>
              <p:nvPr/>
            </p:nvSpPr>
            <p:spPr bwMode="auto">
              <a:xfrm flipH="1">
                <a:off x="3600" y="2415"/>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grpSp>
      </p:grpSp>
      <p:sp>
        <p:nvSpPr>
          <p:cNvPr id="8197" name="Line 137">
            <a:extLst>
              <a:ext uri="{FF2B5EF4-FFF2-40B4-BE49-F238E27FC236}">
                <a16:creationId xmlns:a16="http://schemas.microsoft.com/office/drawing/2014/main" id="{29A0BAB2-4F73-CA73-BF3E-CE4C67037009}"/>
              </a:ext>
            </a:extLst>
          </p:cNvPr>
          <p:cNvSpPr>
            <a:spLocks noChangeShapeType="1"/>
          </p:cNvSpPr>
          <p:nvPr/>
        </p:nvSpPr>
        <p:spPr bwMode="auto">
          <a:xfrm flipV="1">
            <a:off x="9448800" y="3962400"/>
            <a:ext cx="609600" cy="1371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198" name="Line 136">
            <a:extLst>
              <a:ext uri="{FF2B5EF4-FFF2-40B4-BE49-F238E27FC236}">
                <a16:creationId xmlns:a16="http://schemas.microsoft.com/office/drawing/2014/main" id="{52500BA5-D556-D5FD-9AAD-AC9FAF5B4B6B}"/>
              </a:ext>
            </a:extLst>
          </p:cNvPr>
          <p:cNvSpPr>
            <a:spLocks noChangeShapeType="1"/>
          </p:cNvSpPr>
          <p:nvPr/>
        </p:nvSpPr>
        <p:spPr bwMode="auto">
          <a:xfrm flipV="1">
            <a:off x="5334000" y="3962400"/>
            <a:ext cx="3733800" cy="1447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199" name="Rectangle 2">
            <a:extLst>
              <a:ext uri="{FF2B5EF4-FFF2-40B4-BE49-F238E27FC236}">
                <a16:creationId xmlns:a16="http://schemas.microsoft.com/office/drawing/2014/main" id="{1C9F86DF-1081-6068-3674-31499A215354}"/>
              </a:ext>
            </a:extLst>
          </p:cNvPr>
          <p:cNvSpPr>
            <a:spLocks noGrp="1" noChangeArrowheads="1"/>
          </p:cNvSpPr>
          <p:nvPr>
            <p:ph type="title"/>
          </p:nvPr>
        </p:nvSpPr>
        <p:spPr/>
        <p:txBody>
          <a:bodyPr/>
          <a:lstStyle/>
          <a:p>
            <a:r>
              <a:rPr lang="en-US" altLang="en-US"/>
              <a:t>An example B-Tree</a:t>
            </a:r>
          </a:p>
        </p:txBody>
      </p:sp>
      <p:sp>
        <p:nvSpPr>
          <p:cNvPr id="8200" name="Line 3">
            <a:extLst>
              <a:ext uri="{FF2B5EF4-FFF2-40B4-BE49-F238E27FC236}">
                <a16:creationId xmlns:a16="http://schemas.microsoft.com/office/drawing/2014/main" id="{9366D2A7-5D99-6712-5276-FBA383B88709}"/>
              </a:ext>
            </a:extLst>
          </p:cNvPr>
          <p:cNvSpPr>
            <a:spLocks noChangeShapeType="1"/>
          </p:cNvSpPr>
          <p:nvPr/>
        </p:nvSpPr>
        <p:spPr bwMode="auto">
          <a:xfrm flipH="1">
            <a:off x="3101975" y="2316163"/>
            <a:ext cx="1797050" cy="241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01" name="Line 4">
            <a:extLst>
              <a:ext uri="{FF2B5EF4-FFF2-40B4-BE49-F238E27FC236}">
                <a16:creationId xmlns:a16="http://schemas.microsoft.com/office/drawing/2014/main" id="{B5AA27FC-BFC3-5939-D552-71D217FDBB31}"/>
              </a:ext>
            </a:extLst>
          </p:cNvPr>
          <p:cNvSpPr>
            <a:spLocks noChangeShapeType="1"/>
          </p:cNvSpPr>
          <p:nvPr/>
        </p:nvSpPr>
        <p:spPr bwMode="auto">
          <a:xfrm>
            <a:off x="5334000" y="2286000"/>
            <a:ext cx="3995738" cy="14938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02" name="Line 5">
            <a:extLst>
              <a:ext uri="{FF2B5EF4-FFF2-40B4-BE49-F238E27FC236}">
                <a16:creationId xmlns:a16="http://schemas.microsoft.com/office/drawing/2014/main" id="{A2DE53C9-2829-B326-7C91-3383F6E5B751}"/>
              </a:ext>
            </a:extLst>
          </p:cNvPr>
          <p:cNvSpPr>
            <a:spLocks noChangeShapeType="1"/>
          </p:cNvSpPr>
          <p:nvPr/>
        </p:nvSpPr>
        <p:spPr bwMode="auto">
          <a:xfrm>
            <a:off x="3622676" y="2832100"/>
            <a:ext cx="2854325" cy="9017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03" name="Line 6">
            <a:extLst>
              <a:ext uri="{FF2B5EF4-FFF2-40B4-BE49-F238E27FC236}">
                <a16:creationId xmlns:a16="http://schemas.microsoft.com/office/drawing/2014/main" id="{A7F90E8F-042F-CACB-DCF8-047D0A790EC8}"/>
              </a:ext>
            </a:extLst>
          </p:cNvPr>
          <p:cNvSpPr>
            <a:spLocks noChangeShapeType="1"/>
          </p:cNvSpPr>
          <p:nvPr/>
        </p:nvSpPr>
        <p:spPr bwMode="auto">
          <a:xfrm>
            <a:off x="3352800" y="2971800"/>
            <a:ext cx="114300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04" name="Line 7">
            <a:extLst>
              <a:ext uri="{FF2B5EF4-FFF2-40B4-BE49-F238E27FC236}">
                <a16:creationId xmlns:a16="http://schemas.microsoft.com/office/drawing/2014/main" id="{F63B63FE-10CA-24A4-0399-C1703F7825CF}"/>
              </a:ext>
            </a:extLst>
          </p:cNvPr>
          <p:cNvSpPr>
            <a:spLocks noChangeShapeType="1"/>
          </p:cNvSpPr>
          <p:nvPr/>
        </p:nvSpPr>
        <p:spPr bwMode="auto">
          <a:xfrm flipH="1">
            <a:off x="2743200" y="2817814"/>
            <a:ext cx="120650" cy="9921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05" name="Line 8">
            <a:extLst>
              <a:ext uri="{FF2B5EF4-FFF2-40B4-BE49-F238E27FC236}">
                <a16:creationId xmlns:a16="http://schemas.microsoft.com/office/drawing/2014/main" id="{445FF90C-4200-1FE2-35D5-C6D61E94F1B3}"/>
              </a:ext>
            </a:extLst>
          </p:cNvPr>
          <p:cNvSpPr>
            <a:spLocks noChangeShapeType="1"/>
          </p:cNvSpPr>
          <p:nvPr/>
        </p:nvSpPr>
        <p:spPr bwMode="auto">
          <a:xfrm flipH="1">
            <a:off x="7391400" y="3962400"/>
            <a:ext cx="2209800" cy="1371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06" name="Line 9">
            <a:extLst>
              <a:ext uri="{FF2B5EF4-FFF2-40B4-BE49-F238E27FC236}">
                <a16:creationId xmlns:a16="http://schemas.microsoft.com/office/drawing/2014/main" id="{43510C9B-C257-CED0-CBD2-2255CE898643}"/>
              </a:ext>
            </a:extLst>
          </p:cNvPr>
          <p:cNvSpPr>
            <a:spLocks noChangeShapeType="1"/>
          </p:cNvSpPr>
          <p:nvPr/>
        </p:nvSpPr>
        <p:spPr bwMode="auto">
          <a:xfrm flipH="1">
            <a:off x="3352800" y="3962400"/>
            <a:ext cx="5334000" cy="1371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07" name="Text Box 10">
            <a:extLst>
              <a:ext uri="{FF2B5EF4-FFF2-40B4-BE49-F238E27FC236}">
                <a16:creationId xmlns:a16="http://schemas.microsoft.com/office/drawing/2014/main" id="{D920B77D-3ACD-45C9-9000-8C3659E807F2}"/>
              </a:ext>
            </a:extLst>
          </p:cNvPr>
          <p:cNvSpPr txBox="1">
            <a:spLocks noChangeArrowheads="1"/>
          </p:cNvSpPr>
          <p:nvPr/>
        </p:nvSpPr>
        <p:spPr bwMode="auto">
          <a:xfrm flipV="1">
            <a:off x="4659314" y="2111376"/>
            <a:ext cx="477837" cy="358775"/>
          </a:xfrm>
          <a:prstGeom prst="rect">
            <a:avLst/>
          </a:prstGeom>
          <a:solidFill>
            <a:srgbClr val="FFFFFF"/>
          </a:solidFill>
          <a:ln w="9525">
            <a:solidFill>
              <a:srgbClr val="000000"/>
            </a:solidFill>
            <a:miter lim="800000"/>
            <a:headEnd/>
            <a:tailEnd/>
          </a:ln>
        </p:spPr>
        <p:txBody>
          <a:bodyPr rot="10800000"/>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p:txBody>
      </p:sp>
      <p:sp>
        <p:nvSpPr>
          <p:cNvPr id="8208" name="Text Box 11">
            <a:extLst>
              <a:ext uri="{FF2B5EF4-FFF2-40B4-BE49-F238E27FC236}">
                <a16:creationId xmlns:a16="http://schemas.microsoft.com/office/drawing/2014/main" id="{41B4FEE1-CF9B-E27A-416A-DC712A6A1C5B}"/>
              </a:ext>
            </a:extLst>
          </p:cNvPr>
          <p:cNvSpPr txBox="1">
            <a:spLocks noChangeArrowheads="1"/>
          </p:cNvSpPr>
          <p:nvPr/>
        </p:nvSpPr>
        <p:spPr bwMode="auto">
          <a:xfrm flipV="1">
            <a:off x="5137151" y="2111376"/>
            <a:ext cx="479425" cy="358775"/>
          </a:xfrm>
          <a:prstGeom prst="rect">
            <a:avLst/>
          </a:prstGeom>
          <a:solidFill>
            <a:srgbClr val="FFFFFF"/>
          </a:solidFill>
          <a:ln w="9525">
            <a:solidFill>
              <a:srgbClr val="000000"/>
            </a:solidFill>
            <a:miter lim="800000"/>
            <a:headEnd/>
            <a:tailEnd/>
          </a:ln>
        </p:spPr>
        <p:txBody>
          <a:bodyPr rot="10800000"/>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p:txBody>
      </p:sp>
      <p:sp>
        <p:nvSpPr>
          <p:cNvPr id="8209" name="Text Box 12">
            <a:extLst>
              <a:ext uri="{FF2B5EF4-FFF2-40B4-BE49-F238E27FC236}">
                <a16:creationId xmlns:a16="http://schemas.microsoft.com/office/drawing/2014/main" id="{9D741070-1664-F9D0-FE86-80050ECF9745}"/>
              </a:ext>
            </a:extLst>
          </p:cNvPr>
          <p:cNvSpPr txBox="1">
            <a:spLocks noChangeArrowheads="1"/>
          </p:cNvSpPr>
          <p:nvPr/>
        </p:nvSpPr>
        <p:spPr bwMode="auto">
          <a:xfrm flipV="1">
            <a:off x="3101975" y="2611439"/>
            <a:ext cx="477838" cy="358775"/>
          </a:xfrm>
          <a:prstGeom prst="rect">
            <a:avLst/>
          </a:prstGeom>
          <a:solidFill>
            <a:srgbClr val="FFFFFF"/>
          </a:solidFill>
          <a:ln w="9525">
            <a:solidFill>
              <a:srgbClr val="000000"/>
            </a:solidFill>
            <a:miter lim="800000"/>
            <a:headEnd/>
            <a:tailEnd/>
          </a:ln>
        </p:spPr>
        <p:txBody>
          <a:bodyPr rot="10800000"/>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p:txBody>
      </p:sp>
      <p:sp>
        <p:nvSpPr>
          <p:cNvPr id="8210" name="Text Box 13">
            <a:extLst>
              <a:ext uri="{FF2B5EF4-FFF2-40B4-BE49-F238E27FC236}">
                <a16:creationId xmlns:a16="http://schemas.microsoft.com/office/drawing/2014/main" id="{BE6238DB-7870-3822-2A1E-23EFBFCE4C5C}"/>
              </a:ext>
            </a:extLst>
          </p:cNvPr>
          <p:cNvSpPr txBox="1">
            <a:spLocks noChangeArrowheads="1"/>
          </p:cNvSpPr>
          <p:nvPr/>
        </p:nvSpPr>
        <p:spPr bwMode="auto">
          <a:xfrm flipV="1">
            <a:off x="2622551" y="2611439"/>
            <a:ext cx="479425" cy="358775"/>
          </a:xfrm>
          <a:prstGeom prst="rect">
            <a:avLst/>
          </a:prstGeom>
          <a:solidFill>
            <a:srgbClr val="FFFFFF"/>
          </a:solidFill>
          <a:ln w="9525">
            <a:solidFill>
              <a:srgbClr val="000000"/>
            </a:solidFill>
            <a:miter lim="800000"/>
            <a:headEnd/>
            <a:tailEnd/>
          </a:ln>
        </p:spPr>
        <p:txBody>
          <a:bodyPr rot="10800000"/>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p:txBody>
      </p:sp>
      <p:sp>
        <p:nvSpPr>
          <p:cNvPr id="8211" name="Text Box 14">
            <a:extLst>
              <a:ext uri="{FF2B5EF4-FFF2-40B4-BE49-F238E27FC236}">
                <a16:creationId xmlns:a16="http://schemas.microsoft.com/office/drawing/2014/main" id="{9465B67D-9F4A-0C82-CB01-AD461CAA6D7F}"/>
              </a:ext>
            </a:extLst>
          </p:cNvPr>
          <p:cNvSpPr txBox="1">
            <a:spLocks noChangeArrowheads="1"/>
          </p:cNvSpPr>
          <p:nvPr/>
        </p:nvSpPr>
        <p:spPr bwMode="auto">
          <a:xfrm flipV="1">
            <a:off x="3579813" y="2611439"/>
            <a:ext cx="481012" cy="358775"/>
          </a:xfrm>
          <a:prstGeom prst="rect">
            <a:avLst/>
          </a:prstGeom>
          <a:solidFill>
            <a:srgbClr val="FFFFFF"/>
          </a:solidFill>
          <a:ln w="9525">
            <a:solidFill>
              <a:srgbClr val="000000"/>
            </a:solidFill>
            <a:miter lim="800000"/>
            <a:headEnd/>
            <a:tailEnd/>
          </a:ln>
        </p:spPr>
        <p:txBody>
          <a:bodyPr rot="10800000"/>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p:txBody>
      </p:sp>
      <p:sp>
        <p:nvSpPr>
          <p:cNvPr id="8212" name="Text Box 27">
            <a:extLst>
              <a:ext uri="{FF2B5EF4-FFF2-40B4-BE49-F238E27FC236}">
                <a16:creationId xmlns:a16="http://schemas.microsoft.com/office/drawing/2014/main" id="{DB7553B1-98E6-CAF2-048E-5BFA0440ACD6}"/>
              </a:ext>
            </a:extLst>
          </p:cNvPr>
          <p:cNvSpPr txBox="1">
            <a:spLocks noChangeArrowheads="1"/>
          </p:cNvSpPr>
          <p:nvPr/>
        </p:nvSpPr>
        <p:spPr bwMode="auto">
          <a:xfrm flipV="1">
            <a:off x="8370889" y="3635376"/>
            <a:ext cx="479425" cy="360363"/>
          </a:xfrm>
          <a:prstGeom prst="rect">
            <a:avLst/>
          </a:prstGeom>
          <a:solidFill>
            <a:srgbClr val="FFFFFF"/>
          </a:solidFill>
          <a:ln w="9525">
            <a:solidFill>
              <a:srgbClr val="000000"/>
            </a:solidFill>
            <a:miter lim="800000"/>
            <a:headEnd/>
            <a:tailEnd/>
          </a:ln>
        </p:spPr>
        <p:txBody>
          <a:bodyPr rot="10800000"/>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p:txBody>
      </p:sp>
      <p:sp>
        <p:nvSpPr>
          <p:cNvPr id="8213" name="Text Box 28">
            <a:extLst>
              <a:ext uri="{FF2B5EF4-FFF2-40B4-BE49-F238E27FC236}">
                <a16:creationId xmlns:a16="http://schemas.microsoft.com/office/drawing/2014/main" id="{D6CAC361-FDB9-D870-B291-F6F7396C7011}"/>
              </a:ext>
            </a:extLst>
          </p:cNvPr>
          <p:cNvSpPr txBox="1">
            <a:spLocks noChangeArrowheads="1"/>
          </p:cNvSpPr>
          <p:nvPr/>
        </p:nvSpPr>
        <p:spPr bwMode="auto">
          <a:xfrm flipV="1">
            <a:off x="8850314" y="3635376"/>
            <a:ext cx="477837" cy="360363"/>
          </a:xfrm>
          <a:prstGeom prst="rect">
            <a:avLst/>
          </a:prstGeom>
          <a:solidFill>
            <a:srgbClr val="FFFFFF"/>
          </a:solidFill>
          <a:ln w="9525">
            <a:solidFill>
              <a:srgbClr val="000000"/>
            </a:solidFill>
            <a:miter lim="800000"/>
            <a:headEnd/>
            <a:tailEnd/>
          </a:ln>
        </p:spPr>
        <p:txBody>
          <a:bodyPr rot="10800000"/>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p:txBody>
      </p:sp>
      <p:sp>
        <p:nvSpPr>
          <p:cNvPr id="8214" name="Text Box 29">
            <a:extLst>
              <a:ext uri="{FF2B5EF4-FFF2-40B4-BE49-F238E27FC236}">
                <a16:creationId xmlns:a16="http://schemas.microsoft.com/office/drawing/2014/main" id="{9A58C283-33F7-8B5A-8292-F47E8855D252}"/>
              </a:ext>
            </a:extLst>
          </p:cNvPr>
          <p:cNvSpPr txBox="1">
            <a:spLocks noChangeArrowheads="1"/>
          </p:cNvSpPr>
          <p:nvPr/>
        </p:nvSpPr>
        <p:spPr bwMode="auto">
          <a:xfrm flipV="1">
            <a:off x="9328151" y="3635376"/>
            <a:ext cx="479425" cy="360363"/>
          </a:xfrm>
          <a:prstGeom prst="rect">
            <a:avLst/>
          </a:prstGeom>
          <a:solidFill>
            <a:srgbClr val="FFFFFF"/>
          </a:solidFill>
          <a:ln w="9525">
            <a:solidFill>
              <a:srgbClr val="000000"/>
            </a:solidFill>
            <a:miter lim="800000"/>
            <a:headEnd/>
            <a:tailEnd/>
          </a:ln>
        </p:spPr>
        <p:txBody>
          <a:bodyPr rot="10800000"/>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p:txBody>
      </p:sp>
      <p:sp>
        <p:nvSpPr>
          <p:cNvPr id="8215" name="Text Box 30">
            <a:extLst>
              <a:ext uri="{FF2B5EF4-FFF2-40B4-BE49-F238E27FC236}">
                <a16:creationId xmlns:a16="http://schemas.microsoft.com/office/drawing/2014/main" id="{96EBA2D9-C19F-76CA-1E0E-556DA32B3AC5}"/>
              </a:ext>
            </a:extLst>
          </p:cNvPr>
          <p:cNvSpPr txBox="1">
            <a:spLocks noChangeArrowheads="1"/>
          </p:cNvSpPr>
          <p:nvPr/>
        </p:nvSpPr>
        <p:spPr bwMode="auto">
          <a:xfrm flipV="1">
            <a:off x="9807576" y="3635376"/>
            <a:ext cx="479425" cy="360363"/>
          </a:xfrm>
          <a:prstGeom prst="rect">
            <a:avLst/>
          </a:prstGeom>
          <a:solidFill>
            <a:srgbClr val="FFFFFF"/>
          </a:solidFill>
          <a:ln w="9525">
            <a:solidFill>
              <a:srgbClr val="000000"/>
            </a:solidFill>
            <a:miter lim="800000"/>
            <a:headEnd/>
            <a:tailEnd/>
          </a:ln>
        </p:spPr>
        <p:txBody>
          <a:bodyPr rot="10800000"/>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p:txBody>
      </p:sp>
      <p:sp>
        <p:nvSpPr>
          <p:cNvPr id="8216" name="Text Box 31">
            <a:extLst>
              <a:ext uri="{FF2B5EF4-FFF2-40B4-BE49-F238E27FC236}">
                <a16:creationId xmlns:a16="http://schemas.microsoft.com/office/drawing/2014/main" id="{CFFF15CC-1C90-81A0-FF60-104D9E510E51}"/>
              </a:ext>
            </a:extLst>
          </p:cNvPr>
          <p:cNvSpPr txBox="1">
            <a:spLocks noChangeArrowheads="1"/>
          </p:cNvSpPr>
          <p:nvPr/>
        </p:nvSpPr>
        <p:spPr bwMode="auto">
          <a:xfrm>
            <a:off x="9090025" y="3429001"/>
            <a:ext cx="477838" cy="360363"/>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51</a:t>
            </a:r>
          </a:p>
        </p:txBody>
      </p:sp>
      <p:sp>
        <p:nvSpPr>
          <p:cNvPr id="8217" name="Text Box 32">
            <a:extLst>
              <a:ext uri="{FF2B5EF4-FFF2-40B4-BE49-F238E27FC236}">
                <a16:creationId xmlns:a16="http://schemas.microsoft.com/office/drawing/2014/main" id="{A102261F-C26B-C897-7E65-13ECCEF97BD0}"/>
              </a:ext>
            </a:extLst>
          </p:cNvPr>
          <p:cNvSpPr txBox="1">
            <a:spLocks noChangeArrowheads="1"/>
          </p:cNvSpPr>
          <p:nvPr/>
        </p:nvSpPr>
        <p:spPr bwMode="auto">
          <a:xfrm>
            <a:off x="9567864" y="3429001"/>
            <a:ext cx="479425" cy="360363"/>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62</a:t>
            </a:r>
          </a:p>
        </p:txBody>
      </p:sp>
      <p:sp>
        <p:nvSpPr>
          <p:cNvPr id="8218" name="Text Box 33">
            <a:extLst>
              <a:ext uri="{FF2B5EF4-FFF2-40B4-BE49-F238E27FC236}">
                <a16:creationId xmlns:a16="http://schemas.microsoft.com/office/drawing/2014/main" id="{0E51AC6F-4C88-0A76-C468-87C9DC57CA5E}"/>
              </a:ext>
            </a:extLst>
          </p:cNvPr>
          <p:cNvSpPr txBox="1">
            <a:spLocks noChangeArrowheads="1"/>
          </p:cNvSpPr>
          <p:nvPr/>
        </p:nvSpPr>
        <p:spPr bwMode="auto">
          <a:xfrm>
            <a:off x="8609013" y="3429001"/>
            <a:ext cx="481012" cy="360363"/>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42</a:t>
            </a:r>
          </a:p>
        </p:txBody>
      </p:sp>
      <p:sp>
        <p:nvSpPr>
          <p:cNvPr id="8219" name="Text Box 57">
            <a:extLst>
              <a:ext uri="{FF2B5EF4-FFF2-40B4-BE49-F238E27FC236}">
                <a16:creationId xmlns:a16="http://schemas.microsoft.com/office/drawing/2014/main" id="{89DC8CD1-7629-CDD2-2CA5-3BEC5CADFEFC}"/>
              </a:ext>
            </a:extLst>
          </p:cNvPr>
          <p:cNvSpPr txBox="1">
            <a:spLocks noChangeArrowheads="1"/>
          </p:cNvSpPr>
          <p:nvPr/>
        </p:nvSpPr>
        <p:spPr bwMode="auto">
          <a:xfrm>
            <a:off x="2863850" y="2403476"/>
            <a:ext cx="477838" cy="360363"/>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6</a:t>
            </a:r>
          </a:p>
        </p:txBody>
      </p:sp>
      <p:sp>
        <p:nvSpPr>
          <p:cNvPr id="8220" name="Text Box 58">
            <a:extLst>
              <a:ext uri="{FF2B5EF4-FFF2-40B4-BE49-F238E27FC236}">
                <a16:creationId xmlns:a16="http://schemas.microsoft.com/office/drawing/2014/main" id="{B12F22FF-6380-E87D-8B37-8C4A358E8C14}"/>
              </a:ext>
            </a:extLst>
          </p:cNvPr>
          <p:cNvSpPr txBox="1">
            <a:spLocks noChangeArrowheads="1"/>
          </p:cNvSpPr>
          <p:nvPr/>
        </p:nvSpPr>
        <p:spPr bwMode="auto">
          <a:xfrm>
            <a:off x="3341689" y="2403476"/>
            <a:ext cx="477837" cy="360363"/>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12</a:t>
            </a:r>
          </a:p>
        </p:txBody>
      </p:sp>
      <p:sp>
        <p:nvSpPr>
          <p:cNvPr id="8221" name="Text Box 73">
            <a:extLst>
              <a:ext uri="{FF2B5EF4-FFF2-40B4-BE49-F238E27FC236}">
                <a16:creationId xmlns:a16="http://schemas.microsoft.com/office/drawing/2014/main" id="{6D300A28-97CB-F6BF-C7E2-0F93F5EECF4F}"/>
              </a:ext>
            </a:extLst>
          </p:cNvPr>
          <p:cNvSpPr txBox="1">
            <a:spLocks noChangeArrowheads="1"/>
          </p:cNvSpPr>
          <p:nvPr/>
        </p:nvSpPr>
        <p:spPr bwMode="auto">
          <a:xfrm>
            <a:off x="4899025" y="1905001"/>
            <a:ext cx="477838" cy="360363"/>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26</a:t>
            </a:r>
          </a:p>
        </p:txBody>
      </p:sp>
      <p:grpSp>
        <p:nvGrpSpPr>
          <p:cNvPr id="8222" name="Group 79">
            <a:extLst>
              <a:ext uri="{FF2B5EF4-FFF2-40B4-BE49-F238E27FC236}">
                <a16:creationId xmlns:a16="http://schemas.microsoft.com/office/drawing/2014/main" id="{029BF4E9-74BA-C553-AECC-8183E7F1AEB5}"/>
              </a:ext>
            </a:extLst>
          </p:cNvPr>
          <p:cNvGrpSpPr>
            <a:grpSpLocks/>
          </p:cNvGrpSpPr>
          <p:nvPr/>
        </p:nvGrpSpPr>
        <p:grpSpPr bwMode="auto">
          <a:xfrm>
            <a:off x="8523288" y="5424488"/>
            <a:ext cx="1916112" cy="366712"/>
            <a:chOff x="4011" y="2730"/>
            <a:chExt cx="1207" cy="231"/>
          </a:xfrm>
        </p:grpSpPr>
        <p:sp>
          <p:nvSpPr>
            <p:cNvPr id="8286" name="Text Box 45">
              <a:extLst>
                <a:ext uri="{FF2B5EF4-FFF2-40B4-BE49-F238E27FC236}">
                  <a16:creationId xmlns:a16="http://schemas.microsoft.com/office/drawing/2014/main" id="{792C9566-E31C-DE86-2662-B34320F79768}"/>
                </a:ext>
              </a:extLst>
            </p:cNvPr>
            <p:cNvSpPr txBox="1">
              <a:spLocks noChangeArrowheads="1"/>
            </p:cNvSpPr>
            <p:nvPr/>
          </p:nvSpPr>
          <p:spPr bwMode="auto">
            <a:xfrm flipV="1">
              <a:off x="4011" y="2730"/>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87" name="Text Box 46">
              <a:extLst>
                <a:ext uri="{FF2B5EF4-FFF2-40B4-BE49-F238E27FC236}">
                  <a16:creationId xmlns:a16="http://schemas.microsoft.com/office/drawing/2014/main" id="{C4EF0C4D-B7A1-E804-477D-946178EC296A}"/>
                </a:ext>
              </a:extLst>
            </p:cNvPr>
            <p:cNvSpPr txBox="1">
              <a:spLocks noChangeArrowheads="1"/>
            </p:cNvSpPr>
            <p:nvPr/>
          </p:nvSpPr>
          <p:spPr bwMode="auto">
            <a:xfrm flipV="1">
              <a:off x="4313" y="2730"/>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88" name="Text Box 47">
              <a:extLst>
                <a:ext uri="{FF2B5EF4-FFF2-40B4-BE49-F238E27FC236}">
                  <a16:creationId xmlns:a16="http://schemas.microsoft.com/office/drawing/2014/main" id="{EADB75F3-4DD9-74C6-4BB9-619F21E90D9B}"/>
                </a:ext>
              </a:extLst>
            </p:cNvPr>
            <p:cNvSpPr txBox="1">
              <a:spLocks noChangeArrowheads="1"/>
            </p:cNvSpPr>
            <p:nvPr/>
          </p:nvSpPr>
          <p:spPr bwMode="auto">
            <a:xfrm flipV="1">
              <a:off x="4615" y="2730"/>
              <a:ext cx="301"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89" name="Text Box 48">
              <a:extLst>
                <a:ext uri="{FF2B5EF4-FFF2-40B4-BE49-F238E27FC236}">
                  <a16:creationId xmlns:a16="http://schemas.microsoft.com/office/drawing/2014/main" id="{35257738-9760-F404-AE49-64C0A4223367}"/>
                </a:ext>
              </a:extLst>
            </p:cNvPr>
            <p:cNvSpPr txBox="1">
              <a:spLocks noChangeArrowheads="1"/>
            </p:cNvSpPr>
            <p:nvPr/>
          </p:nvSpPr>
          <p:spPr bwMode="auto">
            <a:xfrm flipV="1">
              <a:off x="4916" y="2730"/>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90" name="Line 55">
              <a:extLst>
                <a:ext uri="{FF2B5EF4-FFF2-40B4-BE49-F238E27FC236}">
                  <a16:creationId xmlns:a16="http://schemas.microsoft.com/office/drawing/2014/main" id="{E5F33F88-3258-2E97-8C6E-25ABEFE4B617}"/>
                </a:ext>
              </a:extLst>
            </p:cNvPr>
            <p:cNvSpPr>
              <a:spLocks noChangeShapeType="1"/>
            </p:cNvSpPr>
            <p:nvPr/>
          </p:nvSpPr>
          <p:spPr bwMode="auto">
            <a:xfrm flipH="1">
              <a:off x="4916" y="2730"/>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91" name="Line 76">
              <a:extLst>
                <a:ext uri="{FF2B5EF4-FFF2-40B4-BE49-F238E27FC236}">
                  <a16:creationId xmlns:a16="http://schemas.microsoft.com/office/drawing/2014/main" id="{9AC966DC-848D-F68B-2AFD-D91114EBDC49}"/>
                </a:ext>
              </a:extLst>
            </p:cNvPr>
            <p:cNvSpPr>
              <a:spLocks noChangeShapeType="1"/>
            </p:cNvSpPr>
            <p:nvPr/>
          </p:nvSpPr>
          <p:spPr bwMode="auto">
            <a:xfrm flipH="1">
              <a:off x="4608" y="273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92" name="Line 77">
              <a:extLst>
                <a:ext uri="{FF2B5EF4-FFF2-40B4-BE49-F238E27FC236}">
                  <a16:creationId xmlns:a16="http://schemas.microsoft.com/office/drawing/2014/main" id="{BF4C0CAC-474F-CC6C-1500-2C50EA335810}"/>
                </a:ext>
              </a:extLst>
            </p:cNvPr>
            <p:cNvSpPr>
              <a:spLocks noChangeShapeType="1"/>
            </p:cNvSpPr>
            <p:nvPr/>
          </p:nvSpPr>
          <p:spPr bwMode="auto">
            <a:xfrm flipH="1">
              <a:off x="4320" y="273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93" name="Line 78">
              <a:extLst>
                <a:ext uri="{FF2B5EF4-FFF2-40B4-BE49-F238E27FC236}">
                  <a16:creationId xmlns:a16="http://schemas.microsoft.com/office/drawing/2014/main" id="{F187A6EF-AED1-9C66-CE1F-774B491008FC}"/>
                </a:ext>
              </a:extLst>
            </p:cNvPr>
            <p:cNvSpPr>
              <a:spLocks noChangeShapeType="1"/>
            </p:cNvSpPr>
            <p:nvPr/>
          </p:nvSpPr>
          <p:spPr bwMode="auto">
            <a:xfrm flipH="1">
              <a:off x="4032" y="273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grpSp>
      <p:grpSp>
        <p:nvGrpSpPr>
          <p:cNvPr id="8223" name="Group 80">
            <a:extLst>
              <a:ext uri="{FF2B5EF4-FFF2-40B4-BE49-F238E27FC236}">
                <a16:creationId xmlns:a16="http://schemas.microsoft.com/office/drawing/2014/main" id="{4D0C2AED-CF04-61E2-A619-858E01D2AC94}"/>
              </a:ext>
            </a:extLst>
          </p:cNvPr>
          <p:cNvGrpSpPr>
            <a:grpSpLocks/>
          </p:cNvGrpSpPr>
          <p:nvPr/>
        </p:nvGrpSpPr>
        <p:grpSpPr bwMode="auto">
          <a:xfrm>
            <a:off x="6465888" y="5424488"/>
            <a:ext cx="1916112" cy="366712"/>
            <a:chOff x="4011" y="2730"/>
            <a:chExt cx="1207" cy="231"/>
          </a:xfrm>
        </p:grpSpPr>
        <p:sp>
          <p:nvSpPr>
            <p:cNvPr id="8278" name="Text Box 81">
              <a:extLst>
                <a:ext uri="{FF2B5EF4-FFF2-40B4-BE49-F238E27FC236}">
                  <a16:creationId xmlns:a16="http://schemas.microsoft.com/office/drawing/2014/main" id="{C39A4C1F-EED6-8586-D121-BD25B1D84213}"/>
                </a:ext>
              </a:extLst>
            </p:cNvPr>
            <p:cNvSpPr txBox="1">
              <a:spLocks noChangeArrowheads="1"/>
            </p:cNvSpPr>
            <p:nvPr/>
          </p:nvSpPr>
          <p:spPr bwMode="auto">
            <a:xfrm flipV="1">
              <a:off x="4011" y="2730"/>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79" name="Text Box 82">
              <a:extLst>
                <a:ext uri="{FF2B5EF4-FFF2-40B4-BE49-F238E27FC236}">
                  <a16:creationId xmlns:a16="http://schemas.microsoft.com/office/drawing/2014/main" id="{43692169-A1E5-4747-82E6-9F81BFEC54A2}"/>
                </a:ext>
              </a:extLst>
            </p:cNvPr>
            <p:cNvSpPr txBox="1">
              <a:spLocks noChangeArrowheads="1"/>
            </p:cNvSpPr>
            <p:nvPr/>
          </p:nvSpPr>
          <p:spPr bwMode="auto">
            <a:xfrm flipV="1">
              <a:off x="4313" y="2730"/>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80" name="Text Box 83">
              <a:extLst>
                <a:ext uri="{FF2B5EF4-FFF2-40B4-BE49-F238E27FC236}">
                  <a16:creationId xmlns:a16="http://schemas.microsoft.com/office/drawing/2014/main" id="{9478D7A4-BA6A-ED00-7792-A1D22FF0BC26}"/>
                </a:ext>
              </a:extLst>
            </p:cNvPr>
            <p:cNvSpPr txBox="1">
              <a:spLocks noChangeArrowheads="1"/>
            </p:cNvSpPr>
            <p:nvPr/>
          </p:nvSpPr>
          <p:spPr bwMode="auto">
            <a:xfrm flipV="1">
              <a:off x="4615" y="2730"/>
              <a:ext cx="301"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81" name="Text Box 84">
              <a:extLst>
                <a:ext uri="{FF2B5EF4-FFF2-40B4-BE49-F238E27FC236}">
                  <a16:creationId xmlns:a16="http://schemas.microsoft.com/office/drawing/2014/main" id="{E8DB15B3-6673-743B-98F6-953811ED833D}"/>
                </a:ext>
              </a:extLst>
            </p:cNvPr>
            <p:cNvSpPr txBox="1">
              <a:spLocks noChangeArrowheads="1"/>
            </p:cNvSpPr>
            <p:nvPr/>
          </p:nvSpPr>
          <p:spPr bwMode="auto">
            <a:xfrm flipV="1">
              <a:off x="4916" y="2730"/>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82" name="Line 85">
              <a:extLst>
                <a:ext uri="{FF2B5EF4-FFF2-40B4-BE49-F238E27FC236}">
                  <a16:creationId xmlns:a16="http://schemas.microsoft.com/office/drawing/2014/main" id="{6410A383-0523-3D1A-532A-F351AD3F8A50}"/>
                </a:ext>
              </a:extLst>
            </p:cNvPr>
            <p:cNvSpPr>
              <a:spLocks noChangeShapeType="1"/>
            </p:cNvSpPr>
            <p:nvPr/>
          </p:nvSpPr>
          <p:spPr bwMode="auto">
            <a:xfrm flipH="1">
              <a:off x="4916" y="2730"/>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83" name="Line 86">
              <a:extLst>
                <a:ext uri="{FF2B5EF4-FFF2-40B4-BE49-F238E27FC236}">
                  <a16:creationId xmlns:a16="http://schemas.microsoft.com/office/drawing/2014/main" id="{7305BE87-5054-C726-D205-61DE72997CEE}"/>
                </a:ext>
              </a:extLst>
            </p:cNvPr>
            <p:cNvSpPr>
              <a:spLocks noChangeShapeType="1"/>
            </p:cNvSpPr>
            <p:nvPr/>
          </p:nvSpPr>
          <p:spPr bwMode="auto">
            <a:xfrm flipH="1">
              <a:off x="4608" y="273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84" name="Line 87">
              <a:extLst>
                <a:ext uri="{FF2B5EF4-FFF2-40B4-BE49-F238E27FC236}">
                  <a16:creationId xmlns:a16="http://schemas.microsoft.com/office/drawing/2014/main" id="{A307C7E6-5FDB-5DE3-7132-69CD7CE59203}"/>
                </a:ext>
              </a:extLst>
            </p:cNvPr>
            <p:cNvSpPr>
              <a:spLocks noChangeShapeType="1"/>
            </p:cNvSpPr>
            <p:nvPr/>
          </p:nvSpPr>
          <p:spPr bwMode="auto">
            <a:xfrm flipH="1">
              <a:off x="4320" y="273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85" name="Line 88">
              <a:extLst>
                <a:ext uri="{FF2B5EF4-FFF2-40B4-BE49-F238E27FC236}">
                  <a16:creationId xmlns:a16="http://schemas.microsoft.com/office/drawing/2014/main" id="{055D9427-3249-C90A-DC8E-ED663D7194D5}"/>
                </a:ext>
              </a:extLst>
            </p:cNvPr>
            <p:cNvSpPr>
              <a:spLocks noChangeShapeType="1"/>
            </p:cNvSpPr>
            <p:nvPr/>
          </p:nvSpPr>
          <p:spPr bwMode="auto">
            <a:xfrm flipH="1">
              <a:off x="4032" y="273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grpSp>
      <p:grpSp>
        <p:nvGrpSpPr>
          <p:cNvPr id="8224" name="Group 89">
            <a:extLst>
              <a:ext uri="{FF2B5EF4-FFF2-40B4-BE49-F238E27FC236}">
                <a16:creationId xmlns:a16="http://schemas.microsoft.com/office/drawing/2014/main" id="{7EE23B54-8A3D-F989-1AFB-C041E14E474E}"/>
              </a:ext>
            </a:extLst>
          </p:cNvPr>
          <p:cNvGrpSpPr>
            <a:grpSpLocks/>
          </p:cNvGrpSpPr>
          <p:nvPr/>
        </p:nvGrpSpPr>
        <p:grpSpPr bwMode="auto">
          <a:xfrm>
            <a:off x="4332288" y="5424488"/>
            <a:ext cx="1916112" cy="366712"/>
            <a:chOff x="4011" y="2730"/>
            <a:chExt cx="1207" cy="231"/>
          </a:xfrm>
        </p:grpSpPr>
        <p:sp>
          <p:nvSpPr>
            <p:cNvPr id="8270" name="Text Box 90">
              <a:extLst>
                <a:ext uri="{FF2B5EF4-FFF2-40B4-BE49-F238E27FC236}">
                  <a16:creationId xmlns:a16="http://schemas.microsoft.com/office/drawing/2014/main" id="{9804A6DD-3674-5D1B-3BC7-23F0A5B3CBE6}"/>
                </a:ext>
              </a:extLst>
            </p:cNvPr>
            <p:cNvSpPr txBox="1">
              <a:spLocks noChangeArrowheads="1"/>
            </p:cNvSpPr>
            <p:nvPr/>
          </p:nvSpPr>
          <p:spPr bwMode="auto">
            <a:xfrm flipV="1">
              <a:off x="4011" y="2730"/>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71" name="Text Box 91">
              <a:extLst>
                <a:ext uri="{FF2B5EF4-FFF2-40B4-BE49-F238E27FC236}">
                  <a16:creationId xmlns:a16="http://schemas.microsoft.com/office/drawing/2014/main" id="{58B7B90C-AFD0-05D5-5BC6-83A6E181B6D7}"/>
                </a:ext>
              </a:extLst>
            </p:cNvPr>
            <p:cNvSpPr txBox="1">
              <a:spLocks noChangeArrowheads="1"/>
            </p:cNvSpPr>
            <p:nvPr/>
          </p:nvSpPr>
          <p:spPr bwMode="auto">
            <a:xfrm flipV="1">
              <a:off x="4313" y="2730"/>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72" name="Text Box 92">
              <a:extLst>
                <a:ext uri="{FF2B5EF4-FFF2-40B4-BE49-F238E27FC236}">
                  <a16:creationId xmlns:a16="http://schemas.microsoft.com/office/drawing/2014/main" id="{88858524-1486-39FE-151B-3CC55137CB18}"/>
                </a:ext>
              </a:extLst>
            </p:cNvPr>
            <p:cNvSpPr txBox="1">
              <a:spLocks noChangeArrowheads="1"/>
            </p:cNvSpPr>
            <p:nvPr/>
          </p:nvSpPr>
          <p:spPr bwMode="auto">
            <a:xfrm flipV="1">
              <a:off x="4615" y="2730"/>
              <a:ext cx="301"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73" name="Text Box 93">
              <a:extLst>
                <a:ext uri="{FF2B5EF4-FFF2-40B4-BE49-F238E27FC236}">
                  <a16:creationId xmlns:a16="http://schemas.microsoft.com/office/drawing/2014/main" id="{673B7C3A-CFFD-4285-C098-11491376D2F3}"/>
                </a:ext>
              </a:extLst>
            </p:cNvPr>
            <p:cNvSpPr txBox="1">
              <a:spLocks noChangeArrowheads="1"/>
            </p:cNvSpPr>
            <p:nvPr/>
          </p:nvSpPr>
          <p:spPr bwMode="auto">
            <a:xfrm flipV="1">
              <a:off x="4916" y="2730"/>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74" name="Line 94">
              <a:extLst>
                <a:ext uri="{FF2B5EF4-FFF2-40B4-BE49-F238E27FC236}">
                  <a16:creationId xmlns:a16="http://schemas.microsoft.com/office/drawing/2014/main" id="{B01CE248-8F5E-0398-174B-761EEE23A1EA}"/>
                </a:ext>
              </a:extLst>
            </p:cNvPr>
            <p:cNvSpPr>
              <a:spLocks noChangeShapeType="1"/>
            </p:cNvSpPr>
            <p:nvPr/>
          </p:nvSpPr>
          <p:spPr bwMode="auto">
            <a:xfrm flipH="1">
              <a:off x="4916" y="2730"/>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75" name="Line 95">
              <a:extLst>
                <a:ext uri="{FF2B5EF4-FFF2-40B4-BE49-F238E27FC236}">
                  <a16:creationId xmlns:a16="http://schemas.microsoft.com/office/drawing/2014/main" id="{368402FB-BC84-C903-846C-BA6CE046B077}"/>
                </a:ext>
              </a:extLst>
            </p:cNvPr>
            <p:cNvSpPr>
              <a:spLocks noChangeShapeType="1"/>
            </p:cNvSpPr>
            <p:nvPr/>
          </p:nvSpPr>
          <p:spPr bwMode="auto">
            <a:xfrm flipH="1">
              <a:off x="4608" y="273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76" name="Line 96">
              <a:extLst>
                <a:ext uri="{FF2B5EF4-FFF2-40B4-BE49-F238E27FC236}">
                  <a16:creationId xmlns:a16="http://schemas.microsoft.com/office/drawing/2014/main" id="{13266A19-E942-8287-A337-9D0E99371D3F}"/>
                </a:ext>
              </a:extLst>
            </p:cNvPr>
            <p:cNvSpPr>
              <a:spLocks noChangeShapeType="1"/>
            </p:cNvSpPr>
            <p:nvPr/>
          </p:nvSpPr>
          <p:spPr bwMode="auto">
            <a:xfrm flipH="1">
              <a:off x="4320" y="273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77" name="Line 97">
              <a:extLst>
                <a:ext uri="{FF2B5EF4-FFF2-40B4-BE49-F238E27FC236}">
                  <a16:creationId xmlns:a16="http://schemas.microsoft.com/office/drawing/2014/main" id="{B13E446D-4DDA-8A70-8A5F-AC2EB9840E41}"/>
                </a:ext>
              </a:extLst>
            </p:cNvPr>
            <p:cNvSpPr>
              <a:spLocks noChangeShapeType="1"/>
            </p:cNvSpPr>
            <p:nvPr/>
          </p:nvSpPr>
          <p:spPr bwMode="auto">
            <a:xfrm flipH="1">
              <a:off x="4032" y="273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grpSp>
      <p:grpSp>
        <p:nvGrpSpPr>
          <p:cNvPr id="8225" name="Group 98">
            <a:extLst>
              <a:ext uri="{FF2B5EF4-FFF2-40B4-BE49-F238E27FC236}">
                <a16:creationId xmlns:a16="http://schemas.microsoft.com/office/drawing/2014/main" id="{F34E7B2F-7E17-2F3F-8D2E-3615D5597780}"/>
              </a:ext>
            </a:extLst>
          </p:cNvPr>
          <p:cNvGrpSpPr>
            <a:grpSpLocks/>
          </p:cNvGrpSpPr>
          <p:nvPr/>
        </p:nvGrpSpPr>
        <p:grpSpPr bwMode="auto">
          <a:xfrm>
            <a:off x="1676401" y="3851276"/>
            <a:ext cx="1916113" cy="366713"/>
            <a:chOff x="4011" y="2730"/>
            <a:chExt cx="1207" cy="231"/>
          </a:xfrm>
        </p:grpSpPr>
        <p:sp>
          <p:nvSpPr>
            <p:cNvPr id="8262" name="Text Box 99">
              <a:extLst>
                <a:ext uri="{FF2B5EF4-FFF2-40B4-BE49-F238E27FC236}">
                  <a16:creationId xmlns:a16="http://schemas.microsoft.com/office/drawing/2014/main" id="{2E92E102-7CD9-2C0E-B831-0018705BD2EA}"/>
                </a:ext>
              </a:extLst>
            </p:cNvPr>
            <p:cNvSpPr txBox="1">
              <a:spLocks noChangeArrowheads="1"/>
            </p:cNvSpPr>
            <p:nvPr/>
          </p:nvSpPr>
          <p:spPr bwMode="auto">
            <a:xfrm flipV="1">
              <a:off x="4011" y="2730"/>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63" name="Text Box 100">
              <a:extLst>
                <a:ext uri="{FF2B5EF4-FFF2-40B4-BE49-F238E27FC236}">
                  <a16:creationId xmlns:a16="http://schemas.microsoft.com/office/drawing/2014/main" id="{0C013E19-6E69-F350-7F6B-2FA401802E99}"/>
                </a:ext>
              </a:extLst>
            </p:cNvPr>
            <p:cNvSpPr txBox="1">
              <a:spLocks noChangeArrowheads="1"/>
            </p:cNvSpPr>
            <p:nvPr/>
          </p:nvSpPr>
          <p:spPr bwMode="auto">
            <a:xfrm flipV="1">
              <a:off x="4313" y="2730"/>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64" name="Text Box 101">
              <a:extLst>
                <a:ext uri="{FF2B5EF4-FFF2-40B4-BE49-F238E27FC236}">
                  <a16:creationId xmlns:a16="http://schemas.microsoft.com/office/drawing/2014/main" id="{68D0FEB2-F207-4C20-FA5B-2796C89B998E}"/>
                </a:ext>
              </a:extLst>
            </p:cNvPr>
            <p:cNvSpPr txBox="1">
              <a:spLocks noChangeArrowheads="1"/>
            </p:cNvSpPr>
            <p:nvPr/>
          </p:nvSpPr>
          <p:spPr bwMode="auto">
            <a:xfrm flipV="1">
              <a:off x="4615" y="2730"/>
              <a:ext cx="301"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65" name="Text Box 102">
              <a:extLst>
                <a:ext uri="{FF2B5EF4-FFF2-40B4-BE49-F238E27FC236}">
                  <a16:creationId xmlns:a16="http://schemas.microsoft.com/office/drawing/2014/main" id="{6F264A56-6DD0-8B4A-FF0B-8550ED8383AC}"/>
                </a:ext>
              </a:extLst>
            </p:cNvPr>
            <p:cNvSpPr txBox="1">
              <a:spLocks noChangeArrowheads="1"/>
            </p:cNvSpPr>
            <p:nvPr/>
          </p:nvSpPr>
          <p:spPr bwMode="auto">
            <a:xfrm flipV="1">
              <a:off x="4916" y="2730"/>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66" name="Line 103">
              <a:extLst>
                <a:ext uri="{FF2B5EF4-FFF2-40B4-BE49-F238E27FC236}">
                  <a16:creationId xmlns:a16="http://schemas.microsoft.com/office/drawing/2014/main" id="{70AE3B60-9C63-46A6-35E7-BFA69CDDBDBD}"/>
                </a:ext>
              </a:extLst>
            </p:cNvPr>
            <p:cNvSpPr>
              <a:spLocks noChangeShapeType="1"/>
            </p:cNvSpPr>
            <p:nvPr/>
          </p:nvSpPr>
          <p:spPr bwMode="auto">
            <a:xfrm flipH="1">
              <a:off x="4916" y="2730"/>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67" name="Line 104">
              <a:extLst>
                <a:ext uri="{FF2B5EF4-FFF2-40B4-BE49-F238E27FC236}">
                  <a16:creationId xmlns:a16="http://schemas.microsoft.com/office/drawing/2014/main" id="{CAEFBB19-6D7D-A05A-64D8-581A269ABE41}"/>
                </a:ext>
              </a:extLst>
            </p:cNvPr>
            <p:cNvSpPr>
              <a:spLocks noChangeShapeType="1"/>
            </p:cNvSpPr>
            <p:nvPr/>
          </p:nvSpPr>
          <p:spPr bwMode="auto">
            <a:xfrm flipH="1">
              <a:off x="4608" y="273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68" name="Line 105">
              <a:extLst>
                <a:ext uri="{FF2B5EF4-FFF2-40B4-BE49-F238E27FC236}">
                  <a16:creationId xmlns:a16="http://schemas.microsoft.com/office/drawing/2014/main" id="{FF197451-C6B6-38D4-4F0A-1F2DE6ED6765}"/>
                </a:ext>
              </a:extLst>
            </p:cNvPr>
            <p:cNvSpPr>
              <a:spLocks noChangeShapeType="1"/>
            </p:cNvSpPr>
            <p:nvPr/>
          </p:nvSpPr>
          <p:spPr bwMode="auto">
            <a:xfrm flipH="1">
              <a:off x="4320" y="273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69" name="Line 106">
              <a:extLst>
                <a:ext uri="{FF2B5EF4-FFF2-40B4-BE49-F238E27FC236}">
                  <a16:creationId xmlns:a16="http://schemas.microsoft.com/office/drawing/2014/main" id="{D7C0547E-66D1-D733-1DDF-7DBF60358470}"/>
                </a:ext>
              </a:extLst>
            </p:cNvPr>
            <p:cNvSpPr>
              <a:spLocks noChangeShapeType="1"/>
            </p:cNvSpPr>
            <p:nvPr/>
          </p:nvSpPr>
          <p:spPr bwMode="auto">
            <a:xfrm flipH="1">
              <a:off x="4032" y="2736"/>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grpSp>
      <p:grpSp>
        <p:nvGrpSpPr>
          <p:cNvPr id="8226" name="Group 116">
            <a:extLst>
              <a:ext uri="{FF2B5EF4-FFF2-40B4-BE49-F238E27FC236}">
                <a16:creationId xmlns:a16="http://schemas.microsoft.com/office/drawing/2014/main" id="{97411CF5-D252-B306-F3D6-DFE826FD8ADC}"/>
              </a:ext>
            </a:extLst>
          </p:cNvPr>
          <p:cNvGrpSpPr>
            <a:grpSpLocks/>
          </p:cNvGrpSpPr>
          <p:nvPr/>
        </p:nvGrpSpPr>
        <p:grpSpPr bwMode="auto">
          <a:xfrm>
            <a:off x="2678114" y="5424488"/>
            <a:ext cx="1436687" cy="366712"/>
            <a:chOff x="336" y="3369"/>
            <a:chExt cx="905" cy="231"/>
          </a:xfrm>
        </p:grpSpPr>
        <p:sp>
          <p:nvSpPr>
            <p:cNvPr id="8256" name="Text Box 108">
              <a:extLst>
                <a:ext uri="{FF2B5EF4-FFF2-40B4-BE49-F238E27FC236}">
                  <a16:creationId xmlns:a16="http://schemas.microsoft.com/office/drawing/2014/main" id="{A7215DFA-2C58-3D93-0B42-FA0E109E8839}"/>
                </a:ext>
              </a:extLst>
            </p:cNvPr>
            <p:cNvSpPr txBox="1">
              <a:spLocks noChangeArrowheads="1"/>
            </p:cNvSpPr>
            <p:nvPr/>
          </p:nvSpPr>
          <p:spPr bwMode="auto">
            <a:xfrm flipV="1">
              <a:off x="336" y="3369"/>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57" name="Text Box 109">
              <a:extLst>
                <a:ext uri="{FF2B5EF4-FFF2-40B4-BE49-F238E27FC236}">
                  <a16:creationId xmlns:a16="http://schemas.microsoft.com/office/drawing/2014/main" id="{86FD1EC9-42BC-FD4C-30C9-9EC2F8FB83BF}"/>
                </a:ext>
              </a:extLst>
            </p:cNvPr>
            <p:cNvSpPr txBox="1">
              <a:spLocks noChangeArrowheads="1"/>
            </p:cNvSpPr>
            <p:nvPr/>
          </p:nvSpPr>
          <p:spPr bwMode="auto">
            <a:xfrm flipV="1">
              <a:off x="638" y="3369"/>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58" name="Text Box 110">
              <a:extLst>
                <a:ext uri="{FF2B5EF4-FFF2-40B4-BE49-F238E27FC236}">
                  <a16:creationId xmlns:a16="http://schemas.microsoft.com/office/drawing/2014/main" id="{F5AFE5DD-5637-8ED9-EBBA-9A0A44D3143A}"/>
                </a:ext>
              </a:extLst>
            </p:cNvPr>
            <p:cNvSpPr txBox="1">
              <a:spLocks noChangeArrowheads="1"/>
            </p:cNvSpPr>
            <p:nvPr/>
          </p:nvSpPr>
          <p:spPr bwMode="auto">
            <a:xfrm flipV="1">
              <a:off x="940" y="3369"/>
              <a:ext cx="301"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59" name="Line 113">
              <a:extLst>
                <a:ext uri="{FF2B5EF4-FFF2-40B4-BE49-F238E27FC236}">
                  <a16:creationId xmlns:a16="http://schemas.microsoft.com/office/drawing/2014/main" id="{A55B7EF6-F380-BE4E-C71C-A0292B7C5EA8}"/>
                </a:ext>
              </a:extLst>
            </p:cNvPr>
            <p:cNvSpPr>
              <a:spLocks noChangeShapeType="1"/>
            </p:cNvSpPr>
            <p:nvPr/>
          </p:nvSpPr>
          <p:spPr bwMode="auto">
            <a:xfrm flipH="1">
              <a:off x="933" y="3375"/>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60" name="Line 114">
              <a:extLst>
                <a:ext uri="{FF2B5EF4-FFF2-40B4-BE49-F238E27FC236}">
                  <a16:creationId xmlns:a16="http://schemas.microsoft.com/office/drawing/2014/main" id="{9D16FA75-1287-B259-273B-0BDAFC234CB5}"/>
                </a:ext>
              </a:extLst>
            </p:cNvPr>
            <p:cNvSpPr>
              <a:spLocks noChangeShapeType="1"/>
            </p:cNvSpPr>
            <p:nvPr/>
          </p:nvSpPr>
          <p:spPr bwMode="auto">
            <a:xfrm flipH="1">
              <a:off x="645" y="3375"/>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61" name="Line 115">
              <a:extLst>
                <a:ext uri="{FF2B5EF4-FFF2-40B4-BE49-F238E27FC236}">
                  <a16:creationId xmlns:a16="http://schemas.microsoft.com/office/drawing/2014/main" id="{77ECA29D-C51D-2FE5-4730-94A5DBBB03C6}"/>
                </a:ext>
              </a:extLst>
            </p:cNvPr>
            <p:cNvSpPr>
              <a:spLocks noChangeShapeType="1"/>
            </p:cNvSpPr>
            <p:nvPr/>
          </p:nvSpPr>
          <p:spPr bwMode="auto">
            <a:xfrm flipH="1">
              <a:off x="357" y="3375"/>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grpSp>
      <p:grpSp>
        <p:nvGrpSpPr>
          <p:cNvPr id="8227" name="Group 117">
            <a:extLst>
              <a:ext uri="{FF2B5EF4-FFF2-40B4-BE49-F238E27FC236}">
                <a16:creationId xmlns:a16="http://schemas.microsoft.com/office/drawing/2014/main" id="{A402B60F-CE8D-7E4A-D860-B7D4C7A6F17F}"/>
              </a:ext>
            </a:extLst>
          </p:cNvPr>
          <p:cNvGrpSpPr>
            <a:grpSpLocks/>
          </p:cNvGrpSpPr>
          <p:nvPr/>
        </p:nvGrpSpPr>
        <p:grpSpPr bwMode="auto">
          <a:xfrm>
            <a:off x="3733800" y="3851276"/>
            <a:ext cx="1436688" cy="366713"/>
            <a:chOff x="336" y="3369"/>
            <a:chExt cx="905" cy="231"/>
          </a:xfrm>
        </p:grpSpPr>
        <p:sp>
          <p:nvSpPr>
            <p:cNvPr id="8250" name="Text Box 118">
              <a:extLst>
                <a:ext uri="{FF2B5EF4-FFF2-40B4-BE49-F238E27FC236}">
                  <a16:creationId xmlns:a16="http://schemas.microsoft.com/office/drawing/2014/main" id="{15FC5AB5-7049-09B1-32B7-62F1BD0256B7}"/>
                </a:ext>
              </a:extLst>
            </p:cNvPr>
            <p:cNvSpPr txBox="1">
              <a:spLocks noChangeArrowheads="1"/>
            </p:cNvSpPr>
            <p:nvPr/>
          </p:nvSpPr>
          <p:spPr bwMode="auto">
            <a:xfrm flipV="1">
              <a:off x="336" y="3369"/>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51" name="Text Box 119">
              <a:extLst>
                <a:ext uri="{FF2B5EF4-FFF2-40B4-BE49-F238E27FC236}">
                  <a16:creationId xmlns:a16="http://schemas.microsoft.com/office/drawing/2014/main" id="{825F80E7-0329-19E1-3A50-698270845F03}"/>
                </a:ext>
              </a:extLst>
            </p:cNvPr>
            <p:cNvSpPr txBox="1">
              <a:spLocks noChangeArrowheads="1"/>
            </p:cNvSpPr>
            <p:nvPr/>
          </p:nvSpPr>
          <p:spPr bwMode="auto">
            <a:xfrm flipV="1">
              <a:off x="638" y="3369"/>
              <a:ext cx="302"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52" name="Text Box 120">
              <a:extLst>
                <a:ext uri="{FF2B5EF4-FFF2-40B4-BE49-F238E27FC236}">
                  <a16:creationId xmlns:a16="http://schemas.microsoft.com/office/drawing/2014/main" id="{B1BA9CC5-538B-EB44-0748-808A603A7378}"/>
                </a:ext>
              </a:extLst>
            </p:cNvPr>
            <p:cNvSpPr txBox="1">
              <a:spLocks noChangeArrowheads="1"/>
            </p:cNvSpPr>
            <p:nvPr/>
          </p:nvSpPr>
          <p:spPr bwMode="auto">
            <a:xfrm flipV="1">
              <a:off x="940" y="3369"/>
              <a:ext cx="301" cy="22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endParaRPr lang="en-US" altLang="en-US" sz="1600">
                <a:solidFill>
                  <a:srgbClr val="000000"/>
                </a:solidFill>
              </a:endParaRPr>
            </a:p>
            <a:p>
              <a:pPr eaLnBrk="0" fontAlgn="base" hangingPunct="0">
                <a:spcBef>
                  <a:spcPct val="0"/>
                </a:spcBef>
                <a:spcAft>
                  <a:spcPct val="0"/>
                </a:spcAft>
                <a:buNone/>
              </a:pPr>
              <a:endParaRPr lang="en-US" altLang="en-US" sz="1600">
                <a:solidFill>
                  <a:srgbClr val="000000"/>
                </a:solidFill>
              </a:endParaRPr>
            </a:p>
          </p:txBody>
        </p:sp>
        <p:sp>
          <p:nvSpPr>
            <p:cNvPr id="8253" name="Line 121">
              <a:extLst>
                <a:ext uri="{FF2B5EF4-FFF2-40B4-BE49-F238E27FC236}">
                  <a16:creationId xmlns:a16="http://schemas.microsoft.com/office/drawing/2014/main" id="{DADBE2E0-FC10-9472-BD48-7A6F0AEC35B8}"/>
                </a:ext>
              </a:extLst>
            </p:cNvPr>
            <p:cNvSpPr>
              <a:spLocks noChangeShapeType="1"/>
            </p:cNvSpPr>
            <p:nvPr/>
          </p:nvSpPr>
          <p:spPr bwMode="auto">
            <a:xfrm flipH="1">
              <a:off x="933" y="3375"/>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54" name="Line 122">
              <a:extLst>
                <a:ext uri="{FF2B5EF4-FFF2-40B4-BE49-F238E27FC236}">
                  <a16:creationId xmlns:a16="http://schemas.microsoft.com/office/drawing/2014/main" id="{4F2ECB9C-20E4-C12E-080C-721C168C23AE}"/>
                </a:ext>
              </a:extLst>
            </p:cNvPr>
            <p:cNvSpPr>
              <a:spLocks noChangeShapeType="1"/>
            </p:cNvSpPr>
            <p:nvPr/>
          </p:nvSpPr>
          <p:spPr bwMode="auto">
            <a:xfrm flipH="1">
              <a:off x="645" y="3375"/>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sp>
          <p:nvSpPr>
            <p:cNvPr id="8255" name="Line 123">
              <a:extLst>
                <a:ext uri="{FF2B5EF4-FFF2-40B4-BE49-F238E27FC236}">
                  <a16:creationId xmlns:a16="http://schemas.microsoft.com/office/drawing/2014/main" id="{77BABAE2-8199-BA01-3DD6-1D719C1EB2F7}"/>
                </a:ext>
              </a:extLst>
            </p:cNvPr>
            <p:cNvSpPr>
              <a:spLocks noChangeShapeType="1"/>
            </p:cNvSpPr>
            <p:nvPr/>
          </p:nvSpPr>
          <p:spPr bwMode="auto">
            <a:xfrm flipH="1">
              <a:off x="357" y="3375"/>
              <a:ext cx="302"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latin typeface="Arial" panose="020B0604020202020204" pitchFamily="34" charset="0"/>
              </a:endParaRPr>
            </a:p>
          </p:txBody>
        </p:sp>
      </p:grpSp>
      <p:sp>
        <p:nvSpPr>
          <p:cNvPr id="8228" name="Text Box 49">
            <a:extLst>
              <a:ext uri="{FF2B5EF4-FFF2-40B4-BE49-F238E27FC236}">
                <a16:creationId xmlns:a16="http://schemas.microsoft.com/office/drawing/2014/main" id="{C46E7691-C705-1422-9A8E-47EB99981382}"/>
              </a:ext>
            </a:extLst>
          </p:cNvPr>
          <p:cNvSpPr txBox="1">
            <a:spLocks noChangeArrowheads="1"/>
          </p:cNvSpPr>
          <p:nvPr/>
        </p:nvSpPr>
        <p:spPr bwMode="auto">
          <a:xfrm>
            <a:off x="7172326" y="5207001"/>
            <a:ext cx="481013" cy="35877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55</a:t>
            </a:r>
          </a:p>
          <a:p>
            <a:pPr eaLnBrk="0" fontAlgn="base" hangingPunct="0">
              <a:spcBef>
                <a:spcPct val="0"/>
              </a:spcBef>
              <a:spcAft>
                <a:spcPct val="0"/>
              </a:spcAft>
              <a:buNone/>
            </a:pPr>
            <a:endParaRPr lang="en-US" altLang="en-US" sz="1600">
              <a:solidFill>
                <a:srgbClr val="000000"/>
              </a:solidFill>
            </a:endParaRPr>
          </a:p>
        </p:txBody>
      </p:sp>
      <p:sp>
        <p:nvSpPr>
          <p:cNvPr id="8229" name="Text Box 50">
            <a:extLst>
              <a:ext uri="{FF2B5EF4-FFF2-40B4-BE49-F238E27FC236}">
                <a16:creationId xmlns:a16="http://schemas.microsoft.com/office/drawing/2014/main" id="{1E9F897E-7035-BA0A-C5E8-533664472EF4}"/>
              </a:ext>
            </a:extLst>
          </p:cNvPr>
          <p:cNvSpPr txBox="1">
            <a:spLocks noChangeArrowheads="1"/>
          </p:cNvSpPr>
          <p:nvPr/>
        </p:nvSpPr>
        <p:spPr bwMode="auto">
          <a:xfrm>
            <a:off x="7653339" y="5207001"/>
            <a:ext cx="477837" cy="35877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60</a:t>
            </a:r>
          </a:p>
          <a:p>
            <a:pPr eaLnBrk="0" fontAlgn="base" hangingPunct="0">
              <a:spcBef>
                <a:spcPct val="0"/>
              </a:spcBef>
              <a:spcAft>
                <a:spcPct val="0"/>
              </a:spcAft>
              <a:buNone/>
            </a:pPr>
            <a:endParaRPr lang="en-US" altLang="en-US" sz="1600">
              <a:solidFill>
                <a:srgbClr val="000000"/>
              </a:solidFill>
            </a:endParaRPr>
          </a:p>
        </p:txBody>
      </p:sp>
      <p:sp>
        <p:nvSpPr>
          <p:cNvPr id="8230" name="Text Box 51">
            <a:extLst>
              <a:ext uri="{FF2B5EF4-FFF2-40B4-BE49-F238E27FC236}">
                <a16:creationId xmlns:a16="http://schemas.microsoft.com/office/drawing/2014/main" id="{BE3207EB-939A-105C-A562-39F458A7BBA3}"/>
              </a:ext>
            </a:extLst>
          </p:cNvPr>
          <p:cNvSpPr txBox="1">
            <a:spLocks noChangeArrowheads="1"/>
          </p:cNvSpPr>
          <p:nvPr/>
        </p:nvSpPr>
        <p:spPr bwMode="auto">
          <a:xfrm>
            <a:off x="9240838" y="5216526"/>
            <a:ext cx="481012" cy="35877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70</a:t>
            </a:r>
          </a:p>
          <a:p>
            <a:pPr eaLnBrk="0" fontAlgn="base" hangingPunct="0">
              <a:spcBef>
                <a:spcPct val="0"/>
              </a:spcBef>
              <a:spcAft>
                <a:spcPct val="0"/>
              </a:spcAft>
              <a:buNone/>
            </a:pPr>
            <a:endParaRPr lang="en-US" altLang="en-US" sz="1600">
              <a:solidFill>
                <a:srgbClr val="000000"/>
              </a:solidFill>
            </a:endParaRPr>
          </a:p>
        </p:txBody>
      </p:sp>
      <p:sp>
        <p:nvSpPr>
          <p:cNvPr id="8231" name="Text Box 52">
            <a:extLst>
              <a:ext uri="{FF2B5EF4-FFF2-40B4-BE49-F238E27FC236}">
                <a16:creationId xmlns:a16="http://schemas.microsoft.com/office/drawing/2014/main" id="{2C99779F-FDC8-292D-8AE3-E58C34D702BE}"/>
              </a:ext>
            </a:extLst>
          </p:cNvPr>
          <p:cNvSpPr txBox="1">
            <a:spLocks noChangeArrowheads="1"/>
          </p:cNvSpPr>
          <p:nvPr/>
        </p:nvSpPr>
        <p:spPr bwMode="auto">
          <a:xfrm>
            <a:off x="8763000" y="5216526"/>
            <a:ext cx="477838" cy="35877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64</a:t>
            </a:r>
          </a:p>
          <a:p>
            <a:pPr eaLnBrk="0" fontAlgn="base" hangingPunct="0">
              <a:spcBef>
                <a:spcPct val="0"/>
              </a:spcBef>
              <a:spcAft>
                <a:spcPct val="0"/>
              </a:spcAft>
              <a:buNone/>
            </a:pPr>
            <a:endParaRPr lang="en-US" altLang="en-US" sz="1600">
              <a:solidFill>
                <a:srgbClr val="000000"/>
              </a:solidFill>
            </a:endParaRPr>
          </a:p>
        </p:txBody>
      </p:sp>
      <p:sp>
        <p:nvSpPr>
          <p:cNvPr id="8232" name="Text Box 53">
            <a:extLst>
              <a:ext uri="{FF2B5EF4-FFF2-40B4-BE49-F238E27FC236}">
                <a16:creationId xmlns:a16="http://schemas.microsoft.com/office/drawing/2014/main" id="{3BDCDD95-192A-F7CD-647F-860C6DC031D5}"/>
              </a:ext>
            </a:extLst>
          </p:cNvPr>
          <p:cNvSpPr txBox="1">
            <a:spLocks noChangeArrowheads="1"/>
          </p:cNvSpPr>
          <p:nvPr/>
        </p:nvSpPr>
        <p:spPr bwMode="auto">
          <a:xfrm>
            <a:off x="9721850" y="5216526"/>
            <a:ext cx="477838" cy="35877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90</a:t>
            </a:r>
          </a:p>
          <a:p>
            <a:pPr eaLnBrk="0" fontAlgn="base" hangingPunct="0">
              <a:spcBef>
                <a:spcPct val="0"/>
              </a:spcBef>
              <a:spcAft>
                <a:spcPct val="0"/>
              </a:spcAft>
              <a:buNone/>
            </a:pPr>
            <a:endParaRPr lang="en-US" altLang="en-US" sz="1600">
              <a:solidFill>
                <a:srgbClr val="000000"/>
              </a:solidFill>
            </a:endParaRPr>
          </a:p>
        </p:txBody>
      </p:sp>
      <p:sp>
        <p:nvSpPr>
          <p:cNvPr id="8233" name="Text Box 56">
            <a:extLst>
              <a:ext uri="{FF2B5EF4-FFF2-40B4-BE49-F238E27FC236}">
                <a16:creationId xmlns:a16="http://schemas.microsoft.com/office/drawing/2014/main" id="{4691E84C-1B49-B1BC-62BD-6D79DF045A99}"/>
              </a:ext>
            </a:extLst>
          </p:cNvPr>
          <p:cNvSpPr txBox="1">
            <a:spLocks noChangeArrowheads="1"/>
          </p:cNvSpPr>
          <p:nvPr/>
        </p:nvSpPr>
        <p:spPr bwMode="auto">
          <a:xfrm>
            <a:off x="4614864" y="5207001"/>
            <a:ext cx="477837" cy="35877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45</a:t>
            </a:r>
          </a:p>
          <a:p>
            <a:pPr eaLnBrk="0" fontAlgn="base" hangingPunct="0">
              <a:spcBef>
                <a:spcPct val="0"/>
              </a:spcBef>
              <a:spcAft>
                <a:spcPct val="0"/>
              </a:spcAft>
              <a:buNone/>
            </a:pPr>
            <a:endParaRPr lang="en-US" altLang="en-US" sz="1600">
              <a:solidFill>
                <a:srgbClr val="000000"/>
              </a:solidFill>
            </a:endParaRPr>
          </a:p>
        </p:txBody>
      </p:sp>
      <p:sp>
        <p:nvSpPr>
          <p:cNvPr id="8234" name="Text Box 59">
            <a:extLst>
              <a:ext uri="{FF2B5EF4-FFF2-40B4-BE49-F238E27FC236}">
                <a16:creationId xmlns:a16="http://schemas.microsoft.com/office/drawing/2014/main" id="{B27D4FEA-E758-908D-C491-C0544649B176}"/>
              </a:ext>
            </a:extLst>
          </p:cNvPr>
          <p:cNvSpPr txBox="1">
            <a:spLocks noChangeArrowheads="1"/>
          </p:cNvSpPr>
          <p:nvPr/>
        </p:nvSpPr>
        <p:spPr bwMode="auto">
          <a:xfrm>
            <a:off x="1916114" y="3636963"/>
            <a:ext cx="477837" cy="360362"/>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1</a:t>
            </a:r>
          </a:p>
        </p:txBody>
      </p:sp>
      <p:sp>
        <p:nvSpPr>
          <p:cNvPr id="8235" name="Text Box 60">
            <a:extLst>
              <a:ext uri="{FF2B5EF4-FFF2-40B4-BE49-F238E27FC236}">
                <a16:creationId xmlns:a16="http://schemas.microsoft.com/office/drawing/2014/main" id="{388D7116-FD84-024F-2C36-BFED07E46894}"/>
              </a:ext>
            </a:extLst>
          </p:cNvPr>
          <p:cNvSpPr txBox="1">
            <a:spLocks noChangeArrowheads="1"/>
          </p:cNvSpPr>
          <p:nvPr/>
        </p:nvSpPr>
        <p:spPr bwMode="auto">
          <a:xfrm>
            <a:off x="2393951" y="3636963"/>
            <a:ext cx="479425" cy="360362"/>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2</a:t>
            </a:r>
          </a:p>
        </p:txBody>
      </p:sp>
      <p:sp>
        <p:nvSpPr>
          <p:cNvPr id="8236" name="Text Box 61">
            <a:extLst>
              <a:ext uri="{FF2B5EF4-FFF2-40B4-BE49-F238E27FC236}">
                <a16:creationId xmlns:a16="http://schemas.microsoft.com/office/drawing/2014/main" id="{D32649B1-AB69-5C89-7D0D-FB862106908E}"/>
              </a:ext>
            </a:extLst>
          </p:cNvPr>
          <p:cNvSpPr txBox="1">
            <a:spLocks noChangeArrowheads="1"/>
          </p:cNvSpPr>
          <p:nvPr/>
        </p:nvSpPr>
        <p:spPr bwMode="auto">
          <a:xfrm>
            <a:off x="2873375" y="3636963"/>
            <a:ext cx="477838" cy="360362"/>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4</a:t>
            </a:r>
          </a:p>
        </p:txBody>
      </p:sp>
      <p:sp>
        <p:nvSpPr>
          <p:cNvPr id="8237" name="Text Box 62">
            <a:extLst>
              <a:ext uri="{FF2B5EF4-FFF2-40B4-BE49-F238E27FC236}">
                <a16:creationId xmlns:a16="http://schemas.microsoft.com/office/drawing/2014/main" id="{2838C39D-6142-23EA-96ED-92E26A047CE5}"/>
              </a:ext>
            </a:extLst>
          </p:cNvPr>
          <p:cNvSpPr txBox="1">
            <a:spLocks noChangeArrowheads="1"/>
          </p:cNvSpPr>
          <p:nvPr/>
        </p:nvSpPr>
        <p:spPr bwMode="auto">
          <a:xfrm>
            <a:off x="3984625" y="3636963"/>
            <a:ext cx="477838" cy="360362"/>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7</a:t>
            </a:r>
          </a:p>
        </p:txBody>
      </p:sp>
      <p:sp>
        <p:nvSpPr>
          <p:cNvPr id="8238" name="Text Box 63">
            <a:extLst>
              <a:ext uri="{FF2B5EF4-FFF2-40B4-BE49-F238E27FC236}">
                <a16:creationId xmlns:a16="http://schemas.microsoft.com/office/drawing/2014/main" id="{0B7B5205-17C1-0E92-C9FC-68B94EC249A1}"/>
              </a:ext>
            </a:extLst>
          </p:cNvPr>
          <p:cNvSpPr txBox="1">
            <a:spLocks noChangeArrowheads="1"/>
          </p:cNvSpPr>
          <p:nvPr/>
        </p:nvSpPr>
        <p:spPr bwMode="auto">
          <a:xfrm>
            <a:off x="4462464" y="3636963"/>
            <a:ext cx="479425" cy="360362"/>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8</a:t>
            </a:r>
          </a:p>
        </p:txBody>
      </p:sp>
      <p:sp>
        <p:nvSpPr>
          <p:cNvPr id="8239" name="Text Box 64">
            <a:extLst>
              <a:ext uri="{FF2B5EF4-FFF2-40B4-BE49-F238E27FC236}">
                <a16:creationId xmlns:a16="http://schemas.microsoft.com/office/drawing/2014/main" id="{46A7CBD9-7F2A-71DE-AB6E-A8A9623D1515}"/>
              </a:ext>
            </a:extLst>
          </p:cNvPr>
          <p:cNvSpPr txBox="1">
            <a:spLocks noChangeArrowheads="1"/>
          </p:cNvSpPr>
          <p:nvPr/>
        </p:nvSpPr>
        <p:spPr bwMode="auto">
          <a:xfrm>
            <a:off x="5518151" y="3636963"/>
            <a:ext cx="481013" cy="360362"/>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13</a:t>
            </a:r>
          </a:p>
        </p:txBody>
      </p:sp>
      <p:sp>
        <p:nvSpPr>
          <p:cNvPr id="8240" name="Text Box 65">
            <a:extLst>
              <a:ext uri="{FF2B5EF4-FFF2-40B4-BE49-F238E27FC236}">
                <a16:creationId xmlns:a16="http://schemas.microsoft.com/office/drawing/2014/main" id="{68C2809C-C8B4-E6DC-9212-0C91F3B03742}"/>
              </a:ext>
            </a:extLst>
          </p:cNvPr>
          <p:cNvSpPr txBox="1">
            <a:spLocks noChangeArrowheads="1"/>
          </p:cNvSpPr>
          <p:nvPr/>
        </p:nvSpPr>
        <p:spPr bwMode="auto">
          <a:xfrm>
            <a:off x="5999164" y="3636963"/>
            <a:ext cx="477837" cy="360362"/>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15</a:t>
            </a:r>
          </a:p>
        </p:txBody>
      </p:sp>
      <p:sp>
        <p:nvSpPr>
          <p:cNvPr id="8241" name="Text Box 66">
            <a:extLst>
              <a:ext uri="{FF2B5EF4-FFF2-40B4-BE49-F238E27FC236}">
                <a16:creationId xmlns:a16="http://schemas.microsoft.com/office/drawing/2014/main" id="{D0774775-D468-538C-227C-C1CB3C16EC84}"/>
              </a:ext>
            </a:extLst>
          </p:cNvPr>
          <p:cNvSpPr txBox="1">
            <a:spLocks noChangeArrowheads="1"/>
          </p:cNvSpPr>
          <p:nvPr/>
        </p:nvSpPr>
        <p:spPr bwMode="auto">
          <a:xfrm>
            <a:off x="6477000" y="3636963"/>
            <a:ext cx="477838" cy="360362"/>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18</a:t>
            </a:r>
          </a:p>
        </p:txBody>
      </p:sp>
      <p:sp>
        <p:nvSpPr>
          <p:cNvPr id="8242" name="Text Box 67">
            <a:extLst>
              <a:ext uri="{FF2B5EF4-FFF2-40B4-BE49-F238E27FC236}">
                <a16:creationId xmlns:a16="http://schemas.microsoft.com/office/drawing/2014/main" id="{89231771-BFB4-D587-1772-C8726F46321D}"/>
              </a:ext>
            </a:extLst>
          </p:cNvPr>
          <p:cNvSpPr txBox="1">
            <a:spLocks noChangeArrowheads="1"/>
          </p:cNvSpPr>
          <p:nvPr/>
        </p:nvSpPr>
        <p:spPr bwMode="auto">
          <a:xfrm>
            <a:off x="6954839" y="3636963"/>
            <a:ext cx="479425" cy="360362"/>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25</a:t>
            </a:r>
          </a:p>
        </p:txBody>
      </p:sp>
      <p:sp>
        <p:nvSpPr>
          <p:cNvPr id="8243" name="Text Box 68">
            <a:extLst>
              <a:ext uri="{FF2B5EF4-FFF2-40B4-BE49-F238E27FC236}">
                <a16:creationId xmlns:a16="http://schemas.microsoft.com/office/drawing/2014/main" id="{CF088055-18A3-C6D8-E6C9-CB9B604CA8B0}"/>
              </a:ext>
            </a:extLst>
          </p:cNvPr>
          <p:cNvSpPr txBox="1">
            <a:spLocks noChangeArrowheads="1"/>
          </p:cNvSpPr>
          <p:nvPr/>
        </p:nvSpPr>
        <p:spPr bwMode="auto">
          <a:xfrm>
            <a:off x="2886075" y="5207001"/>
            <a:ext cx="477838" cy="35877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27</a:t>
            </a:r>
          </a:p>
          <a:p>
            <a:pPr eaLnBrk="0" fontAlgn="base" hangingPunct="0">
              <a:spcBef>
                <a:spcPct val="0"/>
              </a:spcBef>
              <a:spcAft>
                <a:spcPct val="0"/>
              </a:spcAft>
              <a:buNone/>
            </a:pPr>
            <a:endParaRPr lang="en-US" altLang="en-US" sz="1600">
              <a:solidFill>
                <a:srgbClr val="000000"/>
              </a:solidFill>
            </a:endParaRPr>
          </a:p>
        </p:txBody>
      </p:sp>
      <p:sp>
        <p:nvSpPr>
          <p:cNvPr id="8244" name="Text Box 69">
            <a:extLst>
              <a:ext uri="{FF2B5EF4-FFF2-40B4-BE49-F238E27FC236}">
                <a16:creationId xmlns:a16="http://schemas.microsoft.com/office/drawing/2014/main" id="{DF1DAA0A-890B-0E9F-CF07-A73748A79AE6}"/>
              </a:ext>
            </a:extLst>
          </p:cNvPr>
          <p:cNvSpPr txBox="1">
            <a:spLocks noChangeArrowheads="1"/>
          </p:cNvSpPr>
          <p:nvPr/>
        </p:nvSpPr>
        <p:spPr bwMode="auto">
          <a:xfrm>
            <a:off x="3363914" y="5207001"/>
            <a:ext cx="477837" cy="35877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29</a:t>
            </a:r>
          </a:p>
          <a:p>
            <a:pPr eaLnBrk="0" fontAlgn="base" hangingPunct="0">
              <a:spcBef>
                <a:spcPct val="0"/>
              </a:spcBef>
              <a:spcAft>
                <a:spcPct val="0"/>
              </a:spcAft>
              <a:buNone/>
            </a:pPr>
            <a:endParaRPr lang="en-US" altLang="en-US" sz="1600">
              <a:solidFill>
                <a:srgbClr val="000000"/>
              </a:solidFill>
            </a:endParaRPr>
          </a:p>
        </p:txBody>
      </p:sp>
      <p:sp>
        <p:nvSpPr>
          <p:cNvPr id="8245" name="Text Box 70">
            <a:extLst>
              <a:ext uri="{FF2B5EF4-FFF2-40B4-BE49-F238E27FC236}">
                <a16:creationId xmlns:a16="http://schemas.microsoft.com/office/drawing/2014/main" id="{4301F5B5-4382-17F0-7E0C-BA66D972BDD2}"/>
              </a:ext>
            </a:extLst>
          </p:cNvPr>
          <p:cNvSpPr txBox="1">
            <a:spLocks noChangeArrowheads="1"/>
          </p:cNvSpPr>
          <p:nvPr/>
        </p:nvSpPr>
        <p:spPr bwMode="auto">
          <a:xfrm>
            <a:off x="5092701" y="5207001"/>
            <a:ext cx="481013" cy="35877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46</a:t>
            </a:r>
          </a:p>
          <a:p>
            <a:pPr eaLnBrk="0" fontAlgn="base" hangingPunct="0">
              <a:spcBef>
                <a:spcPct val="0"/>
              </a:spcBef>
              <a:spcAft>
                <a:spcPct val="0"/>
              </a:spcAft>
              <a:buNone/>
            </a:pPr>
            <a:endParaRPr lang="en-US" altLang="en-US" sz="1600">
              <a:solidFill>
                <a:srgbClr val="000000"/>
              </a:solidFill>
            </a:endParaRPr>
          </a:p>
        </p:txBody>
      </p:sp>
      <p:sp>
        <p:nvSpPr>
          <p:cNvPr id="8246" name="Text Box 71">
            <a:extLst>
              <a:ext uri="{FF2B5EF4-FFF2-40B4-BE49-F238E27FC236}">
                <a16:creationId xmlns:a16="http://schemas.microsoft.com/office/drawing/2014/main" id="{DE69509C-B10C-5561-C0D9-FC6D32475F38}"/>
              </a:ext>
            </a:extLst>
          </p:cNvPr>
          <p:cNvSpPr txBox="1">
            <a:spLocks noChangeArrowheads="1"/>
          </p:cNvSpPr>
          <p:nvPr/>
        </p:nvSpPr>
        <p:spPr bwMode="auto">
          <a:xfrm>
            <a:off x="5573714" y="5207001"/>
            <a:ext cx="477837" cy="35877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48</a:t>
            </a:r>
          </a:p>
          <a:p>
            <a:pPr eaLnBrk="0" fontAlgn="base" hangingPunct="0">
              <a:spcBef>
                <a:spcPct val="0"/>
              </a:spcBef>
              <a:spcAft>
                <a:spcPct val="0"/>
              </a:spcAft>
              <a:buNone/>
            </a:pPr>
            <a:endParaRPr lang="en-US" altLang="en-US" sz="1600">
              <a:solidFill>
                <a:srgbClr val="000000"/>
              </a:solidFill>
            </a:endParaRPr>
          </a:p>
        </p:txBody>
      </p:sp>
      <p:sp>
        <p:nvSpPr>
          <p:cNvPr id="8247" name="Text Box 72">
            <a:extLst>
              <a:ext uri="{FF2B5EF4-FFF2-40B4-BE49-F238E27FC236}">
                <a16:creationId xmlns:a16="http://schemas.microsoft.com/office/drawing/2014/main" id="{0A6C4A58-CBB3-C8AA-DBB4-5DBC5B7E5BE0}"/>
              </a:ext>
            </a:extLst>
          </p:cNvPr>
          <p:cNvSpPr txBox="1">
            <a:spLocks noChangeArrowheads="1"/>
          </p:cNvSpPr>
          <p:nvPr/>
        </p:nvSpPr>
        <p:spPr bwMode="auto">
          <a:xfrm>
            <a:off x="6694489" y="5207001"/>
            <a:ext cx="477837" cy="358775"/>
          </a:xfrm>
          <a:prstGeom prst="rect">
            <a:avLst/>
          </a:prstGeom>
          <a:solidFill>
            <a:srgbClr val="FFFFFF"/>
          </a:solidFill>
          <a:ln w="9525">
            <a:solidFill>
              <a:srgbClr val="000000"/>
            </a:solidFill>
            <a:miter lim="800000"/>
            <a:headEnd/>
            <a:tailEnd/>
          </a:ln>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0"/>
              </a:spcBef>
              <a:spcAft>
                <a:spcPct val="0"/>
              </a:spcAft>
              <a:buNone/>
            </a:pPr>
            <a:r>
              <a:rPr lang="en-US" altLang="en-US" sz="1600">
                <a:solidFill>
                  <a:srgbClr val="000000"/>
                </a:solidFill>
              </a:rPr>
              <a:t>53</a:t>
            </a:r>
          </a:p>
          <a:p>
            <a:pPr eaLnBrk="0" fontAlgn="base" hangingPunct="0">
              <a:spcBef>
                <a:spcPct val="0"/>
              </a:spcBef>
              <a:spcAft>
                <a:spcPct val="0"/>
              </a:spcAft>
              <a:buNone/>
            </a:pPr>
            <a:endParaRPr lang="en-US" altLang="en-US" sz="1600">
              <a:solidFill>
                <a:srgbClr val="000000"/>
              </a:solidFill>
            </a:endParaRPr>
          </a:p>
        </p:txBody>
      </p:sp>
      <p:sp>
        <p:nvSpPr>
          <p:cNvPr id="8248" name="Text Box 144">
            <a:extLst>
              <a:ext uri="{FF2B5EF4-FFF2-40B4-BE49-F238E27FC236}">
                <a16:creationId xmlns:a16="http://schemas.microsoft.com/office/drawing/2014/main" id="{6FDCBBA1-4112-C03F-120E-A3F9791C6E86}"/>
              </a:ext>
            </a:extLst>
          </p:cNvPr>
          <p:cNvSpPr txBox="1">
            <a:spLocks noChangeArrowheads="1"/>
          </p:cNvSpPr>
          <p:nvPr/>
        </p:nvSpPr>
        <p:spPr bwMode="auto">
          <a:xfrm>
            <a:off x="7696200" y="1905001"/>
            <a:ext cx="2667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50000"/>
              </a:spcBef>
              <a:spcAft>
                <a:spcPct val="0"/>
              </a:spcAft>
              <a:buNone/>
            </a:pPr>
            <a:r>
              <a:rPr lang="en-US" altLang="en-US" sz="2000">
                <a:solidFill>
                  <a:srgbClr val="000000"/>
                </a:solidFill>
                <a:latin typeface="Arial" panose="020B0604020202020204" pitchFamily="34" charset="0"/>
              </a:rPr>
              <a:t>A B-tree of </a:t>
            </a:r>
            <a:r>
              <a:rPr lang="en-US" altLang="en-US" sz="2000" b="1">
                <a:solidFill>
                  <a:srgbClr val="000000"/>
                </a:solidFill>
                <a:latin typeface="Arial" panose="020B0604020202020204" pitchFamily="34" charset="0"/>
              </a:rPr>
              <a:t>order 5</a:t>
            </a:r>
            <a:r>
              <a:rPr lang="en-US" altLang="en-US" sz="2000">
                <a:solidFill>
                  <a:srgbClr val="000000"/>
                </a:solidFill>
                <a:latin typeface="Arial" panose="020B0604020202020204" pitchFamily="34" charset="0"/>
              </a:rPr>
              <a:t> containing 26 items</a:t>
            </a:r>
            <a:endParaRPr lang="en-US" altLang="en-US">
              <a:solidFill>
                <a:srgbClr val="000000"/>
              </a:solidFill>
              <a:latin typeface="Times" panose="02020603050405020304" pitchFamily="18" charset="0"/>
            </a:endParaRPr>
          </a:p>
        </p:txBody>
      </p:sp>
      <p:sp>
        <p:nvSpPr>
          <p:cNvPr id="29841" name="Text Box 145">
            <a:extLst>
              <a:ext uri="{FF2B5EF4-FFF2-40B4-BE49-F238E27FC236}">
                <a16:creationId xmlns:a16="http://schemas.microsoft.com/office/drawing/2014/main" id="{D1E14F7E-DB06-5809-2B9B-C929C521BEE5}"/>
              </a:ext>
            </a:extLst>
          </p:cNvPr>
          <p:cNvSpPr txBox="1">
            <a:spLocks noChangeArrowheads="1"/>
          </p:cNvSpPr>
          <p:nvPr/>
        </p:nvSpPr>
        <p:spPr bwMode="auto">
          <a:xfrm>
            <a:off x="1965326" y="5851525"/>
            <a:ext cx="4195763" cy="336550"/>
          </a:xfrm>
          <a:prstGeom prst="rect">
            <a:avLst/>
          </a:prstGeom>
          <a:noFill/>
          <a:ln>
            <a:noFill/>
          </a:ln>
          <a:effectLst/>
        </p:spPr>
        <p:txBody>
          <a:bodyPr wrap="none">
            <a:spAutoFit/>
          </a:bodyPr>
          <a:lstStyle/>
          <a:p>
            <a:pPr eaLnBrk="0" fontAlgn="base" hangingPunct="0">
              <a:spcBef>
                <a:spcPct val="0"/>
              </a:spcBef>
              <a:spcAft>
                <a:spcPct val="0"/>
              </a:spcAft>
              <a:defRPr/>
            </a:pPr>
            <a:r>
              <a:rPr lang="en-GB" altLang="en-US" sz="1600" i="1">
                <a:solidFill>
                  <a:srgbClr val="000000"/>
                </a:solidFill>
                <a:effectLst>
                  <a:outerShdw blurRad="38100" dist="38100" dir="2700000" algn="tl">
                    <a:srgbClr val="C0C0C0"/>
                  </a:outerShdw>
                </a:effectLst>
                <a:latin typeface="Arial" panose="020B0604020202020204" pitchFamily="34" charset="0"/>
              </a:rPr>
              <a:t>Note that all the leaves are at the same level</a:t>
            </a:r>
            <a:endParaRPr lang="en-GB" altLang="en-US" sz="2800" i="1">
              <a:solidFill>
                <a:srgbClr val="000000"/>
              </a:solidFill>
              <a:effectLst>
                <a:outerShdw blurRad="38100" dist="38100" dir="2700000" algn="tl">
                  <a:srgbClr val="C0C0C0"/>
                </a:outerShdw>
              </a:effectLst>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a:extLst>
              <a:ext uri="{FF2B5EF4-FFF2-40B4-BE49-F238E27FC236}">
                <a16:creationId xmlns:a16="http://schemas.microsoft.com/office/drawing/2014/main" id="{22876EB2-130E-D215-C157-9156A1741FA9}"/>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50000"/>
              </a:spcBef>
              <a:spcAft>
                <a:spcPct val="0"/>
              </a:spcAft>
              <a:buNone/>
            </a:pPr>
            <a:r>
              <a:rPr lang="en-US" altLang="en-US" sz="1200">
                <a:solidFill>
                  <a:srgbClr val="808080"/>
                </a:solidFill>
                <a:latin typeface="Arial" panose="020B0604020202020204" pitchFamily="34" charset="0"/>
              </a:rPr>
              <a:t>B-Trees</a:t>
            </a:r>
          </a:p>
        </p:txBody>
      </p:sp>
      <p:sp>
        <p:nvSpPr>
          <p:cNvPr id="25603" name="Slide Number Placeholder 4">
            <a:extLst>
              <a:ext uri="{FF2B5EF4-FFF2-40B4-BE49-F238E27FC236}">
                <a16:creationId xmlns:a16="http://schemas.microsoft.com/office/drawing/2014/main" id="{7B1EDBF0-4FB9-23D8-1066-2301044F80C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50000"/>
              </a:spcBef>
              <a:spcAft>
                <a:spcPct val="0"/>
              </a:spcAft>
              <a:buNone/>
            </a:pPr>
            <a:fld id="{D49B06B8-8E92-40EB-A87F-0ABD49F6B7FB}" type="slidenum">
              <a:rPr lang="en-US" altLang="en-US" sz="1400">
                <a:solidFill>
                  <a:srgbClr val="808080"/>
                </a:solidFill>
                <a:latin typeface="Arial" panose="020B0604020202020204" pitchFamily="34" charset="0"/>
              </a:rPr>
              <a:pPr eaLnBrk="0" fontAlgn="base" hangingPunct="0">
                <a:spcBef>
                  <a:spcPct val="50000"/>
                </a:spcBef>
                <a:spcAft>
                  <a:spcPct val="0"/>
                </a:spcAft>
                <a:buNone/>
              </a:pPr>
              <a:t>49</a:t>
            </a:fld>
            <a:endParaRPr lang="en-US" altLang="en-US" sz="1400">
              <a:solidFill>
                <a:srgbClr val="808080"/>
              </a:solidFill>
              <a:latin typeface="Arial" panose="020B0604020202020204" pitchFamily="34" charset="0"/>
            </a:endParaRPr>
          </a:p>
        </p:txBody>
      </p:sp>
      <p:sp>
        <p:nvSpPr>
          <p:cNvPr id="25604" name="Rectangle 2">
            <a:extLst>
              <a:ext uri="{FF2B5EF4-FFF2-40B4-BE49-F238E27FC236}">
                <a16:creationId xmlns:a16="http://schemas.microsoft.com/office/drawing/2014/main" id="{19E5531B-89E7-D841-A921-919793665DDC}"/>
              </a:ext>
            </a:extLst>
          </p:cNvPr>
          <p:cNvSpPr>
            <a:spLocks noGrp="1" noChangeArrowheads="1"/>
          </p:cNvSpPr>
          <p:nvPr>
            <p:ph type="title"/>
          </p:nvPr>
        </p:nvSpPr>
        <p:spPr/>
        <p:txBody>
          <a:bodyPr/>
          <a:lstStyle/>
          <a:p>
            <a:r>
              <a:rPr lang="en-US" altLang="en-US"/>
              <a:t>Analysis of B-Trees</a:t>
            </a:r>
          </a:p>
        </p:txBody>
      </p:sp>
      <p:sp>
        <p:nvSpPr>
          <p:cNvPr id="37891" name="Rectangle 3">
            <a:extLst>
              <a:ext uri="{FF2B5EF4-FFF2-40B4-BE49-F238E27FC236}">
                <a16:creationId xmlns:a16="http://schemas.microsoft.com/office/drawing/2014/main" id="{976A192C-B755-6282-B9D9-5ED7065BB1D6}"/>
              </a:ext>
            </a:extLst>
          </p:cNvPr>
          <p:cNvSpPr>
            <a:spLocks noGrp="1" noChangeArrowheads="1"/>
          </p:cNvSpPr>
          <p:nvPr>
            <p:ph type="body" idx="1"/>
          </p:nvPr>
        </p:nvSpPr>
        <p:spPr/>
        <p:txBody>
          <a:bodyPr/>
          <a:lstStyle/>
          <a:p>
            <a:pPr>
              <a:defRPr/>
            </a:pPr>
            <a:r>
              <a:rPr lang="en-US" altLang="en-US" sz="2000"/>
              <a:t>The maximum number of items in a B-tree of order </a:t>
            </a:r>
            <a:r>
              <a:rPr lang="en-US" altLang="en-US" sz="2000" i="1"/>
              <a:t>m</a:t>
            </a:r>
            <a:r>
              <a:rPr lang="en-US" altLang="en-US" sz="2000"/>
              <a:t> and height </a:t>
            </a:r>
            <a:r>
              <a:rPr lang="en-US" altLang="en-US" sz="2000" i="1"/>
              <a:t>h</a:t>
            </a:r>
            <a:r>
              <a:rPr lang="en-US" altLang="en-US" sz="2000"/>
              <a:t>:</a:t>
            </a:r>
          </a:p>
          <a:p>
            <a:pPr lvl="1">
              <a:buFontTx/>
              <a:buNone/>
              <a:defRPr/>
            </a:pPr>
            <a:r>
              <a:rPr lang="en-US" altLang="en-US" sz="1800"/>
              <a:t>root		</a:t>
            </a:r>
            <a:r>
              <a:rPr lang="en-US" altLang="en-US" sz="1800" i="1"/>
              <a:t>m</a:t>
            </a:r>
            <a:r>
              <a:rPr lang="en-US" altLang="en-US" sz="1800"/>
              <a:t> – 1</a:t>
            </a:r>
          </a:p>
          <a:p>
            <a:pPr lvl="1">
              <a:buFontTx/>
              <a:buNone/>
              <a:defRPr/>
            </a:pPr>
            <a:r>
              <a:rPr lang="en-US" altLang="en-US" sz="1800"/>
              <a:t>level 1	</a:t>
            </a:r>
            <a:r>
              <a:rPr lang="en-US" altLang="en-US" sz="1800" i="1"/>
              <a:t>m</a:t>
            </a:r>
            <a:r>
              <a:rPr lang="en-US" altLang="en-US" sz="1800"/>
              <a:t>(</a:t>
            </a:r>
            <a:r>
              <a:rPr lang="en-US" altLang="en-US" sz="1800" i="1"/>
              <a:t>m</a:t>
            </a:r>
            <a:r>
              <a:rPr lang="en-US" altLang="en-US" sz="1800"/>
              <a:t> – 1)</a:t>
            </a:r>
          </a:p>
          <a:p>
            <a:pPr lvl="1">
              <a:buFontTx/>
              <a:buNone/>
              <a:defRPr/>
            </a:pPr>
            <a:r>
              <a:rPr lang="en-US" altLang="en-US" sz="1800"/>
              <a:t>level 2	</a:t>
            </a:r>
            <a:r>
              <a:rPr lang="en-US" altLang="en-US" sz="1800" i="1"/>
              <a:t>m</a:t>
            </a:r>
            <a:r>
              <a:rPr lang="en-US" altLang="en-US" sz="1800" baseline="30000"/>
              <a:t>2</a:t>
            </a:r>
            <a:r>
              <a:rPr lang="en-US" altLang="en-US" sz="1800"/>
              <a:t>(</a:t>
            </a:r>
            <a:r>
              <a:rPr lang="en-US" altLang="en-US" sz="1800" i="1"/>
              <a:t>m</a:t>
            </a:r>
            <a:r>
              <a:rPr lang="en-US" altLang="en-US" sz="1800"/>
              <a:t> – 1)</a:t>
            </a:r>
          </a:p>
          <a:p>
            <a:pPr lvl="1">
              <a:buFontTx/>
              <a:buNone/>
              <a:defRPr/>
            </a:pPr>
            <a:r>
              <a:rPr lang="en-US" altLang="en-US" sz="1800"/>
              <a:t>.  .  .	</a:t>
            </a:r>
          </a:p>
          <a:p>
            <a:pPr lvl="1">
              <a:buFontTx/>
              <a:buNone/>
              <a:defRPr/>
            </a:pPr>
            <a:r>
              <a:rPr lang="en-US" altLang="en-US" sz="1800"/>
              <a:t>level h	</a:t>
            </a:r>
            <a:r>
              <a:rPr lang="en-US" altLang="en-US" sz="1800" i="1" err="1"/>
              <a:t>m</a:t>
            </a:r>
            <a:r>
              <a:rPr lang="en-US" altLang="en-US" sz="1800" i="1" baseline="30000" err="1"/>
              <a:t>h</a:t>
            </a:r>
            <a:r>
              <a:rPr lang="en-US" altLang="en-US" sz="1800"/>
              <a:t>(</a:t>
            </a:r>
            <a:r>
              <a:rPr lang="en-US" altLang="en-US" sz="1800" i="1"/>
              <a:t>m</a:t>
            </a:r>
            <a:r>
              <a:rPr lang="en-US" altLang="en-US" sz="1800"/>
              <a:t> – 1)</a:t>
            </a:r>
          </a:p>
          <a:p>
            <a:pPr>
              <a:lnSpc>
                <a:spcPct val="120000"/>
              </a:lnSpc>
              <a:defRPr/>
            </a:pPr>
            <a:r>
              <a:rPr lang="en-US" altLang="en-US" sz="2000"/>
              <a:t>So, the total number of items is</a:t>
            </a:r>
            <a:br>
              <a:rPr lang="en-US" altLang="en-US" sz="2000"/>
            </a:br>
            <a:r>
              <a:rPr lang="en-US" altLang="en-US" sz="2000"/>
              <a:t>		</a:t>
            </a:r>
            <a:r>
              <a:rPr lang="de-DE" altLang="en-US" sz="2000"/>
              <a:t>(1 + </a:t>
            </a:r>
            <a:r>
              <a:rPr lang="de-DE" altLang="en-US" sz="2000" i="1"/>
              <a:t>m</a:t>
            </a:r>
            <a:r>
              <a:rPr lang="de-DE" altLang="en-US" sz="2000"/>
              <a:t> + </a:t>
            </a:r>
            <a:r>
              <a:rPr lang="de-DE" altLang="en-US" sz="2000" i="1"/>
              <a:t>m</a:t>
            </a:r>
            <a:r>
              <a:rPr lang="de-DE" altLang="en-US" sz="2000" baseline="30000"/>
              <a:t>2</a:t>
            </a:r>
            <a:r>
              <a:rPr lang="de-DE" altLang="en-US" sz="2000"/>
              <a:t> + </a:t>
            </a:r>
            <a:r>
              <a:rPr lang="de-DE" altLang="en-US" sz="2000" i="1"/>
              <a:t>m</a:t>
            </a:r>
            <a:r>
              <a:rPr lang="de-DE" altLang="en-US" sz="2000" baseline="30000"/>
              <a:t>3</a:t>
            </a:r>
            <a:r>
              <a:rPr lang="de-DE" altLang="en-US" sz="2000"/>
              <a:t> + … + </a:t>
            </a:r>
            <a:r>
              <a:rPr lang="de-DE" altLang="en-US" sz="2000" i="1"/>
              <a:t>m</a:t>
            </a:r>
            <a:r>
              <a:rPr lang="de-DE" altLang="en-US" sz="2000" i="1" baseline="30000"/>
              <a:t>h</a:t>
            </a:r>
            <a:r>
              <a:rPr lang="de-DE" altLang="en-US" sz="2000"/>
              <a:t>)(</a:t>
            </a:r>
            <a:r>
              <a:rPr lang="de-DE" altLang="en-US" sz="2000" i="1"/>
              <a:t>m</a:t>
            </a:r>
            <a:r>
              <a:rPr lang="de-DE" altLang="en-US" sz="2000"/>
              <a:t> – 1) =</a:t>
            </a:r>
            <a:br>
              <a:rPr lang="de-DE" altLang="en-US" sz="2000"/>
            </a:br>
            <a:r>
              <a:rPr lang="de-DE" altLang="en-US" sz="2000"/>
              <a:t>		[(</a:t>
            </a:r>
            <a:r>
              <a:rPr lang="de-DE" altLang="en-US" sz="2000" i="1"/>
              <a:t>m</a:t>
            </a:r>
            <a:r>
              <a:rPr lang="de-DE" altLang="en-US" sz="2000" i="1" baseline="30000"/>
              <a:t>h</a:t>
            </a:r>
            <a:r>
              <a:rPr lang="de-DE" altLang="en-US" sz="2000" baseline="30000"/>
              <a:t>+1</a:t>
            </a:r>
            <a:r>
              <a:rPr lang="de-DE" altLang="en-US" sz="2000"/>
              <a:t> – 1)/ (</a:t>
            </a:r>
            <a:r>
              <a:rPr lang="de-DE" altLang="en-US" sz="2000" i="1"/>
              <a:t>m</a:t>
            </a:r>
            <a:r>
              <a:rPr lang="de-DE" altLang="en-US" sz="2000"/>
              <a:t> – 1)] (</a:t>
            </a:r>
            <a:r>
              <a:rPr lang="de-DE" altLang="en-US" sz="2000" i="1"/>
              <a:t>m</a:t>
            </a:r>
            <a:r>
              <a:rPr lang="de-DE" altLang="en-US" sz="2000"/>
              <a:t> – 1) = </a:t>
            </a:r>
            <a:r>
              <a:rPr lang="de-DE" altLang="en-US" sz="2000" b="1" i="1">
                <a:effectLst>
                  <a:outerShdw blurRad="38100" dist="38100" dir="2700000" algn="tl">
                    <a:srgbClr val="C0C0C0"/>
                  </a:outerShdw>
                </a:effectLst>
              </a:rPr>
              <a:t>m</a:t>
            </a:r>
            <a:r>
              <a:rPr lang="de-DE" altLang="en-US" sz="2000" b="1" i="1" baseline="30000">
                <a:effectLst>
                  <a:outerShdw blurRad="38100" dist="38100" dir="2700000" algn="tl">
                    <a:srgbClr val="C0C0C0"/>
                  </a:outerShdw>
                </a:effectLst>
              </a:rPr>
              <a:t>h</a:t>
            </a:r>
            <a:r>
              <a:rPr lang="de-DE" altLang="en-US" sz="2000" b="1" baseline="30000">
                <a:effectLst>
                  <a:outerShdw blurRad="38100" dist="38100" dir="2700000" algn="tl">
                    <a:srgbClr val="C0C0C0"/>
                  </a:outerShdw>
                </a:effectLst>
              </a:rPr>
              <a:t>+1</a:t>
            </a:r>
            <a:r>
              <a:rPr lang="de-DE" altLang="en-US" sz="2000" b="1">
                <a:effectLst>
                  <a:outerShdw blurRad="38100" dist="38100" dir="2700000" algn="tl">
                    <a:srgbClr val="C0C0C0"/>
                  </a:outerShdw>
                </a:effectLst>
              </a:rPr>
              <a:t> – 1</a:t>
            </a:r>
            <a:endParaRPr lang="de-DE" altLang="en-US" sz="2000"/>
          </a:p>
          <a:p>
            <a:pPr>
              <a:lnSpc>
                <a:spcPct val="120000"/>
              </a:lnSpc>
              <a:defRPr/>
            </a:pPr>
            <a:r>
              <a:rPr lang="en-US" altLang="en-US" sz="2000"/>
              <a:t>When </a:t>
            </a:r>
            <a:r>
              <a:rPr lang="en-US" altLang="en-US" sz="2000" i="1"/>
              <a:t>m</a:t>
            </a:r>
            <a:r>
              <a:rPr lang="en-US" altLang="en-US" sz="2000"/>
              <a:t> = 5 and </a:t>
            </a:r>
            <a:r>
              <a:rPr lang="en-US" altLang="en-US" sz="2000" i="1"/>
              <a:t>h</a:t>
            </a:r>
            <a:r>
              <a:rPr lang="en-US" altLang="en-US" sz="2000"/>
              <a:t> = 2 this gives 5</a:t>
            </a:r>
            <a:r>
              <a:rPr lang="en-US" altLang="en-US" sz="2000" baseline="30000"/>
              <a:t>3</a:t>
            </a:r>
            <a:r>
              <a:rPr lang="en-US" altLang="en-US" sz="2000"/>
              <a:t> – 1 = 124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6" end="6"/>
                                            </p:txEl>
                                          </p:spTgt>
                                        </p:tgtEl>
                                        <p:attrNameLst>
                                          <p:attrName>style.visibility</p:attrName>
                                        </p:attrNameLst>
                                      </p:cBhvr>
                                      <p:to>
                                        <p:strVal val="visible"/>
                                      </p:to>
                                    </p:set>
                                    <p:anim calcmode="lin" valueType="num">
                                      <p:cBhvr additive="base">
                                        <p:cTn id="7" dur="500" fill="hold"/>
                                        <p:tgtEl>
                                          <p:spTgt spid="37891">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891">
                                            <p:txEl>
                                              <p:pRg st="7" end="7"/>
                                            </p:txEl>
                                          </p:spTgt>
                                        </p:tgtEl>
                                        <p:attrNameLst>
                                          <p:attrName>style.visibility</p:attrName>
                                        </p:attrNameLst>
                                      </p:cBhvr>
                                      <p:to>
                                        <p:strVal val="visible"/>
                                      </p:to>
                                    </p:set>
                                    <p:anim calcmode="lin" valueType="num">
                                      <p:cBhvr additive="base">
                                        <p:cTn id="13" dur="500" fill="hold"/>
                                        <p:tgtEl>
                                          <p:spTgt spid="37891">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a:extLst>
              <a:ext uri="{FF2B5EF4-FFF2-40B4-BE49-F238E27FC236}">
                <a16:creationId xmlns:a16="http://schemas.microsoft.com/office/drawing/2014/main" id="{5B51D2CA-760E-EF15-E725-2171C5236839}"/>
              </a:ext>
            </a:extLst>
          </p:cNvPr>
          <p:cNvSpPr>
            <a:spLocks noGrp="1" noChangeArrowheads="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50000"/>
              </a:spcBef>
              <a:spcAft>
                <a:spcPct val="0"/>
              </a:spcAft>
              <a:buNone/>
            </a:pPr>
            <a:r>
              <a:rPr lang="en-US" altLang="en-US" sz="1200">
                <a:solidFill>
                  <a:srgbClr val="808080"/>
                </a:solidFill>
                <a:latin typeface="Arial" panose="020B0604020202020204" pitchFamily="34" charset="0"/>
              </a:rPr>
              <a:t>B-Trees</a:t>
            </a:r>
          </a:p>
        </p:txBody>
      </p:sp>
      <p:sp>
        <p:nvSpPr>
          <p:cNvPr id="26627" name="Slide Number Placeholder 4">
            <a:extLst>
              <a:ext uri="{FF2B5EF4-FFF2-40B4-BE49-F238E27FC236}">
                <a16:creationId xmlns:a16="http://schemas.microsoft.com/office/drawing/2014/main" id="{6B996D53-53E1-0010-87E0-12B6A39EB975}"/>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defRPr>
            </a:lvl2pPr>
            <a:lvl3pPr marL="1143000" indent="-228600">
              <a:spcBef>
                <a:spcPct val="20000"/>
              </a:spcBef>
              <a:buChar char="•"/>
              <a:defRPr>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0" fontAlgn="base" hangingPunct="0">
              <a:spcBef>
                <a:spcPct val="50000"/>
              </a:spcBef>
              <a:spcAft>
                <a:spcPct val="0"/>
              </a:spcAft>
              <a:buNone/>
            </a:pPr>
            <a:fld id="{739BEB47-628D-4307-B962-109AEBD9B2F0}" type="slidenum">
              <a:rPr lang="en-US" altLang="en-US" sz="1400">
                <a:solidFill>
                  <a:srgbClr val="808080"/>
                </a:solidFill>
                <a:latin typeface="Arial" panose="020B0604020202020204" pitchFamily="34" charset="0"/>
              </a:rPr>
              <a:pPr eaLnBrk="0" fontAlgn="base" hangingPunct="0">
                <a:spcBef>
                  <a:spcPct val="50000"/>
                </a:spcBef>
                <a:spcAft>
                  <a:spcPct val="0"/>
                </a:spcAft>
                <a:buNone/>
              </a:pPr>
              <a:t>50</a:t>
            </a:fld>
            <a:endParaRPr lang="en-US" altLang="en-US" sz="1400">
              <a:solidFill>
                <a:srgbClr val="808080"/>
              </a:solidFill>
              <a:latin typeface="Arial" panose="020B0604020202020204" pitchFamily="34" charset="0"/>
            </a:endParaRPr>
          </a:p>
        </p:txBody>
      </p:sp>
      <p:sp>
        <p:nvSpPr>
          <p:cNvPr id="26628" name="Rectangle 2">
            <a:extLst>
              <a:ext uri="{FF2B5EF4-FFF2-40B4-BE49-F238E27FC236}">
                <a16:creationId xmlns:a16="http://schemas.microsoft.com/office/drawing/2014/main" id="{09F75B6A-D014-2B1E-EC0E-989D4B78A5D8}"/>
              </a:ext>
            </a:extLst>
          </p:cNvPr>
          <p:cNvSpPr>
            <a:spLocks noGrp="1" noChangeArrowheads="1"/>
          </p:cNvSpPr>
          <p:nvPr>
            <p:ph type="title"/>
          </p:nvPr>
        </p:nvSpPr>
        <p:spPr/>
        <p:txBody>
          <a:bodyPr/>
          <a:lstStyle/>
          <a:p>
            <a:r>
              <a:rPr lang="en-GB" altLang="en-US"/>
              <a:t>Comparing Trees</a:t>
            </a:r>
          </a:p>
        </p:txBody>
      </p:sp>
      <p:sp>
        <p:nvSpPr>
          <p:cNvPr id="26629" name="Rectangle 3">
            <a:extLst>
              <a:ext uri="{FF2B5EF4-FFF2-40B4-BE49-F238E27FC236}">
                <a16:creationId xmlns:a16="http://schemas.microsoft.com/office/drawing/2014/main" id="{32620B6B-4622-4476-184D-7D89CD86A14D}"/>
              </a:ext>
            </a:extLst>
          </p:cNvPr>
          <p:cNvSpPr>
            <a:spLocks noGrp="1" noChangeArrowheads="1"/>
          </p:cNvSpPr>
          <p:nvPr>
            <p:ph type="body" idx="1"/>
          </p:nvPr>
        </p:nvSpPr>
        <p:spPr/>
        <p:txBody>
          <a:bodyPr/>
          <a:lstStyle/>
          <a:p>
            <a:r>
              <a:rPr lang="en-GB" altLang="en-US"/>
              <a:t>Binary trees</a:t>
            </a:r>
          </a:p>
          <a:p>
            <a:pPr lvl="1"/>
            <a:r>
              <a:rPr lang="en-GB" altLang="en-US"/>
              <a:t>Can become </a:t>
            </a:r>
            <a:r>
              <a:rPr lang="en-GB" altLang="en-US" i="1"/>
              <a:t>unbalanced</a:t>
            </a:r>
            <a:r>
              <a:rPr lang="en-GB" altLang="en-US"/>
              <a:t> and </a:t>
            </a:r>
            <a:r>
              <a:rPr lang="en-GB" altLang="en-US" i="1"/>
              <a:t>lose</a:t>
            </a:r>
            <a:r>
              <a:rPr lang="en-GB" altLang="en-US"/>
              <a:t> their good time complexity (big O)</a:t>
            </a:r>
          </a:p>
          <a:p>
            <a:pPr lvl="1"/>
            <a:r>
              <a:rPr lang="en-GB" altLang="en-US"/>
              <a:t>AVL trees are strict binary trees that </a:t>
            </a:r>
            <a:r>
              <a:rPr lang="en-GB" altLang="en-US" i="1"/>
              <a:t>overcome the balance problem</a:t>
            </a:r>
            <a:endParaRPr lang="en-GB" altLang="en-US"/>
          </a:p>
          <a:p>
            <a:pPr lvl="1"/>
            <a:endParaRPr lang="en-GB" altLang="en-US"/>
          </a:p>
          <a:p>
            <a:r>
              <a:rPr lang="en-GB" altLang="en-US"/>
              <a:t>Multi-way trees</a:t>
            </a:r>
          </a:p>
          <a:p>
            <a:pPr lvl="1"/>
            <a:r>
              <a:rPr lang="en-GB" altLang="en-US"/>
              <a:t>B-Trees can be </a:t>
            </a:r>
            <a:r>
              <a:rPr lang="en-GB" altLang="en-US" i="1"/>
              <a:t>m</a:t>
            </a:r>
            <a:r>
              <a:rPr lang="en-GB" altLang="en-US"/>
              <a:t>-way, they can have any (odd) number of children</a:t>
            </a:r>
          </a:p>
          <a:p>
            <a:pPr lvl="1"/>
            <a:r>
              <a:rPr lang="en-GB" altLang="en-US"/>
              <a:t>One B-Tree, the 2-3 (or 3-way) B-Tree, </a:t>
            </a:r>
            <a:r>
              <a:rPr lang="en-GB" altLang="en-US" i="1"/>
              <a:t>approximates</a:t>
            </a:r>
            <a:r>
              <a:rPr lang="en-GB" altLang="en-US"/>
              <a:t> a permanently balanced binary tree, exchanging the AVL tree’s balancing operations for insertion and (more complex) deletion operations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9">
                                            <p:txEl>
                                              <p:pRg st="4" end="4"/>
                                            </p:txEl>
                                          </p:spTgt>
                                        </p:tgtEl>
                                        <p:attrNameLst>
                                          <p:attrName>style.visibility</p:attrName>
                                        </p:attrNameLst>
                                      </p:cBhvr>
                                      <p:to>
                                        <p:strVal val="visible"/>
                                      </p:to>
                                    </p:set>
                                    <p:anim calcmode="lin" valueType="num">
                                      <p:cBhvr additive="base">
                                        <p:cTn id="7" dur="500" fill="hold"/>
                                        <p:tgtEl>
                                          <p:spTgt spid="2662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9">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629">
                                            <p:txEl>
                                              <p:pRg st="5" end="5"/>
                                            </p:txEl>
                                          </p:spTgt>
                                        </p:tgtEl>
                                        <p:attrNameLst>
                                          <p:attrName>style.visibility</p:attrName>
                                        </p:attrNameLst>
                                      </p:cBhvr>
                                      <p:to>
                                        <p:strVal val="visible"/>
                                      </p:to>
                                    </p:set>
                                    <p:anim calcmode="lin" valueType="num">
                                      <p:cBhvr additive="base">
                                        <p:cTn id="11" dur="500" fill="hold"/>
                                        <p:tgtEl>
                                          <p:spTgt spid="26629">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6629">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6629">
                                            <p:txEl>
                                              <p:pRg st="6" end="6"/>
                                            </p:txEl>
                                          </p:spTgt>
                                        </p:tgtEl>
                                        <p:attrNameLst>
                                          <p:attrName>style.visibility</p:attrName>
                                        </p:attrNameLst>
                                      </p:cBhvr>
                                      <p:to>
                                        <p:strVal val="visible"/>
                                      </p:to>
                                    </p:set>
                                    <p:anim calcmode="lin" valueType="num">
                                      <p:cBhvr additive="base">
                                        <p:cTn id="15" dur="500" fill="hold"/>
                                        <p:tgtEl>
                                          <p:spTgt spid="26629">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662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A2E9F5D2-A673-B8EC-34DF-906384A81868}"/>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BCEDCD93-7357-D5E8-58D7-E9058D449CFA}"/>
              </a:ext>
            </a:extLst>
          </p:cNvPr>
          <p:cNvSpPr>
            <a:spLocks noGrp="1"/>
          </p:cNvSpPr>
          <p:nvPr>
            <p:ph type="sldNum" sz="quarter" idx="12"/>
          </p:nvPr>
        </p:nvSpPr>
        <p:spPr/>
        <p:txBody>
          <a:bodyPr/>
          <a:lstStyle/>
          <a:p>
            <a:pPr fontAlgn="base">
              <a:spcBef>
                <a:spcPct val="0"/>
              </a:spcBef>
              <a:spcAft>
                <a:spcPct val="0"/>
              </a:spcAft>
            </a:pPr>
            <a:fld id="{F76D7772-2BC2-4E02-A737-32D75DDC7A2A}" type="slidenum">
              <a:rPr lang="en-US" altLang="en-US">
                <a:solidFill>
                  <a:srgbClr val="000000"/>
                </a:solidFill>
                <a:latin typeface="Times New Roman" panose="02020603050405020304" pitchFamily="18" charset="0"/>
              </a:rPr>
              <a:pPr fontAlgn="base">
                <a:spcBef>
                  <a:spcPct val="0"/>
                </a:spcBef>
                <a:spcAft>
                  <a:spcPct val="0"/>
                </a:spcAft>
              </a:pPr>
              <a:t>51</a:t>
            </a:fld>
            <a:endParaRPr lang="en-US" altLang="en-US">
              <a:solidFill>
                <a:srgbClr val="000000"/>
              </a:solidFill>
              <a:latin typeface="Times New Roman" panose="02020603050405020304" pitchFamily="18" charset="0"/>
            </a:endParaRPr>
          </a:p>
        </p:txBody>
      </p:sp>
      <p:sp>
        <p:nvSpPr>
          <p:cNvPr id="2050" name="Text Box 2">
            <a:extLst>
              <a:ext uri="{FF2B5EF4-FFF2-40B4-BE49-F238E27FC236}">
                <a16:creationId xmlns:a16="http://schemas.microsoft.com/office/drawing/2014/main" id="{10F32DD9-DAEC-5AEA-A308-F5E23173EBE4}"/>
              </a:ext>
            </a:extLst>
          </p:cNvPr>
          <p:cNvSpPr txBox="1">
            <a:spLocks noChangeArrowheads="1"/>
          </p:cNvSpPr>
          <p:nvPr/>
        </p:nvSpPr>
        <p:spPr bwMode="auto">
          <a:xfrm>
            <a:off x="2286001" y="838200"/>
            <a:ext cx="7712075" cy="769441"/>
          </a:xfrm>
          <a:prstGeom prst="rect">
            <a:avLst/>
          </a:prstGeom>
          <a:solidFill>
            <a:srgbClr val="33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lang="en-US" altLang="en-US" sz="4400" b="1" dirty="0">
                <a:solidFill>
                  <a:srgbClr val="000000"/>
                </a:solidFill>
                <a:latin typeface="Times New Roman" panose="02020603050405020304" pitchFamily="18" charset="0"/>
              </a:rPr>
              <a:t>2-3 Trees (</a:t>
            </a:r>
            <a:r>
              <a:rPr lang="en-US" altLang="en-US" sz="4400" b="1" dirty="0" err="1">
                <a:solidFill>
                  <a:srgbClr val="000000"/>
                </a:solidFill>
                <a:latin typeface="Times New Roman" panose="02020603050405020304" pitchFamily="18" charset="0"/>
              </a:rPr>
              <a:t>BTree</a:t>
            </a:r>
            <a:r>
              <a:rPr lang="en-US" altLang="en-US" sz="4400" b="1" dirty="0">
                <a:solidFill>
                  <a:srgbClr val="000000"/>
                </a:solidFill>
                <a:latin typeface="Times New Roman" panose="02020603050405020304" pitchFamily="18" charset="0"/>
              </a:rPr>
              <a:t> of order 3)</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100DCFF4-64B1-1DFF-EA03-E9D6A4B4C1B1}"/>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44135239-C460-B838-93A4-866F86315DDB}"/>
              </a:ext>
            </a:extLst>
          </p:cNvPr>
          <p:cNvSpPr>
            <a:spLocks noGrp="1"/>
          </p:cNvSpPr>
          <p:nvPr>
            <p:ph type="sldNum" sz="quarter" idx="12"/>
          </p:nvPr>
        </p:nvSpPr>
        <p:spPr/>
        <p:txBody>
          <a:bodyPr/>
          <a:lstStyle/>
          <a:p>
            <a:pPr fontAlgn="base">
              <a:spcBef>
                <a:spcPct val="0"/>
              </a:spcBef>
              <a:spcAft>
                <a:spcPct val="0"/>
              </a:spcAft>
            </a:pPr>
            <a:fld id="{F0FA0C19-1739-4D11-9D3C-55029783F735}" type="slidenum">
              <a:rPr lang="en-US" altLang="en-US">
                <a:solidFill>
                  <a:srgbClr val="000000"/>
                </a:solidFill>
                <a:latin typeface="Times New Roman" panose="02020603050405020304" pitchFamily="18" charset="0"/>
              </a:rPr>
              <a:pPr fontAlgn="base">
                <a:spcBef>
                  <a:spcPct val="0"/>
                </a:spcBef>
                <a:spcAft>
                  <a:spcPct val="0"/>
                </a:spcAft>
              </a:pPr>
              <a:t>52</a:t>
            </a:fld>
            <a:endParaRPr lang="en-US" altLang="en-US">
              <a:solidFill>
                <a:srgbClr val="000000"/>
              </a:solidFill>
              <a:latin typeface="Times New Roman" panose="02020603050405020304" pitchFamily="18" charset="0"/>
            </a:endParaRPr>
          </a:p>
        </p:txBody>
      </p:sp>
      <p:sp>
        <p:nvSpPr>
          <p:cNvPr id="8194" name="Text Box 2">
            <a:extLst>
              <a:ext uri="{FF2B5EF4-FFF2-40B4-BE49-F238E27FC236}">
                <a16:creationId xmlns:a16="http://schemas.microsoft.com/office/drawing/2014/main" id="{008131BA-1B95-2D09-1EE4-4BC8F76113BE}"/>
              </a:ext>
            </a:extLst>
          </p:cNvPr>
          <p:cNvSpPr txBox="1">
            <a:spLocks noChangeArrowheads="1"/>
          </p:cNvSpPr>
          <p:nvPr/>
        </p:nvSpPr>
        <p:spPr bwMode="auto">
          <a:xfrm>
            <a:off x="1889126" y="346075"/>
            <a:ext cx="3749675" cy="457200"/>
          </a:xfrm>
          <a:prstGeom prst="rect">
            <a:avLst/>
          </a:prstGeom>
          <a:solidFill>
            <a:srgbClr val="33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lang="en-US" altLang="en-US" sz="2400" b="1">
                <a:solidFill>
                  <a:srgbClr val="000000"/>
                </a:solidFill>
                <a:latin typeface="Times New Roman" panose="02020603050405020304" pitchFamily="18" charset="0"/>
              </a:rPr>
              <a:t>Insertion</a:t>
            </a:r>
          </a:p>
        </p:txBody>
      </p:sp>
      <p:sp>
        <p:nvSpPr>
          <p:cNvPr id="8195" name="Text Box 3">
            <a:extLst>
              <a:ext uri="{FF2B5EF4-FFF2-40B4-BE49-F238E27FC236}">
                <a16:creationId xmlns:a16="http://schemas.microsoft.com/office/drawing/2014/main" id="{E076DD51-16F7-9813-3AF0-9DA7CADFB04B}"/>
              </a:ext>
            </a:extLst>
          </p:cNvPr>
          <p:cNvSpPr txBox="1">
            <a:spLocks noChangeArrowheads="1"/>
          </p:cNvSpPr>
          <p:nvPr/>
        </p:nvSpPr>
        <p:spPr bwMode="auto">
          <a:xfrm>
            <a:off x="1812925" y="1108075"/>
            <a:ext cx="372409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00"/>
                </a:solidFill>
                <a:latin typeface="Times New Roman" panose="02020603050405020304" pitchFamily="18" charset="0"/>
              </a:rPr>
              <a:t>Given</a:t>
            </a:r>
            <a:r>
              <a:rPr lang="en-US" altLang="en-US" sz="2400">
                <a:solidFill>
                  <a:srgbClr val="000000"/>
                </a:solidFill>
                <a:latin typeface="Times New Roman" panose="02020603050405020304" pitchFamily="18" charset="0"/>
              </a:rPr>
              <a:t>		50</a:t>
            </a:r>
          </a:p>
          <a:p>
            <a:pPr fontAlgn="base">
              <a:spcBef>
                <a:spcPct val="0"/>
              </a:spcBef>
              <a:spcAft>
                <a:spcPct val="0"/>
              </a:spcAft>
            </a:pPr>
            <a:r>
              <a:rPr lang="en-US" altLang="en-US" sz="2400">
                <a:solidFill>
                  <a:srgbClr val="000000"/>
                </a:solidFill>
                <a:latin typeface="Times New Roman" panose="02020603050405020304" pitchFamily="18" charset="0"/>
              </a:rPr>
              <a:t>	</a:t>
            </a:r>
          </a:p>
          <a:p>
            <a:pPr fontAlgn="base">
              <a:spcBef>
                <a:spcPct val="0"/>
              </a:spcBef>
              <a:spcAft>
                <a:spcPct val="0"/>
              </a:spcAft>
            </a:pPr>
            <a:r>
              <a:rPr lang="en-US" altLang="en-US" sz="2400">
                <a:solidFill>
                  <a:srgbClr val="000000"/>
                </a:solidFill>
                <a:latin typeface="Times New Roman" panose="02020603050405020304" pitchFamily="18" charset="0"/>
              </a:rPr>
              <a:t>	30            70,90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10,20        40   60   80     100</a:t>
            </a:r>
          </a:p>
        </p:txBody>
      </p:sp>
      <p:sp>
        <p:nvSpPr>
          <p:cNvPr id="8196" name="Line 4">
            <a:extLst>
              <a:ext uri="{FF2B5EF4-FFF2-40B4-BE49-F238E27FC236}">
                <a16:creationId xmlns:a16="http://schemas.microsoft.com/office/drawing/2014/main" id="{AE58AE7F-0ED4-21FE-A17E-A171C59B9D8E}"/>
              </a:ext>
            </a:extLst>
          </p:cNvPr>
          <p:cNvSpPr>
            <a:spLocks noChangeShapeType="1"/>
          </p:cNvSpPr>
          <p:nvPr/>
        </p:nvSpPr>
        <p:spPr bwMode="auto">
          <a:xfrm flipH="1">
            <a:off x="3124200" y="1447800"/>
            <a:ext cx="53340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197" name="Line 5">
            <a:extLst>
              <a:ext uri="{FF2B5EF4-FFF2-40B4-BE49-F238E27FC236}">
                <a16:creationId xmlns:a16="http://schemas.microsoft.com/office/drawing/2014/main" id="{C46FF113-38AE-BF21-5BD4-5F6F787F7D4D}"/>
              </a:ext>
            </a:extLst>
          </p:cNvPr>
          <p:cNvSpPr>
            <a:spLocks noChangeShapeType="1"/>
          </p:cNvSpPr>
          <p:nvPr/>
        </p:nvSpPr>
        <p:spPr bwMode="auto">
          <a:xfrm flipH="1">
            <a:off x="2362200" y="22098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198" name="Line 6">
            <a:extLst>
              <a:ext uri="{FF2B5EF4-FFF2-40B4-BE49-F238E27FC236}">
                <a16:creationId xmlns:a16="http://schemas.microsoft.com/office/drawing/2014/main" id="{C39386EA-0FF3-F067-7D4D-AA6E9AC2C4BD}"/>
              </a:ext>
            </a:extLst>
          </p:cNvPr>
          <p:cNvSpPr>
            <a:spLocks noChangeShapeType="1"/>
          </p:cNvSpPr>
          <p:nvPr/>
        </p:nvSpPr>
        <p:spPr bwMode="auto">
          <a:xfrm>
            <a:off x="3962400" y="14478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199" name="Line 7">
            <a:extLst>
              <a:ext uri="{FF2B5EF4-FFF2-40B4-BE49-F238E27FC236}">
                <a16:creationId xmlns:a16="http://schemas.microsoft.com/office/drawing/2014/main" id="{F1F24B28-BB70-3E57-553C-4BD6732B78A1}"/>
              </a:ext>
            </a:extLst>
          </p:cNvPr>
          <p:cNvSpPr>
            <a:spLocks noChangeShapeType="1"/>
          </p:cNvSpPr>
          <p:nvPr/>
        </p:nvSpPr>
        <p:spPr bwMode="auto">
          <a:xfrm>
            <a:off x="3048000" y="22098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200" name="Line 8">
            <a:extLst>
              <a:ext uri="{FF2B5EF4-FFF2-40B4-BE49-F238E27FC236}">
                <a16:creationId xmlns:a16="http://schemas.microsoft.com/office/drawing/2014/main" id="{36EC0C20-8948-EB71-828D-16600149CF0A}"/>
              </a:ext>
            </a:extLst>
          </p:cNvPr>
          <p:cNvSpPr>
            <a:spLocks noChangeShapeType="1"/>
          </p:cNvSpPr>
          <p:nvPr/>
        </p:nvSpPr>
        <p:spPr bwMode="auto">
          <a:xfrm flipH="1">
            <a:off x="3886200" y="22098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201" name="Line 9">
            <a:extLst>
              <a:ext uri="{FF2B5EF4-FFF2-40B4-BE49-F238E27FC236}">
                <a16:creationId xmlns:a16="http://schemas.microsoft.com/office/drawing/2014/main" id="{EB97362F-71E4-8917-8703-3F8D280EB8C4}"/>
              </a:ext>
            </a:extLst>
          </p:cNvPr>
          <p:cNvSpPr>
            <a:spLocks noChangeShapeType="1"/>
          </p:cNvSpPr>
          <p:nvPr/>
        </p:nvSpPr>
        <p:spPr bwMode="auto">
          <a:xfrm>
            <a:off x="4419600" y="2209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202" name="Line 10">
            <a:extLst>
              <a:ext uri="{FF2B5EF4-FFF2-40B4-BE49-F238E27FC236}">
                <a16:creationId xmlns:a16="http://schemas.microsoft.com/office/drawing/2014/main" id="{5A44D36C-39F9-8C14-1D5E-2BEFC1106DF8}"/>
              </a:ext>
            </a:extLst>
          </p:cNvPr>
          <p:cNvSpPr>
            <a:spLocks noChangeShapeType="1"/>
          </p:cNvSpPr>
          <p:nvPr/>
        </p:nvSpPr>
        <p:spPr bwMode="auto">
          <a:xfrm>
            <a:off x="4876800" y="22098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203" name="Text Box 11">
            <a:extLst>
              <a:ext uri="{FF2B5EF4-FFF2-40B4-BE49-F238E27FC236}">
                <a16:creationId xmlns:a16="http://schemas.microsoft.com/office/drawing/2014/main" id="{A29382E7-58A0-6AD3-0341-6C60C70AB32D}"/>
              </a:ext>
            </a:extLst>
          </p:cNvPr>
          <p:cNvSpPr txBox="1">
            <a:spLocks noChangeArrowheads="1"/>
          </p:cNvSpPr>
          <p:nvPr/>
        </p:nvSpPr>
        <p:spPr bwMode="auto">
          <a:xfrm>
            <a:off x="1981201" y="3352800"/>
            <a:ext cx="1344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Insert 39</a:t>
            </a:r>
          </a:p>
        </p:txBody>
      </p:sp>
      <p:sp>
        <p:nvSpPr>
          <p:cNvPr id="8204" name="Text Box 12">
            <a:extLst>
              <a:ext uri="{FF2B5EF4-FFF2-40B4-BE49-F238E27FC236}">
                <a16:creationId xmlns:a16="http://schemas.microsoft.com/office/drawing/2014/main" id="{D198B17A-A3D4-28F2-1338-B5851EED941E}"/>
              </a:ext>
            </a:extLst>
          </p:cNvPr>
          <p:cNvSpPr txBox="1">
            <a:spLocks noChangeArrowheads="1"/>
          </p:cNvSpPr>
          <p:nvPr/>
        </p:nvSpPr>
        <p:spPr bwMode="auto">
          <a:xfrm>
            <a:off x="7315201" y="2514601"/>
            <a:ext cx="1572097" cy="1200329"/>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00"/>
                </a:solidFill>
                <a:latin typeface="Times New Roman" panose="02020603050405020304" pitchFamily="18" charset="0"/>
              </a:rPr>
              <a:t>Insertions</a:t>
            </a:r>
          </a:p>
          <a:p>
            <a:pPr fontAlgn="base">
              <a:spcBef>
                <a:spcPct val="0"/>
              </a:spcBef>
              <a:spcAft>
                <a:spcPct val="0"/>
              </a:spcAft>
            </a:pPr>
            <a:r>
              <a:rPr lang="en-US" altLang="en-US" sz="2400" b="1">
                <a:solidFill>
                  <a:srgbClr val="000000"/>
                </a:solidFill>
                <a:latin typeface="Times New Roman" panose="02020603050405020304" pitchFamily="18" charset="0"/>
              </a:rPr>
              <a:t>are always</a:t>
            </a:r>
          </a:p>
          <a:p>
            <a:pPr fontAlgn="base">
              <a:spcBef>
                <a:spcPct val="0"/>
              </a:spcBef>
              <a:spcAft>
                <a:spcPct val="0"/>
              </a:spcAft>
            </a:pPr>
            <a:r>
              <a:rPr lang="en-US" altLang="en-US" sz="2400" b="1">
                <a:solidFill>
                  <a:srgbClr val="000000"/>
                </a:solidFill>
                <a:latin typeface="Times New Roman" panose="02020603050405020304" pitchFamily="18" charset="0"/>
              </a:rPr>
              <a:t>at a leaf</a:t>
            </a:r>
          </a:p>
        </p:txBody>
      </p:sp>
      <p:sp>
        <p:nvSpPr>
          <p:cNvPr id="8205" name="Text Box 13">
            <a:extLst>
              <a:ext uri="{FF2B5EF4-FFF2-40B4-BE49-F238E27FC236}">
                <a16:creationId xmlns:a16="http://schemas.microsoft.com/office/drawing/2014/main" id="{42008249-A755-BB29-831C-C6803D075838}"/>
              </a:ext>
            </a:extLst>
          </p:cNvPr>
          <p:cNvSpPr txBox="1">
            <a:spLocks noChangeArrowheads="1"/>
          </p:cNvSpPr>
          <p:nvPr/>
        </p:nvSpPr>
        <p:spPr bwMode="auto">
          <a:xfrm>
            <a:off x="3489326" y="3622675"/>
            <a:ext cx="387798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r>
              <a:rPr lang="en-US" altLang="en-US" sz="2400">
                <a:solidFill>
                  <a:srgbClr val="000000"/>
                </a:solidFill>
                <a:latin typeface="Times New Roman" panose="02020603050405020304" pitchFamily="18" charset="0"/>
              </a:rPr>
              <a:t>	</a:t>
            </a:r>
          </a:p>
          <a:p>
            <a:pPr fontAlgn="base">
              <a:spcBef>
                <a:spcPct val="0"/>
              </a:spcBef>
              <a:spcAft>
                <a:spcPct val="0"/>
              </a:spcAft>
            </a:pPr>
            <a:r>
              <a:rPr lang="en-US" altLang="en-US" sz="2400">
                <a:solidFill>
                  <a:srgbClr val="000000"/>
                </a:solidFill>
                <a:latin typeface="Times New Roman" panose="02020603050405020304" pitchFamily="18" charset="0"/>
              </a:rPr>
              <a:t>	30            70,90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10,20     39,40   60   80     100</a:t>
            </a:r>
          </a:p>
        </p:txBody>
      </p:sp>
      <p:sp>
        <p:nvSpPr>
          <p:cNvPr id="8207" name="Line 15">
            <a:extLst>
              <a:ext uri="{FF2B5EF4-FFF2-40B4-BE49-F238E27FC236}">
                <a16:creationId xmlns:a16="http://schemas.microsoft.com/office/drawing/2014/main" id="{DCA383C8-9D05-927D-EAC1-2803D4626C97}"/>
              </a:ext>
            </a:extLst>
          </p:cNvPr>
          <p:cNvSpPr>
            <a:spLocks noChangeShapeType="1"/>
          </p:cNvSpPr>
          <p:nvPr/>
        </p:nvSpPr>
        <p:spPr bwMode="auto">
          <a:xfrm flipH="1">
            <a:off x="4800600" y="40386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208" name="Line 16">
            <a:extLst>
              <a:ext uri="{FF2B5EF4-FFF2-40B4-BE49-F238E27FC236}">
                <a16:creationId xmlns:a16="http://schemas.microsoft.com/office/drawing/2014/main" id="{EC0703F0-82C3-3189-A3A9-0A12A46054B7}"/>
              </a:ext>
            </a:extLst>
          </p:cNvPr>
          <p:cNvSpPr>
            <a:spLocks noChangeShapeType="1"/>
          </p:cNvSpPr>
          <p:nvPr/>
        </p:nvSpPr>
        <p:spPr bwMode="auto">
          <a:xfrm flipH="1">
            <a:off x="3886200" y="4724400"/>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210" name="Line 18">
            <a:extLst>
              <a:ext uri="{FF2B5EF4-FFF2-40B4-BE49-F238E27FC236}">
                <a16:creationId xmlns:a16="http://schemas.microsoft.com/office/drawing/2014/main" id="{88286C1A-A1AE-D989-2B43-A8C0D02EF07C}"/>
              </a:ext>
            </a:extLst>
          </p:cNvPr>
          <p:cNvSpPr>
            <a:spLocks noChangeShapeType="1"/>
          </p:cNvSpPr>
          <p:nvPr/>
        </p:nvSpPr>
        <p:spPr bwMode="auto">
          <a:xfrm>
            <a:off x="4800600" y="47244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211" name="Line 19">
            <a:extLst>
              <a:ext uri="{FF2B5EF4-FFF2-40B4-BE49-F238E27FC236}">
                <a16:creationId xmlns:a16="http://schemas.microsoft.com/office/drawing/2014/main" id="{89947E61-674E-1F90-F490-4CC8DB40D6BD}"/>
              </a:ext>
            </a:extLst>
          </p:cNvPr>
          <p:cNvSpPr>
            <a:spLocks noChangeShapeType="1"/>
          </p:cNvSpPr>
          <p:nvPr/>
        </p:nvSpPr>
        <p:spPr bwMode="auto">
          <a:xfrm>
            <a:off x="5562600" y="3962400"/>
            <a:ext cx="609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212" name="Line 20">
            <a:extLst>
              <a:ext uri="{FF2B5EF4-FFF2-40B4-BE49-F238E27FC236}">
                <a16:creationId xmlns:a16="http://schemas.microsoft.com/office/drawing/2014/main" id="{B4A1B9A7-F193-EE72-F403-044D1FEA320E}"/>
              </a:ext>
            </a:extLst>
          </p:cNvPr>
          <p:cNvSpPr>
            <a:spLocks noChangeShapeType="1"/>
          </p:cNvSpPr>
          <p:nvPr/>
        </p:nvSpPr>
        <p:spPr bwMode="auto">
          <a:xfrm flipH="1">
            <a:off x="5715000" y="4724400"/>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213" name="Line 21">
            <a:extLst>
              <a:ext uri="{FF2B5EF4-FFF2-40B4-BE49-F238E27FC236}">
                <a16:creationId xmlns:a16="http://schemas.microsoft.com/office/drawing/2014/main" id="{86DAC8E9-7674-8050-73B4-92988BCD665F}"/>
              </a:ext>
            </a:extLst>
          </p:cNvPr>
          <p:cNvSpPr>
            <a:spLocks noChangeShapeType="1"/>
          </p:cNvSpPr>
          <p:nvPr/>
        </p:nvSpPr>
        <p:spPr bwMode="auto">
          <a:xfrm>
            <a:off x="6172200" y="4724400"/>
            <a:ext cx="76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8215" name="Line 23">
            <a:extLst>
              <a:ext uri="{FF2B5EF4-FFF2-40B4-BE49-F238E27FC236}">
                <a16:creationId xmlns:a16="http://schemas.microsoft.com/office/drawing/2014/main" id="{E875BFEE-58DC-C7E0-FDC2-0C38A7910ED6}"/>
              </a:ext>
            </a:extLst>
          </p:cNvPr>
          <p:cNvSpPr>
            <a:spLocks noChangeShapeType="1"/>
          </p:cNvSpPr>
          <p:nvPr/>
        </p:nvSpPr>
        <p:spPr bwMode="auto">
          <a:xfrm>
            <a:off x="6629400" y="4648200"/>
            <a:ext cx="533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833FEBAE-811E-50AD-4521-152906FB19D6}"/>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E81B9EDF-72AD-879E-DCEB-63F0005103E5}"/>
              </a:ext>
            </a:extLst>
          </p:cNvPr>
          <p:cNvSpPr>
            <a:spLocks noGrp="1"/>
          </p:cNvSpPr>
          <p:nvPr>
            <p:ph type="sldNum" sz="quarter" idx="12"/>
          </p:nvPr>
        </p:nvSpPr>
        <p:spPr/>
        <p:txBody>
          <a:bodyPr/>
          <a:lstStyle/>
          <a:p>
            <a:pPr fontAlgn="base">
              <a:spcBef>
                <a:spcPct val="0"/>
              </a:spcBef>
              <a:spcAft>
                <a:spcPct val="0"/>
              </a:spcAft>
            </a:pPr>
            <a:fld id="{8B273083-658B-4533-9E1B-3270D3F0389F}" type="slidenum">
              <a:rPr lang="en-US" altLang="en-US">
                <a:solidFill>
                  <a:srgbClr val="000000"/>
                </a:solidFill>
                <a:latin typeface="Times New Roman" panose="02020603050405020304" pitchFamily="18" charset="0"/>
              </a:rPr>
              <a:pPr fontAlgn="base">
                <a:spcBef>
                  <a:spcPct val="0"/>
                </a:spcBef>
                <a:spcAft>
                  <a:spcPct val="0"/>
                </a:spcAft>
              </a:pPr>
              <a:t>53</a:t>
            </a:fld>
            <a:endParaRPr lang="en-US" altLang="en-US">
              <a:solidFill>
                <a:srgbClr val="000000"/>
              </a:solidFill>
              <a:latin typeface="Times New Roman" panose="02020603050405020304" pitchFamily="18" charset="0"/>
            </a:endParaRPr>
          </a:p>
        </p:txBody>
      </p:sp>
      <p:sp>
        <p:nvSpPr>
          <p:cNvPr id="10242" name="Rectangle 2">
            <a:extLst>
              <a:ext uri="{FF2B5EF4-FFF2-40B4-BE49-F238E27FC236}">
                <a16:creationId xmlns:a16="http://schemas.microsoft.com/office/drawing/2014/main" id="{DE2B6D24-8D3D-214D-E8D4-851C7FFC7621}"/>
              </a:ext>
            </a:extLst>
          </p:cNvPr>
          <p:cNvSpPr>
            <a:spLocks noChangeArrowheads="1"/>
          </p:cNvSpPr>
          <p:nvPr/>
        </p:nvSpPr>
        <p:spPr bwMode="auto">
          <a:xfrm>
            <a:off x="2362200" y="990600"/>
            <a:ext cx="4572000"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r>
              <a:rPr lang="en-US" altLang="en-US" sz="2400">
                <a:solidFill>
                  <a:srgbClr val="000000"/>
                </a:solidFill>
                <a:latin typeface="Times New Roman" panose="02020603050405020304" pitchFamily="18" charset="0"/>
              </a:rPr>
              <a:t>	</a:t>
            </a:r>
          </a:p>
          <a:p>
            <a:pPr fontAlgn="base">
              <a:spcBef>
                <a:spcPct val="0"/>
              </a:spcBef>
              <a:spcAft>
                <a:spcPct val="0"/>
              </a:spcAft>
            </a:pPr>
            <a:r>
              <a:rPr lang="en-US" altLang="en-US" sz="2400">
                <a:solidFill>
                  <a:srgbClr val="000000"/>
                </a:solidFill>
                <a:latin typeface="Times New Roman" panose="02020603050405020304" pitchFamily="18" charset="0"/>
              </a:rPr>
              <a:t>	30                 70,90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10,20    38,39,40   60   80     100</a:t>
            </a:r>
          </a:p>
          <a:p>
            <a:pPr fontAlgn="base">
              <a:spcBef>
                <a:spcPct val="50000"/>
              </a:spcBef>
              <a:spcAft>
                <a:spcPct val="0"/>
              </a:spcAft>
            </a:pPr>
            <a:endParaRPr lang="en-US" altLang="en-US" sz="2400">
              <a:solidFill>
                <a:srgbClr val="000000"/>
              </a:solidFill>
              <a:latin typeface="Times New Roman" panose="02020603050405020304" pitchFamily="18" charset="0"/>
            </a:endParaRPr>
          </a:p>
        </p:txBody>
      </p:sp>
      <p:sp>
        <p:nvSpPr>
          <p:cNvPr id="10243" name="Text Box 3">
            <a:extLst>
              <a:ext uri="{FF2B5EF4-FFF2-40B4-BE49-F238E27FC236}">
                <a16:creationId xmlns:a16="http://schemas.microsoft.com/office/drawing/2014/main" id="{577A623F-93D5-65A4-5F6F-3748E78FA113}"/>
              </a:ext>
            </a:extLst>
          </p:cNvPr>
          <p:cNvSpPr txBox="1">
            <a:spLocks noChangeArrowheads="1"/>
          </p:cNvSpPr>
          <p:nvPr/>
        </p:nvSpPr>
        <p:spPr bwMode="auto">
          <a:xfrm>
            <a:off x="2117726" y="346075"/>
            <a:ext cx="1344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Insert 38</a:t>
            </a:r>
          </a:p>
        </p:txBody>
      </p:sp>
      <p:sp>
        <p:nvSpPr>
          <p:cNvPr id="10244" name="AutoShape 4">
            <a:extLst>
              <a:ext uri="{FF2B5EF4-FFF2-40B4-BE49-F238E27FC236}">
                <a16:creationId xmlns:a16="http://schemas.microsoft.com/office/drawing/2014/main" id="{02F5A731-EAF8-AB06-AFFB-87106DA5C041}"/>
              </a:ext>
            </a:extLst>
          </p:cNvPr>
          <p:cNvSpPr>
            <a:spLocks/>
          </p:cNvSpPr>
          <p:nvPr/>
        </p:nvSpPr>
        <p:spPr bwMode="auto">
          <a:xfrm rot="16246575">
            <a:off x="3886200" y="2667000"/>
            <a:ext cx="152400" cy="914400"/>
          </a:xfrm>
          <a:prstGeom prst="lef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45" name="Text Box 5">
            <a:extLst>
              <a:ext uri="{FF2B5EF4-FFF2-40B4-BE49-F238E27FC236}">
                <a16:creationId xmlns:a16="http://schemas.microsoft.com/office/drawing/2014/main" id="{C9D5C4BC-50EE-2517-CFCE-3079D380DC66}"/>
              </a:ext>
            </a:extLst>
          </p:cNvPr>
          <p:cNvSpPr txBox="1">
            <a:spLocks noChangeArrowheads="1"/>
          </p:cNvSpPr>
          <p:nvPr/>
        </p:nvSpPr>
        <p:spPr bwMode="auto">
          <a:xfrm>
            <a:off x="3565525" y="3238501"/>
            <a:ext cx="768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b="1">
                <a:solidFill>
                  <a:srgbClr val="FF3300"/>
                </a:solidFill>
                <a:latin typeface="Times New Roman" panose="02020603050405020304" pitchFamily="18" charset="0"/>
              </a:rPr>
              <a:t>illegal</a:t>
            </a:r>
          </a:p>
        </p:txBody>
      </p:sp>
      <p:sp>
        <p:nvSpPr>
          <p:cNvPr id="10246" name="Line 6">
            <a:extLst>
              <a:ext uri="{FF2B5EF4-FFF2-40B4-BE49-F238E27FC236}">
                <a16:creationId xmlns:a16="http://schemas.microsoft.com/office/drawing/2014/main" id="{F40F18F1-3D74-BB1D-11A0-7487F714806A}"/>
              </a:ext>
            </a:extLst>
          </p:cNvPr>
          <p:cNvSpPr>
            <a:spLocks noChangeShapeType="1"/>
          </p:cNvSpPr>
          <p:nvPr/>
        </p:nvSpPr>
        <p:spPr bwMode="auto">
          <a:xfrm flipH="1">
            <a:off x="3657600" y="1371600"/>
            <a:ext cx="533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47" name="Line 7">
            <a:extLst>
              <a:ext uri="{FF2B5EF4-FFF2-40B4-BE49-F238E27FC236}">
                <a16:creationId xmlns:a16="http://schemas.microsoft.com/office/drawing/2014/main" id="{6AD2A446-1391-8AB5-60F4-B8D287F9BACC}"/>
              </a:ext>
            </a:extLst>
          </p:cNvPr>
          <p:cNvSpPr>
            <a:spLocks noChangeShapeType="1"/>
          </p:cNvSpPr>
          <p:nvPr/>
        </p:nvSpPr>
        <p:spPr bwMode="auto">
          <a:xfrm flipH="1">
            <a:off x="2819400" y="2057400"/>
            <a:ext cx="457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48" name="Line 8">
            <a:extLst>
              <a:ext uri="{FF2B5EF4-FFF2-40B4-BE49-F238E27FC236}">
                <a16:creationId xmlns:a16="http://schemas.microsoft.com/office/drawing/2014/main" id="{61352C77-256C-9C4D-B2F4-36B59DD47BDC}"/>
              </a:ext>
            </a:extLst>
          </p:cNvPr>
          <p:cNvSpPr>
            <a:spLocks noChangeShapeType="1"/>
          </p:cNvSpPr>
          <p:nvPr/>
        </p:nvSpPr>
        <p:spPr bwMode="auto">
          <a:xfrm>
            <a:off x="3581400" y="21336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49" name="Line 9">
            <a:extLst>
              <a:ext uri="{FF2B5EF4-FFF2-40B4-BE49-F238E27FC236}">
                <a16:creationId xmlns:a16="http://schemas.microsoft.com/office/drawing/2014/main" id="{0A342D8C-0A66-347C-4E4F-FB9941602005}"/>
              </a:ext>
            </a:extLst>
          </p:cNvPr>
          <p:cNvSpPr>
            <a:spLocks noChangeShapeType="1"/>
          </p:cNvSpPr>
          <p:nvPr/>
        </p:nvSpPr>
        <p:spPr bwMode="auto">
          <a:xfrm>
            <a:off x="4648200" y="1371600"/>
            <a:ext cx="838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50" name="Line 10">
            <a:extLst>
              <a:ext uri="{FF2B5EF4-FFF2-40B4-BE49-F238E27FC236}">
                <a16:creationId xmlns:a16="http://schemas.microsoft.com/office/drawing/2014/main" id="{9B3E3DAD-5BC9-4CAA-4E94-C5C4044966E3}"/>
              </a:ext>
            </a:extLst>
          </p:cNvPr>
          <p:cNvSpPr>
            <a:spLocks noChangeShapeType="1"/>
          </p:cNvSpPr>
          <p:nvPr/>
        </p:nvSpPr>
        <p:spPr bwMode="auto">
          <a:xfrm flipH="1">
            <a:off x="4876800" y="2133600"/>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51" name="Line 11">
            <a:extLst>
              <a:ext uri="{FF2B5EF4-FFF2-40B4-BE49-F238E27FC236}">
                <a16:creationId xmlns:a16="http://schemas.microsoft.com/office/drawing/2014/main" id="{91312568-8A06-08FB-A712-4076175012EE}"/>
              </a:ext>
            </a:extLst>
          </p:cNvPr>
          <p:cNvSpPr>
            <a:spLocks noChangeShapeType="1"/>
          </p:cNvSpPr>
          <p:nvPr/>
        </p:nvSpPr>
        <p:spPr bwMode="auto">
          <a:xfrm>
            <a:off x="5486400" y="20574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52" name="Line 12">
            <a:extLst>
              <a:ext uri="{FF2B5EF4-FFF2-40B4-BE49-F238E27FC236}">
                <a16:creationId xmlns:a16="http://schemas.microsoft.com/office/drawing/2014/main" id="{D15A8C57-81F1-820E-19AD-965FCF71FCA9}"/>
              </a:ext>
            </a:extLst>
          </p:cNvPr>
          <p:cNvSpPr>
            <a:spLocks noChangeShapeType="1"/>
          </p:cNvSpPr>
          <p:nvPr/>
        </p:nvSpPr>
        <p:spPr bwMode="auto">
          <a:xfrm>
            <a:off x="5867400" y="20574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53" name="AutoShape 13">
            <a:extLst>
              <a:ext uri="{FF2B5EF4-FFF2-40B4-BE49-F238E27FC236}">
                <a16:creationId xmlns:a16="http://schemas.microsoft.com/office/drawing/2014/main" id="{1AFF1495-EFC8-1BFF-2E20-22A460243387}"/>
              </a:ext>
            </a:extLst>
          </p:cNvPr>
          <p:cNvSpPr>
            <a:spLocks noChangeArrowheads="1"/>
          </p:cNvSpPr>
          <p:nvPr/>
        </p:nvSpPr>
        <p:spPr bwMode="auto">
          <a:xfrm>
            <a:off x="2057400" y="4572000"/>
            <a:ext cx="1295400" cy="381000"/>
          </a:xfrm>
          <a:prstGeom prst="rightArrow">
            <a:avLst>
              <a:gd name="adj1" fmla="val 50000"/>
              <a:gd name="adj2" fmla="val 8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54" name="Text Box 14">
            <a:extLst>
              <a:ext uri="{FF2B5EF4-FFF2-40B4-BE49-F238E27FC236}">
                <a16:creationId xmlns:a16="http://schemas.microsoft.com/office/drawing/2014/main" id="{E6773706-9FCB-6F5F-E421-F1EDAC5D65AD}"/>
              </a:ext>
            </a:extLst>
          </p:cNvPr>
          <p:cNvSpPr txBox="1">
            <a:spLocks noChangeArrowheads="1"/>
          </p:cNvSpPr>
          <p:nvPr/>
        </p:nvSpPr>
        <p:spPr bwMode="auto">
          <a:xfrm>
            <a:off x="3870326" y="3927475"/>
            <a:ext cx="410881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r>
              <a:rPr lang="en-US" altLang="en-US" sz="2400">
                <a:solidFill>
                  <a:srgbClr val="000000"/>
                </a:solidFill>
                <a:latin typeface="Times New Roman" panose="02020603050405020304" pitchFamily="18" charset="0"/>
              </a:rPr>
              <a:t>	</a:t>
            </a:r>
          </a:p>
          <a:p>
            <a:pPr fontAlgn="base">
              <a:spcBef>
                <a:spcPct val="0"/>
              </a:spcBef>
              <a:spcAft>
                <a:spcPct val="0"/>
              </a:spcAft>
            </a:pPr>
            <a:r>
              <a:rPr lang="en-US" altLang="en-US" sz="2400">
                <a:solidFill>
                  <a:srgbClr val="000000"/>
                </a:solidFill>
                <a:latin typeface="Times New Roman" panose="02020603050405020304" pitchFamily="18" charset="0"/>
              </a:rPr>
              <a:t>	30,39             70,90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10,20    38   40   60     80     100</a:t>
            </a:r>
          </a:p>
        </p:txBody>
      </p:sp>
      <p:sp>
        <p:nvSpPr>
          <p:cNvPr id="10255" name="Line 15">
            <a:extLst>
              <a:ext uri="{FF2B5EF4-FFF2-40B4-BE49-F238E27FC236}">
                <a16:creationId xmlns:a16="http://schemas.microsoft.com/office/drawing/2014/main" id="{0B6770D5-06B8-9CCA-BA54-FF38215F06CE}"/>
              </a:ext>
            </a:extLst>
          </p:cNvPr>
          <p:cNvSpPr>
            <a:spLocks noChangeShapeType="1"/>
          </p:cNvSpPr>
          <p:nvPr/>
        </p:nvSpPr>
        <p:spPr bwMode="auto">
          <a:xfrm flipH="1">
            <a:off x="5334000" y="4267200"/>
            <a:ext cx="457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56" name="Line 16">
            <a:extLst>
              <a:ext uri="{FF2B5EF4-FFF2-40B4-BE49-F238E27FC236}">
                <a16:creationId xmlns:a16="http://schemas.microsoft.com/office/drawing/2014/main" id="{CBAA9EB6-A146-C900-C739-B9F81BEF4F46}"/>
              </a:ext>
            </a:extLst>
          </p:cNvPr>
          <p:cNvSpPr>
            <a:spLocks noChangeShapeType="1"/>
          </p:cNvSpPr>
          <p:nvPr/>
        </p:nvSpPr>
        <p:spPr bwMode="auto">
          <a:xfrm>
            <a:off x="6172200" y="4267200"/>
            <a:ext cx="838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57" name="Line 17">
            <a:extLst>
              <a:ext uri="{FF2B5EF4-FFF2-40B4-BE49-F238E27FC236}">
                <a16:creationId xmlns:a16="http://schemas.microsoft.com/office/drawing/2014/main" id="{1168A5D9-DE48-914D-3AA4-C964929DEED2}"/>
              </a:ext>
            </a:extLst>
          </p:cNvPr>
          <p:cNvSpPr>
            <a:spLocks noChangeShapeType="1"/>
          </p:cNvSpPr>
          <p:nvPr/>
        </p:nvSpPr>
        <p:spPr bwMode="auto">
          <a:xfrm flipH="1">
            <a:off x="4419600" y="50292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58" name="Line 18">
            <a:extLst>
              <a:ext uri="{FF2B5EF4-FFF2-40B4-BE49-F238E27FC236}">
                <a16:creationId xmlns:a16="http://schemas.microsoft.com/office/drawing/2014/main" id="{563C62C0-5373-15DE-AA2C-D1DCC87AD6A2}"/>
              </a:ext>
            </a:extLst>
          </p:cNvPr>
          <p:cNvSpPr>
            <a:spLocks noChangeShapeType="1"/>
          </p:cNvSpPr>
          <p:nvPr/>
        </p:nvSpPr>
        <p:spPr bwMode="auto">
          <a:xfrm>
            <a:off x="5181600" y="50292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59" name="Line 19">
            <a:extLst>
              <a:ext uri="{FF2B5EF4-FFF2-40B4-BE49-F238E27FC236}">
                <a16:creationId xmlns:a16="http://schemas.microsoft.com/office/drawing/2014/main" id="{FAD6D26C-9E49-BF78-50F2-284F70AC2DE4}"/>
              </a:ext>
            </a:extLst>
          </p:cNvPr>
          <p:cNvSpPr>
            <a:spLocks noChangeShapeType="1"/>
          </p:cNvSpPr>
          <p:nvPr/>
        </p:nvSpPr>
        <p:spPr bwMode="auto">
          <a:xfrm>
            <a:off x="5562600" y="5029200"/>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60" name="Line 20">
            <a:extLst>
              <a:ext uri="{FF2B5EF4-FFF2-40B4-BE49-F238E27FC236}">
                <a16:creationId xmlns:a16="http://schemas.microsoft.com/office/drawing/2014/main" id="{E6D2F1A6-E162-D986-50E0-5D81C4379EB5}"/>
              </a:ext>
            </a:extLst>
          </p:cNvPr>
          <p:cNvSpPr>
            <a:spLocks noChangeShapeType="1"/>
          </p:cNvSpPr>
          <p:nvPr/>
        </p:nvSpPr>
        <p:spPr bwMode="auto">
          <a:xfrm flipH="1">
            <a:off x="6248400" y="50292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61" name="Line 21">
            <a:extLst>
              <a:ext uri="{FF2B5EF4-FFF2-40B4-BE49-F238E27FC236}">
                <a16:creationId xmlns:a16="http://schemas.microsoft.com/office/drawing/2014/main" id="{4E0A089F-B9A2-973D-D90E-CCC0B7FE8593}"/>
              </a:ext>
            </a:extLst>
          </p:cNvPr>
          <p:cNvSpPr>
            <a:spLocks noChangeShapeType="1"/>
          </p:cNvSpPr>
          <p:nvPr/>
        </p:nvSpPr>
        <p:spPr bwMode="auto">
          <a:xfrm flipH="1">
            <a:off x="6934200" y="4953000"/>
            <a:ext cx="76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0262" name="Line 22">
            <a:extLst>
              <a:ext uri="{FF2B5EF4-FFF2-40B4-BE49-F238E27FC236}">
                <a16:creationId xmlns:a16="http://schemas.microsoft.com/office/drawing/2014/main" id="{2FDDA8A3-6E4C-CF63-7990-E42D322E0F0B}"/>
              </a:ext>
            </a:extLst>
          </p:cNvPr>
          <p:cNvSpPr>
            <a:spLocks noChangeShapeType="1"/>
          </p:cNvSpPr>
          <p:nvPr/>
        </p:nvSpPr>
        <p:spPr bwMode="auto">
          <a:xfrm>
            <a:off x="7391400" y="50292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E083F1AB-D115-B353-59F8-F673DBADAAC1}"/>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FCE3EC79-ADBD-8112-8230-030D20993B37}"/>
              </a:ext>
            </a:extLst>
          </p:cNvPr>
          <p:cNvSpPr>
            <a:spLocks noGrp="1"/>
          </p:cNvSpPr>
          <p:nvPr>
            <p:ph type="sldNum" sz="quarter" idx="12"/>
          </p:nvPr>
        </p:nvSpPr>
        <p:spPr/>
        <p:txBody>
          <a:bodyPr/>
          <a:lstStyle/>
          <a:p>
            <a:pPr fontAlgn="base">
              <a:spcBef>
                <a:spcPct val="0"/>
              </a:spcBef>
              <a:spcAft>
                <a:spcPct val="0"/>
              </a:spcAft>
            </a:pPr>
            <a:fld id="{C355061A-3151-42F8-B4E6-E58DC2A3A877}" type="slidenum">
              <a:rPr lang="en-US" altLang="en-US">
                <a:solidFill>
                  <a:srgbClr val="000000"/>
                </a:solidFill>
                <a:latin typeface="Times New Roman" panose="02020603050405020304" pitchFamily="18" charset="0"/>
              </a:rPr>
              <a:pPr fontAlgn="base">
                <a:spcBef>
                  <a:spcPct val="0"/>
                </a:spcBef>
                <a:spcAft>
                  <a:spcPct val="0"/>
                </a:spcAft>
              </a:pPr>
              <a:t>54</a:t>
            </a:fld>
            <a:endParaRPr lang="en-US" altLang="en-US">
              <a:solidFill>
                <a:srgbClr val="000000"/>
              </a:solidFill>
              <a:latin typeface="Times New Roman" panose="02020603050405020304" pitchFamily="18" charset="0"/>
            </a:endParaRPr>
          </a:p>
        </p:txBody>
      </p:sp>
      <p:sp>
        <p:nvSpPr>
          <p:cNvPr id="11266" name="Text Box 2">
            <a:extLst>
              <a:ext uri="{FF2B5EF4-FFF2-40B4-BE49-F238E27FC236}">
                <a16:creationId xmlns:a16="http://schemas.microsoft.com/office/drawing/2014/main" id="{A6DB161A-AD4A-8EA0-F1BF-829921CBC729}"/>
              </a:ext>
            </a:extLst>
          </p:cNvPr>
          <p:cNvSpPr txBox="1">
            <a:spLocks noChangeArrowheads="1"/>
          </p:cNvSpPr>
          <p:nvPr/>
        </p:nvSpPr>
        <p:spPr bwMode="auto">
          <a:xfrm>
            <a:off x="2041526" y="422275"/>
            <a:ext cx="1344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Insert 37</a:t>
            </a:r>
          </a:p>
        </p:txBody>
      </p:sp>
      <p:sp>
        <p:nvSpPr>
          <p:cNvPr id="11267" name="Text Box 3">
            <a:extLst>
              <a:ext uri="{FF2B5EF4-FFF2-40B4-BE49-F238E27FC236}">
                <a16:creationId xmlns:a16="http://schemas.microsoft.com/office/drawing/2014/main" id="{91522D5A-3521-8BA0-6773-17AE7E6AF0A5}"/>
              </a:ext>
            </a:extLst>
          </p:cNvPr>
          <p:cNvSpPr txBox="1">
            <a:spLocks noChangeArrowheads="1"/>
          </p:cNvSpPr>
          <p:nvPr/>
        </p:nvSpPr>
        <p:spPr bwMode="auto">
          <a:xfrm>
            <a:off x="2270125" y="1412875"/>
            <a:ext cx="441659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r>
              <a:rPr lang="en-US" altLang="en-US" sz="2400">
                <a:solidFill>
                  <a:srgbClr val="000000"/>
                </a:solidFill>
                <a:latin typeface="Times New Roman" panose="02020603050405020304" pitchFamily="18" charset="0"/>
              </a:rPr>
              <a:t>	</a:t>
            </a:r>
          </a:p>
          <a:p>
            <a:pPr fontAlgn="base">
              <a:spcBef>
                <a:spcPct val="0"/>
              </a:spcBef>
              <a:spcAft>
                <a:spcPct val="0"/>
              </a:spcAft>
            </a:pPr>
            <a:r>
              <a:rPr lang="en-US" altLang="en-US" sz="2400">
                <a:solidFill>
                  <a:srgbClr val="000000"/>
                </a:solidFill>
                <a:latin typeface="Times New Roman" panose="02020603050405020304" pitchFamily="18" charset="0"/>
              </a:rPr>
              <a:t>	30,39             70,90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10,20   37,38   40   60     80     100</a:t>
            </a: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1268" name="Text Box 4">
            <a:extLst>
              <a:ext uri="{FF2B5EF4-FFF2-40B4-BE49-F238E27FC236}">
                <a16:creationId xmlns:a16="http://schemas.microsoft.com/office/drawing/2014/main" id="{D68C9D81-BB96-82DC-50ED-E2D428455531}"/>
              </a:ext>
            </a:extLst>
          </p:cNvPr>
          <p:cNvSpPr txBox="1">
            <a:spLocks noChangeArrowheads="1"/>
          </p:cNvSpPr>
          <p:nvPr/>
        </p:nvSpPr>
        <p:spPr bwMode="auto">
          <a:xfrm>
            <a:off x="7680326" y="2174876"/>
            <a:ext cx="2356735" cy="1200329"/>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00"/>
                </a:solidFill>
                <a:latin typeface="Times New Roman" panose="02020603050405020304" pitchFamily="18" charset="0"/>
              </a:rPr>
              <a:t>When the height</a:t>
            </a:r>
          </a:p>
          <a:p>
            <a:pPr fontAlgn="base">
              <a:spcBef>
                <a:spcPct val="0"/>
              </a:spcBef>
              <a:spcAft>
                <a:spcPct val="0"/>
              </a:spcAft>
            </a:pPr>
            <a:r>
              <a:rPr lang="en-US" altLang="en-US" sz="2400" b="1">
                <a:solidFill>
                  <a:srgbClr val="000000"/>
                </a:solidFill>
                <a:latin typeface="Times New Roman" panose="02020603050405020304" pitchFamily="18" charset="0"/>
              </a:rPr>
              <a:t>grows it does so</a:t>
            </a:r>
          </a:p>
          <a:p>
            <a:pPr fontAlgn="base">
              <a:spcBef>
                <a:spcPct val="0"/>
              </a:spcBef>
              <a:spcAft>
                <a:spcPct val="0"/>
              </a:spcAft>
            </a:pPr>
            <a:r>
              <a:rPr lang="en-US" altLang="en-US" sz="2400" b="1">
                <a:solidFill>
                  <a:srgbClr val="000000"/>
                </a:solidFill>
                <a:latin typeface="Times New Roman" panose="02020603050405020304" pitchFamily="18" charset="0"/>
              </a:rPr>
              <a:t>from the top.</a:t>
            </a:r>
          </a:p>
        </p:txBody>
      </p:sp>
      <p:sp>
        <p:nvSpPr>
          <p:cNvPr id="11269" name="Line 5">
            <a:extLst>
              <a:ext uri="{FF2B5EF4-FFF2-40B4-BE49-F238E27FC236}">
                <a16:creationId xmlns:a16="http://schemas.microsoft.com/office/drawing/2014/main" id="{DFAEB4E0-7003-412B-0B26-20F4A21E1C1B}"/>
              </a:ext>
            </a:extLst>
          </p:cNvPr>
          <p:cNvSpPr>
            <a:spLocks noChangeShapeType="1"/>
          </p:cNvSpPr>
          <p:nvPr/>
        </p:nvSpPr>
        <p:spPr bwMode="auto">
          <a:xfrm flipH="1">
            <a:off x="3657600" y="18288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1270" name="Line 6">
            <a:extLst>
              <a:ext uri="{FF2B5EF4-FFF2-40B4-BE49-F238E27FC236}">
                <a16:creationId xmlns:a16="http://schemas.microsoft.com/office/drawing/2014/main" id="{3CD9065B-FD2F-00E6-83A1-725BBCE74BFA}"/>
              </a:ext>
            </a:extLst>
          </p:cNvPr>
          <p:cNvSpPr>
            <a:spLocks noChangeShapeType="1"/>
          </p:cNvSpPr>
          <p:nvPr/>
        </p:nvSpPr>
        <p:spPr bwMode="auto">
          <a:xfrm>
            <a:off x="4572000" y="1828800"/>
            <a:ext cx="762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1271" name="Line 7">
            <a:extLst>
              <a:ext uri="{FF2B5EF4-FFF2-40B4-BE49-F238E27FC236}">
                <a16:creationId xmlns:a16="http://schemas.microsoft.com/office/drawing/2014/main" id="{E1E813B1-312B-4A2A-921B-824EF2004B95}"/>
              </a:ext>
            </a:extLst>
          </p:cNvPr>
          <p:cNvSpPr>
            <a:spLocks noChangeShapeType="1"/>
          </p:cNvSpPr>
          <p:nvPr/>
        </p:nvSpPr>
        <p:spPr bwMode="auto">
          <a:xfrm flipH="1">
            <a:off x="2667000" y="25146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1272" name="Line 8">
            <a:extLst>
              <a:ext uri="{FF2B5EF4-FFF2-40B4-BE49-F238E27FC236}">
                <a16:creationId xmlns:a16="http://schemas.microsoft.com/office/drawing/2014/main" id="{EEEA49E4-A391-9890-3542-FEEF6ADB3507}"/>
              </a:ext>
            </a:extLst>
          </p:cNvPr>
          <p:cNvSpPr>
            <a:spLocks noChangeShapeType="1"/>
          </p:cNvSpPr>
          <p:nvPr/>
        </p:nvSpPr>
        <p:spPr bwMode="auto">
          <a:xfrm>
            <a:off x="3657600" y="25146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1273" name="Line 9">
            <a:extLst>
              <a:ext uri="{FF2B5EF4-FFF2-40B4-BE49-F238E27FC236}">
                <a16:creationId xmlns:a16="http://schemas.microsoft.com/office/drawing/2014/main" id="{4FBD5292-395D-B0AB-1038-0A9E1F99D414}"/>
              </a:ext>
            </a:extLst>
          </p:cNvPr>
          <p:cNvSpPr>
            <a:spLocks noChangeShapeType="1"/>
          </p:cNvSpPr>
          <p:nvPr/>
        </p:nvSpPr>
        <p:spPr bwMode="auto">
          <a:xfrm>
            <a:off x="4038600" y="25146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1274" name="Line 10">
            <a:extLst>
              <a:ext uri="{FF2B5EF4-FFF2-40B4-BE49-F238E27FC236}">
                <a16:creationId xmlns:a16="http://schemas.microsoft.com/office/drawing/2014/main" id="{76EB1BE0-C1B3-6465-B434-6C68C5E605C6}"/>
              </a:ext>
            </a:extLst>
          </p:cNvPr>
          <p:cNvSpPr>
            <a:spLocks noChangeShapeType="1"/>
          </p:cNvSpPr>
          <p:nvPr/>
        </p:nvSpPr>
        <p:spPr bwMode="auto">
          <a:xfrm flipH="1">
            <a:off x="4800600" y="25146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1275" name="Line 11">
            <a:extLst>
              <a:ext uri="{FF2B5EF4-FFF2-40B4-BE49-F238E27FC236}">
                <a16:creationId xmlns:a16="http://schemas.microsoft.com/office/drawing/2014/main" id="{69CD803B-A46F-812C-509E-869C528F1493}"/>
              </a:ext>
            </a:extLst>
          </p:cNvPr>
          <p:cNvSpPr>
            <a:spLocks noChangeShapeType="1"/>
          </p:cNvSpPr>
          <p:nvPr/>
        </p:nvSpPr>
        <p:spPr bwMode="auto">
          <a:xfrm>
            <a:off x="5486400" y="2514600"/>
            <a:ext cx="76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1276" name="Line 12">
            <a:extLst>
              <a:ext uri="{FF2B5EF4-FFF2-40B4-BE49-F238E27FC236}">
                <a16:creationId xmlns:a16="http://schemas.microsoft.com/office/drawing/2014/main" id="{E0A040FD-629C-1E4E-B5D1-28BF110E0679}"/>
              </a:ext>
            </a:extLst>
          </p:cNvPr>
          <p:cNvSpPr>
            <a:spLocks noChangeShapeType="1"/>
          </p:cNvSpPr>
          <p:nvPr/>
        </p:nvSpPr>
        <p:spPr bwMode="auto">
          <a:xfrm>
            <a:off x="5715000" y="2438400"/>
            <a:ext cx="685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29748FD-50A3-29EA-CD4E-D43622961AE5}"/>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C855561E-70DB-0DC7-E258-4B14DEDC6C0C}"/>
              </a:ext>
            </a:extLst>
          </p:cNvPr>
          <p:cNvSpPr>
            <a:spLocks noGrp="1"/>
          </p:cNvSpPr>
          <p:nvPr>
            <p:ph type="sldNum" sz="quarter" idx="12"/>
          </p:nvPr>
        </p:nvSpPr>
        <p:spPr/>
        <p:txBody>
          <a:bodyPr/>
          <a:lstStyle/>
          <a:p>
            <a:pPr fontAlgn="base">
              <a:spcBef>
                <a:spcPct val="0"/>
              </a:spcBef>
              <a:spcAft>
                <a:spcPct val="0"/>
              </a:spcAft>
            </a:pPr>
            <a:fld id="{36A9F5DA-5E67-4017-A697-F6FDE57AA714}" type="slidenum">
              <a:rPr lang="en-US" altLang="en-US">
                <a:solidFill>
                  <a:srgbClr val="000000"/>
                </a:solidFill>
                <a:latin typeface="Times New Roman" panose="02020603050405020304" pitchFamily="18" charset="0"/>
              </a:rPr>
              <a:pPr fontAlgn="base">
                <a:spcBef>
                  <a:spcPct val="0"/>
                </a:spcBef>
                <a:spcAft>
                  <a:spcPct val="0"/>
                </a:spcAft>
              </a:pPr>
              <a:t>55</a:t>
            </a:fld>
            <a:endParaRPr lang="en-US" altLang="en-US">
              <a:solidFill>
                <a:srgbClr val="000000"/>
              </a:solidFill>
              <a:latin typeface="Times New Roman" panose="02020603050405020304" pitchFamily="18" charset="0"/>
            </a:endParaRPr>
          </a:p>
        </p:txBody>
      </p:sp>
      <p:sp>
        <p:nvSpPr>
          <p:cNvPr id="12290" name="Text Box 2">
            <a:extLst>
              <a:ext uri="{FF2B5EF4-FFF2-40B4-BE49-F238E27FC236}">
                <a16:creationId xmlns:a16="http://schemas.microsoft.com/office/drawing/2014/main" id="{A3C26646-E1B1-95FA-2426-FB2C570B6C03}"/>
              </a:ext>
            </a:extLst>
          </p:cNvPr>
          <p:cNvSpPr txBox="1">
            <a:spLocks noChangeArrowheads="1"/>
          </p:cNvSpPr>
          <p:nvPr/>
        </p:nvSpPr>
        <p:spPr bwMode="auto">
          <a:xfrm>
            <a:off x="2041526" y="422275"/>
            <a:ext cx="1344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Insert 36</a:t>
            </a:r>
          </a:p>
        </p:txBody>
      </p:sp>
      <p:sp>
        <p:nvSpPr>
          <p:cNvPr id="12291" name="Text Box 3">
            <a:extLst>
              <a:ext uri="{FF2B5EF4-FFF2-40B4-BE49-F238E27FC236}">
                <a16:creationId xmlns:a16="http://schemas.microsoft.com/office/drawing/2014/main" id="{437C807E-65D1-AC3C-03F6-DA53CCEAE3EB}"/>
              </a:ext>
            </a:extLst>
          </p:cNvPr>
          <p:cNvSpPr txBox="1">
            <a:spLocks noChangeArrowheads="1"/>
          </p:cNvSpPr>
          <p:nvPr/>
        </p:nvSpPr>
        <p:spPr bwMode="auto">
          <a:xfrm>
            <a:off x="2667000" y="990600"/>
            <a:ext cx="480131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r>
              <a:rPr lang="en-US" altLang="en-US" sz="2400">
                <a:solidFill>
                  <a:srgbClr val="000000"/>
                </a:solidFill>
                <a:latin typeface="Times New Roman" panose="02020603050405020304" pitchFamily="18" charset="0"/>
              </a:rPr>
              <a:t>	</a:t>
            </a:r>
          </a:p>
          <a:p>
            <a:pPr fontAlgn="base">
              <a:spcBef>
                <a:spcPct val="0"/>
              </a:spcBef>
              <a:spcAft>
                <a:spcPct val="0"/>
              </a:spcAft>
            </a:pPr>
            <a:r>
              <a:rPr lang="en-US" altLang="en-US" sz="2400">
                <a:solidFill>
                  <a:srgbClr val="000000"/>
                </a:solidFill>
                <a:latin typeface="Times New Roman" panose="02020603050405020304" pitchFamily="18" charset="0"/>
              </a:rPr>
              <a:t>	30,39                   70,90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10,20   36,37,38   40   60     80     100</a:t>
            </a: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2301" name="AutoShape 13">
            <a:extLst>
              <a:ext uri="{FF2B5EF4-FFF2-40B4-BE49-F238E27FC236}">
                <a16:creationId xmlns:a16="http://schemas.microsoft.com/office/drawing/2014/main" id="{A05B281D-CD19-9C41-1E25-F2D9EE68CABD}"/>
              </a:ext>
            </a:extLst>
          </p:cNvPr>
          <p:cNvSpPr>
            <a:spLocks/>
          </p:cNvSpPr>
          <p:nvPr/>
        </p:nvSpPr>
        <p:spPr bwMode="auto">
          <a:xfrm rot="16211621">
            <a:off x="4114800" y="2590800"/>
            <a:ext cx="152400" cy="914400"/>
          </a:xfrm>
          <a:prstGeom prst="lef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02" name="Text Box 14">
            <a:extLst>
              <a:ext uri="{FF2B5EF4-FFF2-40B4-BE49-F238E27FC236}">
                <a16:creationId xmlns:a16="http://schemas.microsoft.com/office/drawing/2014/main" id="{D8066C18-5A11-0C3A-D650-A035DD92A8CB}"/>
              </a:ext>
            </a:extLst>
          </p:cNvPr>
          <p:cNvSpPr txBox="1">
            <a:spLocks noChangeArrowheads="1"/>
          </p:cNvSpPr>
          <p:nvPr/>
        </p:nvSpPr>
        <p:spPr bwMode="auto">
          <a:xfrm>
            <a:off x="3810000" y="3124201"/>
            <a:ext cx="768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b="1">
                <a:solidFill>
                  <a:srgbClr val="FF3300"/>
                </a:solidFill>
                <a:latin typeface="Times New Roman" panose="02020603050405020304" pitchFamily="18" charset="0"/>
              </a:rPr>
              <a:t>illegal</a:t>
            </a:r>
          </a:p>
        </p:txBody>
      </p:sp>
      <p:sp>
        <p:nvSpPr>
          <p:cNvPr id="12303" name="AutoShape 15">
            <a:extLst>
              <a:ext uri="{FF2B5EF4-FFF2-40B4-BE49-F238E27FC236}">
                <a16:creationId xmlns:a16="http://schemas.microsoft.com/office/drawing/2014/main" id="{5B021A56-C99B-4781-AA7F-D0961B96FB3F}"/>
              </a:ext>
            </a:extLst>
          </p:cNvPr>
          <p:cNvSpPr>
            <a:spLocks noChangeArrowheads="1"/>
          </p:cNvSpPr>
          <p:nvPr/>
        </p:nvSpPr>
        <p:spPr bwMode="auto">
          <a:xfrm>
            <a:off x="2133601" y="46482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04" name="Rectangle 16">
            <a:extLst>
              <a:ext uri="{FF2B5EF4-FFF2-40B4-BE49-F238E27FC236}">
                <a16:creationId xmlns:a16="http://schemas.microsoft.com/office/drawing/2014/main" id="{C92B7AC8-3903-0666-5583-6009E87F9810}"/>
              </a:ext>
            </a:extLst>
          </p:cNvPr>
          <p:cNvSpPr>
            <a:spLocks noChangeArrowheads="1"/>
          </p:cNvSpPr>
          <p:nvPr/>
        </p:nvSpPr>
        <p:spPr bwMode="auto">
          <a:xfrm>
            <a:off x="3276600" y="3581400"/>
            <a:ext cx="45720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en-US" sz="2400">
                <a:solidFill>
                  <a:srgbClr val="000000"/>
                </a:solidFill>
                <a:latin typeface="Times New Roman" panose="02020603050405020304" pitchFamily="18" charset="0"/>
              </a:rPr>
              <a:t>		50</a:t>
            </a:r>
          </a:p>
          <a:p>
            <a:pPr fontAlgn="base">
              <a:spcBef>
                <a:spcPct val="50000"/>
              </a:spcBef>
              <a:spcAft>
                <a:spcPct val="0"/>
              </a:spcAft>
            </a:pPr>
            <a:r>
              <a:rPr lang="en-US" altLang="en-US" sz="2400">
                <a:solidFill>
                  <a:srgbClr val="000000"/>
                </a:solidFill>
                <a:latin typeface="Times New Roman" panose="02020603050405020304" pitchFamily="18" charset="0"/>
              </a:rPr>
              <a:t>	</a:t>
            </a:r>
          </a:p>
          <a:p>
            <a:pPr fontAlgn="base">
              <a:spcBef>
                <a:spcPct val="50000"/>
              </a:spcBef>
              <a:spcAft>
                <a:spcPct val="0"/>
              </a:spcAft>
            </a:pPr>
            <a:r>
              <a:rPr lang="en-US" altLang="en-US" sz="2400">
                <a:solidFill>
                  <a:srgbClr val="000000"/>
                </a:solidFill>
                <a:latin typeface="Times New Roman" panose="02020603050405020304" pitchFamily="18" charset="0"/>
              </a:rPr>
              <a:t>	30,37,39             </a:t>
            </a:r>
          </a:p>
          <a:p>
            <a:pPr fontAlgn="base">
              <a:spcBef>
                <a:spcPct val="50000"/>
              </a:spcBef>
              <a:spcAft>
                <a:spcPct val="0"/>
              </a:spcAft>
            </a:pPr>
            <a:endParaRPr lang="en-US" altLang="en-US" sz="2400">
              <a:solidFill>
                <a:srgbClr val="000000"/>
              </a:solidFill>
              <a:latin typeface="Times New Roman" panose="02020603050405020304" pitchFamily="18" charset="0"/>
            </a:endParaRPr>
          </a:p>
          <a:p>
            <a:pPr fontAlgn="base">
              <a:spcBef>
                <a:spcPct val="50000"/>
              </a:spcBef>
              <a:spcAft>
                <a:spcPct val="0"/>
              </a:spcAft>
            </a:pPr>
            <a:r>
              <a:rPr lang="en-US" altLang="en-US" sz="2400">
                <a:solidFill>
                  <a:srgbClr val="000000"/>
                </a:solidFill>
                <a:latin typeface="Times New Roman" panose="02020603050405020304" pitchFamily="18" charset="0"/>
              </a:rPr>
              <a:t>10,20    36   38   40</a:t>
            </a:r>
          </a:p>
        </p:txBody>
      </p:sp>
      <p:sp>
        <p:nvSpPr>
          <p:cNvPr id="12305" name="Text Box 17">
            <a:extLst>
              <a:ext uri="{FF2B5EF4-FFF2-40B4-BE49-F238E27FC236}">
                <a16:creationId xmlns:a16="http://schemas.microsoft.com/office/drawing/2014/main" id="{FB91DEE1-C7AB-C3BF-04DF-EAE72A2D044A}"/>
              </a:ext>
            </a:extLst>
          </p:cNvPr>
          <p:cNvSpPr txBox="1">
            <a:spLocks noChangeArrowheads="1"/>
          </p:cNvSpPr>
          <p:nvPr/>
        </p:nvSpPr>
        <p:spPr bwMode="auto">
          <a:xfrm>
            <a:off x="3489325" y="4000501"/>
            <a:ext cx="768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b="1">
                <a:solidFill>
                  <a:srgbClr val="FF3300"/>
                </a:solidFill>
                <a:latin typeface="Times New Roman" panose="02020603050405020304" pitchFamily="18" charset="0"/>
              </a:rPr>
              <a:t>illegal</a:t>
            </a:r>
          </a:p>
        </p:txBody>
      </p:sp>
      <p:sp>
        <p:nvSpPr>
          <p:cNvPr id="12306" name="Line 18">
            <a:extLst>
              <a:ext uri="{FF2B5EF4-FFF2-40B4-BE49-F238E27FC236}">
                <a16:creationId xmlns:a16="http://schemas.microsoft.com/office/drawing/2014/main" id="{1306AE6F-620F-A26B-68F7-E73822A17726}"/>
              </a:ext>
            </a:extLst>
          </p:cNvPr>
          <p:cNvSpPr>
            <a:spLocks noChangeShapeType="1"/>
          </p:cNvSpPr>
          <p:nvPr/>
        </p:nvSpPr>
        <p:spPr bwMode="auto">
          <a:xfrm>
            <a:off x="4114800" y="4343400"/>
            <a:ext cx="5334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08" name="Line 20">
            <a:extLst>
              <a:ext uri="{FF2B5EF4-FFF2-40B4-BE49-F238E27FC236}">
                <a16:creationId xmlns:a16="http://schemas.microsoft.com/office/drawing/2014/main" id="{349620E6-D36F-8451-8E72-43082958175C}"/>
              </a:ext>
            </a:extLst>
          </p:cNvPr>
          <p:cNvSpPr>
            <a:spLocks noChangeShapeType="1"/>
          </p:cNvSpPr>
          <p:nvPr/>
        </p:nvSpPr>
        <p:spPr bwMode="auto">
          <a:xfrm flipH="1">
            <a:off x="4876800" y="4038600"/>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09" name="Line 21">
            <a:extLst>
              <a:ext uri="{FF2B5EF4-FFF2-40B4-BE49-F238E27FC236}">
                <a16:creationId xmlns:a16="http://schemas.microsoft.com/office/drawing/2014/main" id="{9E2C43D6-9364-7EDF-8EF2-5164954ED01C}"/>
              </a:ext>
            </a:extLst>
          </p:cNvPr>
          <p:cNvSpPr>
            <a:spLocks noChangeShapeType="1"/>
          </p:cNvSpPr>
          <p:nvPr/>
        </p:nvSpPr>
        <p:spPr bwMode="auto">
          <a:xfrm flipH="1">
            <a:off x="3581400" y="5105400"/>
            <a:ext cx="838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10" name="Line 22">
            <a:extLst>
              <a:ext uri="{FF2B5EF4-FFF2-40B4-BE49-F238E27FC236}">
                <a16:creationId xmlns:a16="http://schemas.microsoft.com/office/drawing/2014/main" id="{D5305C30-BAC3-E259-7420-7669CC92333B}"/>
              </a:ext>
            </a:extLst>
          </p:cNvPr>
          <p:cNvSpPr>
            <a:spLocks noChangeShapeType="1"/>
          </p:cNvSpPr>
          <p:nvPr/>
        </p:nvSpPr>
        <p:spPr bwMode="auto">
          <a:xfrm flipH="1">
            <a:off x="4495800" y="5181600"/>
            <a:ext cx="152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11" name="Line 23">
            <a:extLst>
              <a:ext uri="{FF2B5EF4-FFF2-40B4-BE49-F238E27FC236}">
                <a16:creationId xmlns:a16="http://schemas.microsoft.com/office/drawing/2014/main" id="{6736E715-818D-B668-B139-6789234D6076}"/>
              </a:ext>
            </a:extLst>
          </p:cNvPr>
          <p:cNvSpPr>
            <a:spLocks noChangeShapeType="1"/>
          </p:cNvSpPr>
          <p:nvPr/>
        </p:nvSpPr>
        <p:spPr bwMode="auto">
          <a:xfrm>
            <a:off x="4953000" y="51816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12" name="Line 24">
            <a:extLst>
              <a:ext uri="{FF2B5EF4-FFF2-40B4-BE49-F238E27FC236}">
                <a16:creationId xmlns:a16="http://schemas.microsoft.com/office/drawing/2014/main" id="{FB8EBD37-F7F8-CF6F-DC85-D1009223A8B1}"/>
              </a:ext>
            </a:extLst>
          </p:cNvPr>
          <p:cNvSpPr>
            <a:spLocks noChangeShapeType="1"/>
          </p:cNvSpPr>
          <p:nvPr/>
        </p:nvSpPr>
        <p:spPr bwMode="auto">
          <a:xfrm>
            <a:off x="5257800" y="5029200"/>
            <a:ext cx="3048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13" name="Line 25">
            <a:extLst>
              <a:ext uri="{FF2B5EF4-FFF2-40B4-BE49-F238E27FC236}">
                <a16:creationId xmlns:a16="http://schemas.microsoft.com/office/drawing/2014/main" id="{3F96EB5B-0146-7CFE-804E-D90C2741CA06}"/>
              </a:ext>
            </a:extLst>
          </p:cNvPr>
          <p:cNvSpPr>
            <a:spLocks noChangeShapeType="1"/>
          </p:cNvSpPr>
          <p:nvPr/>
        </p:nvSpPr>
        <p:spPr bwMode="auto">
          <a:xfrm>
            <a:off x="5562600" y="4038600"/>
            <a:ext cx="457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14" name="AutoShape 26">
            <a:extLst>
              <a:ext uri="{FF2B5EF4-FFF2-40B4-BE49-F238E27FC236}">
                <a16:creationId xmlns:a16="http://schemas.microsoft.com/office/drawing/2014/main" id="{194D4621-21BD-8954-B45F-736981152A03}"/>
              </a:ext>
            </a:extLst>
          </p:cNvPr>
          <p:cNvSpPr>
            <a:spLocks noChangeArrowheads="1"/>
          </p:cNvSpPr>
          <p:nvPr/>
        </p:nvSpPr>
        <p:spPr bwMode="auto">
          <a:xfrm>
            <a:off x="5791200" y="4724400"/>
            <a:ext cx="762000" cy="53340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15" name="AutoShape 27">
            <a:extLst>
              <a:ext uri="{FF2B5EF4-FFF2-40B4-BE49-F238E27FC236}">
                <a16:creationId xmlns:a16="http://schemas.microsoft.com/office/drawing/2014/main" id="{22DF31DE-9C11-70C2-ED91-AA8768A97787}"/>
              </a:ext>
            </a:extLst>
          </p:cNvPr>
          <p:cNvSpPr>
            <a:spLocks noChangeArrowheads="1"/>
          </p:cNvSpPr>
          <p:nvPr/>
        </p:nvSpPr>
        <p:spPr bwMode="auto">
          <a:xfrm>
            <a:off x="6858001" y="47244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16" name="Text Box 28">
            <a:extLst>
              <a:ext uri="{FF2B5EF4-FFF2-40B4-BE49-F238E27FC236}">
                <a16:creationId xmlns:a16="http://schemas.microsoft.com/office/drawing/2014/main" id="{0F87E2B6-0F3A-599B-22AC-98A3F7A35E77}"/>
              </a:ext>
            </a:extLst>
          </p:cNvPr>
          <p:cNvSpPr txBox="1">
            <a:spLocks noChangeArrowheads="1"/>
          </p:cNvSpPr>
          <p:nvPr/>
        </p:nvSpPr>
        <p:spPr bwMode="auto">
          <a:xfrm>
            <a:off x="7239000" y="3505200"/>
            <a:ext cx="326243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50000"/>
              </a:spcBef>
              <a:spcAft>
                <a:spcPct val="0"/>
              </a:spcAft>
            </a:pPr>
            <a:r>
              <a:rPr lang="en-US" altLang="en-US" sz="2400">
                <a:solidFill>
                  <a:srgbClr val="000000"/>
                </a:solidFill>
                <a:latin typeface="Times New Roman" panose="02020603050405020304" pitchFamily="18" charset="0"/>
              </a:rPr>
              <a:t>	      37,50</a:t>
            </a:r>
          </a:p>
          <a:p>
            <a:pPr fontAlgn="base">
              <a:spcBef>
                <a:spcPct val="50000"/>
              </a:spcBef>
              <a:spcAft>
                <a:spcPct val="0"/>
              </a:spcAft>
            </a:pPr>
            <a:r>
              <a:rPr lang="en-US" altLang="en-US" sz="2400">
                <a:solidFill>
                  <a:srgbClr val="000000"/>
                </a:solidFill>
                <a:latin typeface="Times New Roman" panose="02020603050405020304" pitchFamily="18" charset="0"/>
              </a:rPr>
              <a:t>	</a:t>
            </a:r>
          </a:p>
          <a:p>
            <a:pPr fontAlgn="base">
              <a:spcBef>
                <a:spcPct val="50000"/>
              </a:spcBef>
              <a:spcAft>
                <a:spcPct val="0"/>
              </a:spcAft>
            </a:pPr>
            <a:r>
              <a:rPr lang="en-US" altLang="en-US" sz="2400">
                <a:solidFill>
                  <a:srgbClr val="000000"/>
                </a:solidFill>
                <a:latin typeface="Times New Roman" panose="02020603050405020304" pitchFamily="18" charset="0"/>
              </a:rPr>
              <a:t>        30           39             </a:t>
            </a:r>
          </a:p>
          <a:p>
            <a:pPr fontAlgn="base">
              <a:spcBef>
                <a:spcPct val="50000"/>
              </a:spcBef>
              <a:spcAft>
                <a:spcPct val="0"/>
              </a:spcAft>
            </a:pPr>
            <a:endParaRPr lang="en-US" altLang="en-US" sz="2400">
              <a:solidFill>
                <a:srgbClr val="000000"/>
              </a:solidFill>
              <a:latin typeface="Times New Roman" panose="02020603050405020304" pitchFamily="18" charset="0"/>
            </a:endParaRPr>
          </a:p>
          <a:p>
            <a:pPr fontAlgn="base">
              <a:spcBef>
                <a:spcPct val="50000"/>
              </a:spcBef>
              <a:spcAft>
                <a:spcPct val="0"/>
              </a:spcAft>
            </a:pPr>
            <a:r>
              <a:rPr lang="en-US" altLang="en-US" sz="2400">
                <a:solidFill>
                  <a:srgbClr val="000000"/>
                </a:solidFill>
                <a:latin typeface="Times New Roman" panose="02020603050405020304" pitchFamily="18" charset="0"/>
              </a:rPr>
              <a:t>10,20    36   38   40</a:t>
            </a: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2317" name="AutoShape 29">
            <a:extLst>
              <a:ext uri="{FF2B5EF4-FFF2-40B4-BE49-F238E27FC236}">
                <a16:creationId xmlns:a16="http://schemas.microsoft.com/office/drawing/2014/main" id="{AED91050-AF88-B2E9-473C-AB5DF6EE45FF}"/>
              </a:ext>
            </a:extLst>
          </p:cNvPr>
          <p:cNvSpPr>
            <a:spLocks noChangeArrowheads="1"/>
          </p:cNvSpPr>
          <p:nvPr/>
        </p:nvSpPr>
        <p:spPr bwMode="auto">
          <a:xfrm>
            <a:off x="9829800" y="4572000"/>
            <a:ext cx="609600" cy="60960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18" name="Line 30">
            <a:extLst>
              <a:ext uri="{FF2B5EF4-FFF2-40B4-BE49-F238E27FC236}">
                <a16:creationId xmlns:a16="http://schemas.microsoft.com/office/drawing/2014/main" id="{DA330F9E-44CE-2127-9F5D-F8533EB487A8}"/>
              </a:ext>
            </a:extLst>
          </p:cNvPr>
          <p:cNvSpPr>
            <a:spLocks noChangeShapeType="1"/>
          </p:cNvSpPr>
          <p:nvPr/>
        </p:nvSpPr>
        <p:spPr bwMode="auto">
          <a:xfrm flipH="1">
            <a:off x="8077200" y="3886200"/>
            <a:ext cx="609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19" name="Line 31">
            <a:extLst>
              <a:ext uri="{FF2B5EF4-FFF2-40B4-BE49-F238E27FC236}">
                <a16:creationId xmlns:a16="http://schemas.microsoft.com/office/drawing/2014/main" id="{75963EE7-A1D3-056C-F58A-BDC13E836633}"/>
              </a:ext>
            </a:extLst>
          </p:cNvPr>
          <p:cNvSpPr>
            <a:spLocks noChangeShapeType="1"/>
          </p:cNvSpPr>
          <p:nvPr/>
        </p:nvSpPr>
        <p:spPr bwMode="auto">
          <a:xfrm>
            <a:off x="9067800" y="3886200"/>
            <a:ext cx="76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20" name="Line 32">
            <a:extLst>
              <a:ext uri="{FF2B5EF4-FFF2-40B4-BE49-F238E27FC236}">
                <a16:creationId xmlns:a16="http://schemas.microsoft.com/office/drawing/2014/main" id="{4D95ECD3-BB96-F142-7ACE-49603C7E1475}"/>
              </a:ext>
            </a:extLst>
          </p:cNvPr>
          <p:cNvSpPr>
            <a:spLocks noChangeShapeType="1"/>
          </p:cNvSpPr>
          <p:nvPr/>
        </p:nvSpPr>
        <p:spPr bwMode="auto">
          <a:xfrm>
            <a:off x="9448800"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21" name="Line 33">
            <a:extLst>
              <a:ext uri="{FF2B5EF4-FFF2-40B4-BE49-F238E27FC236}">
                <a16:creationId xmlns:a16="http://schemas.microsoft.com/office/drawing/2014/main" id="{58597389-DC9C-8488-63C6-EBED94335DD8}"/>
              </a:ext>
            </a:extLst>
          </p:cNvPr>
          <p:cNvSpPr>
            <a:spLocks noChangeShapeType="1"/>
          </p:cNvSpPr>
          <p:nvPr/>
        </p:nvSpPr>
        <p:spPr bwMode="auto">
          <a:xfrm flipH="1">
            <a:off x="7620000" y="50292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22" name="Line 34">
            <a:extLst>
              <a:ext uri="{FF2B5EF4-FFF2-40B4-BE49-F238E27FC236}">
                <a16:creationId xmlns:a16="http://schemas.microsoft.com/office/drawing/2014/main" id="{B13EE696-F446-CC7D-EB46-4C0973E64DB8}"/>
              </a:ext>
            </a:extLst>
          </p:cNvPr>
          <p:cNvSpPr>
            <a:spLocks noChangeShapeType="1"/>
          </p:cNvSpPr>
          <p:nvPr/>
        </p:nvSpPr>
        <p:spPr bwMode="auto">
          <a:xfrm>
            <a:off x="8077200" y="5029200"/>
            <a:ext cx="228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23" name="Line 35">
            <a:extLst>
              <a:ext uri="{FF2B5EF4-FFF2-40B4-BE49-F238E27FC236}">
                <a16:creationId xmlns:a16="http://schemas.microsoft.com/office/drawing/2014/main" id="{A49A16F4-DA94-2A5F-3621-F35B87152485}"/>
              </a:ext>
            </a:extLst>
          </p:cNvPr>
          <p:cNvSpPr>
            <a:spLocks noChangeShapeType="1"/>
          </p:cNvSpPr>
          <p:nvPr/>
        </p:nvSpPr>
        <p:spPr bwMode="auto">
          <a:xfrm flipH="1">
            <a:off x="8991600" y="5029200"/>
            <a:ext cx="152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24" name="Line 36">
            <a:extLst>
              <a:ext uri="{FF2B5EF4-FFF2-40B4-BE49-F238E27FC236}">
                <a16:creationId xmlns:a16="http://schemas.microsoft.com/office/drawing/2014/main" id="{B8783D09-3486-A8A9-AF7D-617721EDEF7C}"/>
              </a:ext>
            </a:extLst>
          </p:cNvPr>
          <p:cNvSpPr>
            <a:spLocks noChangeShapeType="1"/>
          </p:cNvSpPr>
          <p:nvPr/>
        </p:nvSpPr>
        <p:spPr bwMode="auto">
          <a:xfrm>
            <a:off x="9296400" y="51054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25" name="Line 37">
            <a:extLst>
              <a:ext uri="{FF2B5EF4-FFF2-40B4-BE49-F238E27FC236}">
                <a16:creationId xmlns:a16="http://schemas.microsoft.com/office/drawing/2014/main" id="{5866AFA7-8B72-EFB8-8768-61DAF78FD593}"/>
              </a:ext>
            </a:extLst>
          </p:cNvPr>
          <p:cNvSpPr>
            <a:spLocks noChangeShapeType="1"/>
          </p:cNvSpPr>
          <p:nvPr/>
        </p:nvSpPr>
        <p:spPr bwMode="auto">
          <a:xfrm flipH="1">
            <a:off x="4114800" y="13716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26" name="Line 38">
            <a:extLst>
              <a:ext uri="{FF2B5EF4-FFF2-40B4-BE49-F238E27FC236}">
                <a16:creationId xmlns:a16="http://schemas.microsoft.com/office/drawing/2014/main" id="{54805481-FD5D-56AA-2118-1E11A37ECE36}"/>
              </a:ext>
            </a:extLst>
          </p:cNvPr>
          <p:cNvSpPr>
            <a:spLocks noChangeShapeType="1"/>
          </p:cNvSpPr>
          <p:nvPr/>
        </p:nvSpPr>
        <p:spPr bwMode="auto">
          <a:xfrm>
            <a:off x="4876800" y="1219200"/>
            <a:ext cx="1143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27" name="Line 39">
            <a:extLst>
              <a:ext uri="{FF2B5EF4-FFF2-40B4-BE49-F238E27FC236}">
                <a16:creationId xmlns:a16="http://schemas.microsoft.com/office/drawing/2014/main" id="{92FAD86E-5134-7B57-07C4-4FF857F713B6}"/>
              </a:ext>
            </a:extLst>
          </p:cNvPr>
          <p:cNvSpPr>
            <a:spLocks noChangeShapeType="1"/>
          </p:cNvSpPr>
          <p:nvPr/>
        </p:nvSpPr>
        <p:spPr bwMode="auto">
          <a:xfrm flipH="1">
            <a:off x="3276600" y="20574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28" name="Line 40">
            <a:extLst>
              <a:ext uri="{FF2B5EF4-FFF2-40B4-BE49-F238E27FC236}">
                <a16:creationId xmlns:a16="http://schemas.microsoft.com/office/drawing/2014/main" id="{498619FF-7B5F-9C87-53ED-D3F27CA8E954}"/>
              </a:ext>
            </a:extLst>
          </p:cNvPr>
          <p:cNvSpPr>
            <a:spLocks noChangeShapeType="1"/>
          </p:cNvSpPr>
          <p:nvPr/>
        </p:nvSpPr>
        <p:spPr bwMode="auto">
          <a:xfrm>
            <a:off x="4114800" y="2133600"/>
            <a:ext cx="76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29" name="Line 41">
            <a:extLst>
              <a:ext uri="{FF2B5EF4-FFF2-40B4-BE49-F238E27FC236}">
                <a16:creationId xmlns:a16="http://schemas.microsoft.com/office/drawing/2014/main" id="{90E76B9D-AC2C-FA66-8C0E-8AD41CA3D3F4}"/>
              </a:ext>
            </a:extLst>
          </p:cNvPr>
          <p:cNvSpPr>
            <a:spLocks noChangeShapeType="1"/>
          </p:cNvSpPr>
          <p:nvPr/>
        </p:nvSpPr>
        <p:spPr bwMode="auto">
          <a:xfrm>
            <a:off x="4419600" y="2057400"/>
            <a:ext cx="685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30" name="Line 42">
            <a:extLst>
              <a:ext uri="{FF2B5EF4-FFF2-40B4-BE49-F238E27FC236}">
                <a16:creationId xmlns:a16="http://schemas.microsoft.com/office/drawing/2014/main" id="{C103C556-CF1E-A7EB-C97D-3765C57F0A24}"/>
              </a:ext>
            </a:extLst>
          </p:cNvPr>
          <p:cNvSpPr>
            <a:spLocks noChangeShapeType="1"/>
          </p:cNvSpPr>
          <p:nvPr/>
        </p:nvSpPr>
        <p:spPr bwMode="auto">
          <a:xfrm flipH="1">
            <a:off x="5562600" y="2057400"/>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31" name="Line 43">
            <a:extLst>
              <a:ext uri="{FF2B5EF4-FFF2-40B4-BE49-F238E27FC236}">
                <a16:creationId xmlns:a16="http://schemas.microsoft.com/office/drawing/2014/main" id="{F00E4C07-454E-99EA-5546-D1C41005B24E}"/>
              </a:ext>
            </a:extLst>
          </p:cNvPr>
          <p:cNvSpPr>
            <a:spLocks noChangeShapeType="1"/>
          </p:cNvSpPr>
          <p:nvPr/>
        </p:nvSpPr>
        <p:spPr bwMode="auto">
          <a:xfrm>
            <a:off x="6248400" y="21336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2332" name="Line 44">
            <a:extLst>
              <a:ext uri="{FF2B5EF4-FFF2-40B4-BE49-F238E27FC236}">
                <a16:creationId xmlns:a16="http://schemas.microsoft.com/office/drawing/2014/main" id="{71EE7156-98E8-FC4F-D6DE-4FE778F1DEE7}"/>
              </a:ext>
            </a:extLst>
          </p:cNvPr>
          <p:cNvSpPr>
            <a:spLocks noChangeShapeType="1"/>
          </p:cNvSpPr>
          <p:nvPr/>
        </p:nvSpPr>
        <p:spPr bwMode="auto">
          <a:xfrm>
            <a:off x="6553200" y="2057400"/>
            <a:ext cx="609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C7D39C7B-8B4A-943F-7705-DBEAA08B08F4}"/>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2086BE1B-AC5F-6FDC-B897-234311B51621}"/>
              </a:ext>
            </a:extLst>
          </p:cNvPr>
          <p:cNvSpPr>
            <a:spLocks noGrp="1"/>
          </p:cNvSpPr>
          <p:nvPr>
            <p:ph type="sldNum" sz="quarter" idx="12"/>
          </p:nvPr>
        </p:nvSpPr>
        <p:spPr/>
        <p:txBody>
          <a:bodyPr/>
          <a:lstStyle/>
          <a:p>
            <a:pPr fontAlgn="base">
              <a:spcBef>
                <a:spcPct val="0"/>
              </a:spcBef>
              <a:spcAft>
                <a:spcPct val="0"/>
              </a:spcAft>
            </a:pPr>
            <a:fld id="{E5A29831-5761-42EB-82AD-AE7598B058C3}" type="slidenum">
              <a:rPr lang="en-US" altLang="en-US">
                <a:solidFill>
                  <a:srgbClr val="000000"/>
                </a:solidFill>
                <a:latin typeface="Times New Roman" panose="02020603050405020304" pitchFamily="18" charset="0"/>
              </a:rPr>
              <a:pPr fontAlgn="base">
                <a:spcBef>
                  <a:spcPct val="0"/>
                </a:spcBef>
                <a:spcAft>
                  <a:spcPct val="0"/>
                </a:spcAft>
              </a:pPr>
              <a:t>56</a:t>
            </a:fld>
            <a:endParaRPr lang="en-US" altLang="en-US">
              <a:solidFill>
                <a:srgbClr val="000000"/>
              </a:solidFill>
              <a:latin typeface="Times New Roman" panose="02020603050405020304" pitchFamily="18" charset="0"/>
            </a:endParaRPr>
          </a:p>
        </p:txBody>
      </p:sp>
      <p:sp>
        <p:nvSpPr>
          <p:cNvPr id="13314" name="Text Box 2">
            <a:extLst>
              <a:ext uri="{FF2B5EF4-FFF2-40B4-BE49-F238E27FC236}">
                <a16:creationId xmlns:a16="http://schemas.microsoft.com/office/drawing/2014/main" id="{B7516D19-5603-C4C2-10E4-4DDBB6391DDF}"/>
              </a:ext>
            </a:extLst>
          </p:cNvPr>
          <p:cNvSpPr txBox="1">
            <a:spLocks noChangeArrowheads="1"/>
          </p:cNvSpPr>
          <p:nvPr/>
        </p:nvSpPr>
        <p:spPr bwMode="auto">
          <a:xfrm>
            <a:off x="1965326" y="269875"/>
            <a:ext cx="2259013" cy="457200"/>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Insert 35, 34, 33</a:t>
            </a:r>
          </a:p>
        </p:txBody>
      </p:sp>
      <p:sp>
        <p:nvSpPr>
          <p:cNvPr id="13315" name="Text Box 3">
            <a:extLst>
              <a:ext uri="{FF2B5EF4-FFF2-40B4-BE49-F238E27FC236}">
                <a16:creationId xmlns:a16="http://schemas.microsoft.com/office/drawing/2014/main" id="{55809D0D-66F5-CD28-48CF-F92172D2AAE1}"/>
              </a:ext>
            </a:extLst>
          </p:cNvPr>
          <p:cNvSpPr txBox="1">
            <a:spLocks noChangeArrowheads="1"/>
          </p:cNvSpPr>
          <p:nvPr/>
        </p:nvSpPr>
        <p:spPr bwMode="auto">
          <a:xfrm>
            <a:off x="2041525" y="11842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3316" name="Text Box 4">
            <a:extLst>
              <a:ext uri="{FF2B5EF4-FFF2-40B4-BE49-F238E27FC236}">
                <a16:creationId xmlns:a16="http://schemas.microsoft.com/office/drawing/2014/main" id="{6F51DD5B-17D5-6FF8-035A-034C77A1AFC2}"/>
              </a:ext>
            </a:extLst>
          </p:cNvPr>
          <p:cNvSpPr txBox="1">
            <a:spLocks noChangeArrowheads="1"/>
          </p:cNvSpPr>
          <p:nvPr/>
        </p:nvSpPr>
        <p:spPr bwMode="auto">
          <a:xfrm>
            <a:off x="2041525" y="10318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endParaRPr lang="en-US" altLang="en-US" sz="2400" b="1">
              <a:solidFill>
                <a:srgbClr val="000000"/>
              </a:solidFill>
              <a:latin typeface="Times New Roman" panose="02020603050405020304" pitchFamily="18" charset="0"/>
            </a:endParaRPr>
          </a:p>
        </p:txBody>
      </p:sp>
      <p:sp>
        <p:nvSpPr>
          <p:cNvPr id="13317" name="Text Box 5">
            <a:extLst>
              <a:ext uri="{FF2B5EF4-FFF2-40B4-BE49-F238E27FC236}">
                <a16:creationId xmlns:a16="http://schemas.microsoft.com/office/drawing/2014/main" id="{3DB1A4E6-1C05-081A-46FE-7D2369A4338B}"/>
              </a:ext>
            </a:extLst>
          </p:cNvPr>
          <p:cNvSpPr txBox="1">
            <a:spLocks noChangeArrowheads="1"/>
          </p:cNvSpPr>
          <p:nvPr/>
        </p:nvSpPr>
        <p:spPr bwMode="auto">
          <a:xfrm>
            <a:off x="2117725" y="879475"/>
            <a:ext cx="226215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50000"/>
              </a:spcBef>
              <a:spcAft>
                <a:spcPct val="0"/>
              </a:spcAft>
            </a:pPr>
            <a:r>
              <a:rPr lang="en-US" altLang="en-US" sz="2400">
                <a:solidFill>
                  <a:srgbClr val="000000"/>
                </a:solidFill>
                <a:latin typeface="Times New Roman" panose="02020603050405020304" pitchFamily="18" charset="0"/>
              </a:rPr>
              <a:t>	      37,50</a:t>
            </a:r>
          </a:p>
          <a:p>
            <a:pPr fontAlgn="base">
              <a:spcBef>
                <a:spcPct val="50000"/>
              </a:spcBef>
              <a:spcAft>
                <a:spcPct val="0"/>
              </a:spcAft>
            </a:pPr>
            <a:r>
              <a:rPr lang="en-US" altLang="en-US" sz="2400">
                <a:solidFill>
                  <a:srgbClr val="000000"/>
                </a:solidFill>
                <a:latin typeface="Times New Roman" panose="02020603050405020304" pitchFamily="18" charset="0"/>
              </a:rPr>
              <a:t>	</a:t>
            </a:r>
          </a:p>
          <a:p>
            <a:pPr fontAlgn="base">
              <a:spcBef>
                <a:spcPct val="50000"/>
              </a:spcBef>
              <a:spcAft>
                <a:spcPct val="0"/>
              </a:spcAft>
            </a:pPr>
            <a:r>
              <a:rPr lang="en-US" altLang="en-US" sz="2400">
                <a:solidFill>
                  <a:srgbClr val="000000"/>
                </a:solidFill>
                <a:latin typeface="Times New Roman" panose="02020603050405020304" pitchFamily="18" charset="0"/>
              </a:rPr>
              <a:t>        30	</a:t>
            </a:r>
          </a:p>
          <a:p>
            <a:pPr fontAlgn="base">
              <a:spcBef>
                <a:spcPct val="50000"/>
              </a:spcBef>
              <a:spcAft>
                <a:spcPct val="0"/>
              </a:spcAft>
            </a:pPr>
            <a:endParaRPr lang="en-US" altLang="en-US" sz="2400">
              <a:solidFill>
                <a:srgbClr val="000000"/>
              </a:solidFill>
              <a:latin typeface="Times New Roman" panose="02020603050405020304" pitchFamily="18" charset="0"/>
            </a:endParaRPr>
          </a:p>
          <a:p>
            <a:pPr fontAlgn="base">
              <a:spcBef>
                <a:spcPct val="50000"/>
              </a:spcBef>
              <a:spcAft>
                <a:spcPct val="0"/>
              </a:spcAft>
            </a:pPr>
            <a:r>
              <a:rPr lang="en-US" altLang="en-US" sz="2400">
                <a:solidFill>
                  <a:srgbClr val="000000"/>
                </a:solidFill>
                <a:latin typeface="Times New Roman" panose="02020603050405020304" pitchFamily="18" charset="0"/>
              </a:rPr>
              <a:t>10,20   35,36</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endParaRPr lang="en-US" altLang="en-US" sz="2400" b="1">
              <a:solidFill>
                <a:srgbClr val="000000"/>
              </a:solidFill>
              <a:latin typeface="Times New Roman" panose="02020603050405020304" pitchFamily="18" charset="0"/>
            </a:endParaRPr>
          </a:p>
        </p:txBody>
      </p:sp>
      <p:sp>
        <p:nvSpPr>
          <p:cNvPr id="13318" name="AutoShape 6">
            <a:extLst>
              <a:ext uri="{FF2B5EF4-FFF2-40B4-BE49-F238E27FC236}">
                <a16:creationId xmlns:a16="http://schemas.microsoft.com/office/drawing/2014/main" id="{5DAB2DBB-B720-191A-4A43-E5FA6D2C4C64}"/>
              </a:ext>
            </a:extLst>
          </p:cNvPr>
          <p:cNvSpPr>
            <a:spLocks noChangeArrowheads="1"/>
          </p:cNvSpPr>
          <p:nvPr/>
        </p:nvSpPr>
        <p:spPr bwMode="auto">
          <a:xfrm>
            <a:off x="5257800" y="4724400"/>
            <a:ext cx="762000" cy="53340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19" name="AutoShape 7">
            <a:extLst>
              <a:ext uri="{FF2B5EF4-FFF2-40B4-BE49-F238E27FC236}">
                <a16:creationId xmlns:a16="http://schemas.microsoft.com/office/drawing/2014/main" id="{3EE6943B-8162-C78D-0D7F-CBFCE15B3E38}"/>
              </a:ext>
            </a:extLst>
          </p:cNvPr>
          <p:cNvSpPr>
            <a:spLocks noChangeArrowheads="1"/>
          </p:cNvSpPr>
          <p:nvPr/>
        </p:nvSpPr>
        <p:spPr bwMode="auto">
          <a:xfrm>
            <a:off x="9601200" y="1828800"/>
            <a:ext cx="762000" cy="53340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20" name="AutoShape 8">
            <a:extLst>
              <a:ext uri="{FF2B5EF4-FFF2-40B4-BE49-F238E27FC236}">
                <a16:creationId xmlns:a16="http://schemas.microsoft.com/office/drawing/2014/main" id="{9995331C-797B-49E0-848E-6975617E90C0}"/>
              </a:ext>
            </a:extLst>
          </p:cNvPr>
          <p:cNvSpPr>
            <a:spLocks noChangeArrowheads="1"/>
          </p:cNvSpPr>
          <p:nvPr/>
        </p:nvSpPr>
        <p:spPr bwMode="auto">
          <a:xfrm>
            <a:off x="6172200" y="4724400"/>
            <a:ext cx="762000" cy="53340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21" name="AutoShape 9">
            <a:extLst>
              <a:ext uri="{FF2B5EF4-FFF2-40B4-BE49-F238E27FC236}">
                <a16:creationId xmlns:a16="http://schemas.microsoft.com/office/drawing/2014/main" id="{445861AD-8EF8-A39D-CA5E-F0CCBF4A7AF8}"/>
              </a:ext>
            </a:extLst>
          </p:cNvPr>
          <p:cNvSpPr>
            <a:spLocks noChangeArrowheads="1"/>
          </p:cNvSpPr>
          <p:nvPr/>
        </p:nvSpPr>
        <p:spPr bwMode="auto">
          <a:xfrm>
            <a:off x="8610600" y="1828800"/>
            <a:ext cx="762000" cy="53340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22" name="AutoShape 10">
            <a:extLst>
              <a:ext uri="{FF2B5EF4-FFF2-40B4-BE49-F238E27FC236}">
                <a16:creationId xmlns:a16="http://schemas.microsoft.com/office/drawing/2014/main" id="{8EB0107E-E4A9-F44A-B240-478B0D06273B}"/>
              </a:ext>
            </a:extLst>
          </p:cNvPr>
          <p:cNvSpPr>
            <a:spLocks noChangeArrowheads="1"/>
          </p:cNvSpPr>
          <p:nvPr/>
        </p:nvSpPr>
        <p:spPr bwMode="auto">
          <a:xfrm>
            <a:off x="4953000" y="1828800"/>
            <a:ext cx="762000" cy="53340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23" name="AutoShape 11">
            <a:extLst>
              <a:ext uri="{FF2B5EF4-FFF2-40B4-BE49-F238E27FC236}">
                <a16:creationId xmlns:a16="http://schemas.microsoft.com/office/drawing/2014/main" id="{0DBDAFF6-E8D3-40B1-3FDF-D81212A557F4}"/>
              </a:ext>
            </a:extLst>
          </p:cNvPr>
          <p:cNvSpPr>
            <a:spLocks noChangeArrowheads="1"/>
          </p:cNvSpPr>
          <p:nvPr/>
        </p:nvSpPr>
        <p:spPr bwMode="auto">
          <a:xfrm>
            <a:off x="3886200" y="1828800"/>
            <a:ext cx="762000" cy="53340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24" name="AutoShape 12">
            <a:extLst>
              <a:ext uri="{FF2B5EF4-FFF2-40B4-BE49-F238E27FC236}">
                <a16:creationId xmlns:a16="http://schemas.microsoft.com/office/drawing/2014/main" id="{F42CBABC-1B7B-74DD-5077-FDD4B2816898}"/>
              </a:ext>
            </a:extLst>
          </p:cNvPr>
          <p:cNvSpPr>
            <a:spLocks noChangeArrowheads="1"/>
          </p:cNvSpPr>
          <p:nvPr/>
        </p:nvSpPr>
        <p:spPr bwMode="auto">
          <a:xfrm>
            <a:off x="6019801" y="25146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25" name="Text Box 13">
            <a:extLst>
              <a:ext uri="{FF2B5EF4-FFF2-40B4-BE49-F238E27FC236}">
                <a16:creationId xmlns:a16="http://schemas.microsoft.com/office/drawing/2014/main" id="{79625EA5-9E4D-09E1-BF76-2C5DE0E16BCF}"/>
              </a:ext>
            </a:extLst>
          </p:cNvPr>
          <p:cNvSpPr txBox="1">
            <a:spLocks noChangeArrowheads="1"/>
          </p:cNvSpPr>
          <p:nvPr/>
        </p:nvSpPr>
        <p:spPr bwMode="auto">
          <a:xfrm>
            <a:off x="6629400" y="990600"/>
            <a:ext cx="226215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50000"/>
              </a:spcBef>
              <a:spcAft>
                <a:spcPct val="0"/>
              </a:spcAft>
            </a:pPr>
            <a:r>
              <a:rPr lang="en-US" altLang="en-US" sz="2400">
                <a:solidFill>
                  <a:srgbClr val="000000"/>
                </a:solidFill>
                <a:latin typeface="Times New Roman" panose="02020603050405020304" pitchFamily="18" charset="0"/>
              </a:rPr>
              <a:t>	      37,50</a:t>
            </a:r>
          </a:p>
          <a:p>
            <a:pPr fontAlgn="base">
              <a:spcBef>
                <a:spcPct val="50000"/>
              </a:spcBef>
              <a:spcAft>
                <a:spcPct val="0"/>
              </a:spcAft>
            </a:pPr>
            <a:r>
              <a:rPr lang="en-US" altLang="en-US" sz="2400">
                <a:solidFill>
                  <a:srgbClr val="000000"/>
                </a:solidFill>
                <a:latin typeface="Times New Roman" panose="02020603050405020304" pitchFamily="18" charset="0"/>
              </a:rPr>
              <a:t>	</a:t>
            </a:r>
          </a:p>
          <a:p>
            <a:pPr fontAlgn="base">
              <a:spcBef>
                <a:spcPct val="50000"/>
              </a:spcBef>
              <a:spcAft>
                <a:spcPct val="0"/>
              </a:spcAft>
            </a:pPr>
            <a:r>
              <a:rPr lang="en-US" altLang="en-US" sz="2400">
                <a:solidFill>
                  <a:srgbClr val="000000"/>
                </a:solidFill>
                <a:latin typeface="Times New Roman" panose="02020603050405020304" pitchFamily="18" charset="0"/>
              </a:rPr>
              <a:t>        30	</a:t>
            </a:r>
          </a:p>
          <a:p>
            <a:pPr fontAlgn="base">
              <a:spcBef>
                <a:spcPct val="50000"/>
              </a:spcBef>
              <a:spcAft>
                <a:spcPct val="0"/>
              </a:spcAft>
            </a:pPr>
            <a:endParaRPr lang="en-US" altLang="en-US" sz="2400">
              <a:solidFill>
                <a:srgbClr val="000000"/>
              </a:solidFill>
              <a:latin typeface="Times New Roman" panose="02020603050405020304" pitchFamily="18" charset="0"/>
            </a:endParaRPr>
          </a:p>
          <a:p>
            <a:pPr fontAlgn="base">
              <a:spcBef>
                <a:spcPct val="50000"/>
              </a:spcBef>
              <a:spcAft>
                <a:spcPct val="0"/>
              </a:spcAft>
            </a:pPr>
            <a:r>
              <a:rPr lang="en-US" altLang="en-US" sz="2400">
                <a:solidFill>
                  <a:srgbClr val="000000"/>
                </a:solidFill>
                <a:latin typeface="Times New Roman" panose="02020603050405020304" pitchFamily="18" charset="0"/>
              </a:rPr>
              <a:t>10,20   34,35,36</a:t>
            </a:r>
            <a:endParaRPr lang="en-US" altLang="en-US" sz="2400" b="1">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3326" name="Line 14">
            <a:extLst>
              <a:ext uri="{FF2B5EF4-FFF2-40B4-BE49-F238E27FC236}">
                <a16:creationId xmlns:a16="http://schemas.microsoft.com/office/drawing/2014/main" id="{FD792CDD-0783-114E-D76A-0A02A2921EE5}"/>
              </a:ext>
            </a:extLst>
          </p:cNvPr>
          <p:cNvSpPr>
            <a:spLocks noChangeShapeType="1"/>
          </p:cNvSpPr>
          <p:nvPr/>
        </p:nvSpPr>
        <p:spPr bwMode="auto">
          <a:xfrm flipH="1">
            <a:off x="3048000" y="129540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27" name="Line 15">
            <a:extLst>
              <a:ext uri="{FF2B5EF4-FFF2-40B4-BE49-F238E27FC236}">
                <a16:creationId xmlns:a16="http://schemas.microsoft.com/office/drawing/2014/main" id="{DA2400EA-AE51-4EE0-38F6-66C7938EB822}"/>
              </a:ext>
            </a:extLst>
          </p:cNvPr>
          <p:cNvSpPr>
            <a:spLocks noChangeShapeType="1"/>
          </p:cNvSpPr>
          <p:nvPr/>
        </p:nvSpPr>
        <p:spPr bwMode="auto">
          <a:xfrm flipH="1">
            <a:off x="2362200" y="23622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28" name="Line 16">
            <a:extLst>
              <a:ext uri="{FF2B5EF4-FFF2-40B4-BE49-F238E27FC236}">
                <a16:creationId xmlns:a16="http://schemas.microsoft.com/office/drawing/2014/main" id="{8831B380-0F26-6444-98FE-4481C5BAEAC6}"/>
              </a:ext>
            </a:extLst>
          </p:cNvPr>
          <p:cNvSpPr>
            <a:spLocks noChangeShapeType="1"/>
          </p:cNvSpPr>
          <p:nvPr/>
        </p:nvSpPr>
        <p:spPr bwMode="auto">
          <a:xfrm>
            <a:off x="3124200" y="2362200"/>
            <a:ext cx="3810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29" name="Line 17">
            <a:extLst>
              <a:ext uri="{FF2B5EF4-FFF2-40B4-BE49-F238E27FC236}">
                <a16:creationId xmlns:a16="http://schemas.microsoft.com/office/drawing/2014/main" id="{20B77AB2-5ABE-3C06-D592-5EBA503DED74}"/>
              </a:ext>
            </a:extLst>
          </p:cNvPr>
          <p:cNvSpPr>
            <a:spLocks noChangeShapeType="1"/>
          </p:cNvSpPr>
          <p:nvPr/>
        </p:nvSpPr>
        <p:spPr bwMode="auto">
          <a:xfrm>
            <a:off x="3962400" y="1371600"/>
            <a:ext cx="228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30" name="Line 18">
            <a:extLst>
              <a:ext uri="{FF2B5EF4-FFF2-40B4-BE49-F238E27FC236}">
                <a16:creationId xmlns:a16="http://schemas.microsoft.com/office/drawing/2014/main" id="{846EB512-05E1-30C4-C46D-E146783BDA43}"/>
              </a:ext>
            </a:extLst>
          </p:cNvPr>
          <p:cNvSpPr>
            <a:spLocks noChangeShapeType="1"/>
          </p:cNvSpPr>
          <p:nvPr/>
        </p:nvSpPr>
        <p:spPr bwMode="auto">
          <a:xfrm>
            <a:off x="4343400" y="1219200"/>
            <a:ext cx="838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31" name="Line 19">
            <a:extLst>
              <a:ext uri="{FF2B5EF4-FFF2-40B4-BE49-F238E27FC236}">
                <a16:creationId xmlns:a16="http://schemas.microsoft.com/office/drawing/2014/main" id="{CB1AE90B-697E-CFC4-AD1B-DE3028375B43}"/>
              </a:ext>
            </a:extLst>
          </p:cNvPr>
          <p:cNvSpPr>
            <a:spLocks noChangeShapeType="1"/>
          </p:cNvSpPr>
          <p:nvPr/>
        </p:nvSpPr>
        <p:spPr bwMode="auto">
          <a:xfrm flipH="1">
            <a:off x="7543800" y="137160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32" name="Line 20">
            <a:extLst>
              <a:ext uri="{FF2B5EF4-FFF2-40B4-BE49-F238E27FC236}">
                <a16:creationId xmlns:a16="http://schemas.microsoft.com/office/drawing/2014/main" id="{AD7DD270-6ABC-642A-B625-3FFAB633CFE3}"/>
              </a:ext>
            </a:extLst>
          </p:cNvPr>
          <p:cNvSpPr>
            <a:spLocks noChangeShapeType="1"/>
          </p:cNvSpPr>
          <p:nvPr/>
        </p:nvSpPr>
        <p:spPr bwMode="auto">
          <a:xfrm flipH="1">
            <a:off x="7010400" y="25146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33" name="Line 21">
            <a:extLst>
              <a:ext uri="{FF2B5EF4-FFF2-40B4-BE49-F238E27FC236}">
                <a16:creationId xmlns:a16="http://schemas.microsoft.com/office/drawing/2014/main" id="{6FB83E19-EC17-7EF4-8BFE-0242871969C9}"/>
              </a:ext>
            </a:extLst>
          </p:cNvPr>
          <p:cNvSpPr>
            <a:spLocks noChangeShapeType="1"/>
          </p:cNvSpPr>
          <p:nvPr/>
        </p:nvSpPr>
        <p:spPr bwMode="auto">
          <a:xfrm>
            <a:off x="7620000" y="251460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34" name="Line 22">
            <a:extLst>
              <a:ext uri="{FF2B5EF4-FFF2-40B4-BE49-F238E27FC236}">
                <a16:creationId xmlns:a16="http://schemas.microsoft.com/office/drawing/2014/main" id="{7480C774-8879-AB6D-BAC0-ACBD7C58999C}"/>
              </a:ext>
            </a:extLst>
          </p:cNvPr>
          <p:cNvSpPr>
            <a:spLocks noChangeShapeType="1"/>
          </p:cNvSpPr>
          <p:nvPr/>
        </p:nvSpPr>
        <p:spPr bwMode="auto">
          <a:xfrm>
            <a:off x="8458200" y="14478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35" name="Line 23">
            <a:extLst>
              <a:ext uri="{FF2B5EF4-FFF2-40B4-BE49-F238E27FC236}">
                <a16:creationId xmlns:a16="http://schemas.microsoft.com/office/drawing/2014/main" id="{A90013F7-CDFC-7BED-D915-FF40FB9D2642}"/>
              </a:ext>
            </a:extLst>
          </p:cNvPr>
          <p:cNvSpPr>
            <a:spLocks noChangeShapeType="1"/>
          </p:cNvSpPr>
          <p:nvPr/>
        </p:nvSpPr>
        <p:spPr bwMode="auto">
          <a:xfrm>
            <a:off x="8915400" y="1295400"/>
            <a:ext cx="838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36" name="AutoShape 24">
            <a:extLst>
              <a:ext uri="{FF2B5EF4-FFF2-40B4-BE49-F238E27FC236}">
                <a16:creationId xmlns:a16="http://schemas.microsoft.com/office/drawing/2014/main" id="{265F4816-7C56-8934-389C-93A8B5EA0AD6}"/>
              </a:ext>
            </a:extLst>
          </p:cNvPr>
          <p:cNvSpPr>
            <a:spLocks noChangeArrowheads="1"/>
          </p:cNvSpPr>
          <p:nvPr/>
        </p:nvSpPr>
        <p:spPr bwMode="auto">
          <a:xfrm>
            <a:off x="1981201" y="48006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en-US" sz="2400">
                <a:solidFill>
                  <a:srgbClr val="000000"/>
                </a:solidFill>
                <a:latin typeface="Times New Roman" panose="02020603050405020304" pitchFamily="18" charset="0"/>
              </a:rPr>
              <a:t>h</a:t>
            </a:r>
          </a:p>
        </p:txBody>
      </p:sp>
      <p:sp>
        <p:nvSpPr>
          <p:cNvPr id="13337" name="AutoShape 25">
            <a:extLst>
              <a:ext uri="{FF2B5EF4-FFF2-40B4-BE49-F238E27FC236}">
                <a16:creationId xmlns:a16="http://schemas.microsoft.com/office/drawing/2014/main" id="{6C629391-07FF-5E1F-1DB9-1014424B037C}"/>
              </a:ext>
            </a:extLst>
          </p:cNvPr>
          <p:cNvSpPr>
            <a:spLocks/>
          </p:cNvSpPr>
          <p:nvPr/>
        </p:nvSpPr>
        <p:spPr bwMode="auto">
          <a:xfrm rot="16114608">
            <a:off x="8077200" y="3276600"/>
            <a:ext cx="152400" cy="914400"/>
          </a:xfrm>
          <a:prstGeom prst="lef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38" name="Text Box 26">
            <a:extLst>
              <a:ext uri="{FF2B5EF4-FFF2-40B4-BE49-F238E27FC236}">
                <a16:creationId xmlns:a16="http://schemas.microsoft.com/office/drawing/2014/main" id="{368A2081-5217-BC6C-1CC7-5BECDF88FDE2}"/>
              </a:ext>
            </a:extLst>
          </p:cNvPr>
          <p:cNvSpPr txBox="1">
            <a:spLocks noChangeArrowheads="1"/>
          </p:cNvSpPr>
          <p:nvPr/>
        </p:nvSpPr>
        <p:spPr bwMode="auto">
          <a:xfrm>
            <a:off x="7604125" y="3695701"/>
            <a:ext cx="768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b="1">
                <a:solidFill>
                  <a:srgbClr val="FF3300"/>
                </a:solidFill>
                <a:latin typeface="Times New Roman" panose="02020603050405020304" pitchFamily="18" charset="0"/>
              </a:rPr>
              <a:t>illegal</a:t>
            </a:r>
          </a:p>
        </p:txBody>
      </p:sp>
      <p:sp>
        <p:nvSpPr>
          <p:cNvPr id="13339" name="Text Box 27">
            <a:extLst>
              <a:ext uri="{FF2B5EF4-FFF2-40B4-BE49-F238E27FC236}">
                <a16:creationId xmlns:a16="http://schemas.microsoft.com/office/drawing/2014/main" id="{885273D4-77B9-D08B-6782-455AF23CDB03}"/>
              </a:ext>
            </a:extLst>
          </p:cNvPr>
          <p:cNvSpPr txBox="1">
            <a:spLocks noChangeArrowheads="1"/>
          </p:cNvSpPr>
          <p:nvPr/>
        </p:nvSpPr>
        <p:spPr bwMode="auto">
          <a:xfrm>
            <a:off x="3048000" y="3733800"/>
            <a:ext cx="226215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50000"/>
              </a:spcBef>
              <a:spcAft>
                <a:spcPct val="0"/>
              </a:spcAft>
            </a:pPr>
            <a:r>
              <a:rPr lang="en-US" altLang="en-US" sz="2400">
                <a:solidFill>
                  <a:srgbClr val="000000"/>
                </a:solidFill>
                <a:latin typeface="Times New Roman" panose="02020603050405020304" pitchFamily="18" charset="0"/>
              </a:rPr>
              <a:t>	      37,50</a:t>
            </a:r>
          </a:p>
          <a:p>
            <a:pPr fontAlgn="base">
              <a:spcBef>
                <a:spcPct val="50000"/>
              </a:spcBef>
              <a:spcAft>
                <a:spcPct val="0"/>
              </a:spcAft>
            </a:pPr>
            <a:r>
              <a:rPr lang="en-US" altLang="en-US" sz="2400">
                <a:solidFill>
                  <a:srgbClr val="000000"/>
                </a:solidFill>
                <a:latin typeface="Times New Roman" panose="02020603050405020304" pitchFamily="18" charset="0"/>
              </a:rPr>
              <a:t>	</a:t>
            </a:r>
          </a:p>
          <a:p>
            <a:pPr fontAlgn="base">
              <a:spcBef>
                <a:spcPct val="50000"/>
              </a:spcBef>
              <a:spcAft>
                <a:spcPct val="0"/>
              </a:spcAft>
            </a:pPr>
            <a:r>
              <a:rPr lang="en-US" altLang="en-US" sz="2400">
                <a:solidFill>
                  <a:srgbClr val="000000"/>
                </a:solidFill>
                <a:latin typeface="Times New Roman" panose="02020603050405020304" pitchFamily="18" charset="0"/>
              </a:rPr>
              <a:t>        30,35	</a:t>
            </a:r>
          </a:p>
          <a:p>
            <a:pPr fontAlgn="base">
              <a:spcBef>
                <a:spcPct val="50000"/>
              </a:spcBef>
              <a:spcAft>
                <a:spcPct val="0"/>
              </a:spcAft>
            </a:pPr>
            <a:endParaRPr lang="en-US" altLang="en-US" sz="2400">
              <a:solidFill>
                <a:srgbClr val="000000"/>
              </a:solidFill>
              <a:latin typeface="Times New Roman" panose="02020603050405020304" pitchFamily="18" charset="0"/>
            </a:endParaRPr>
          </a:p>
          <a:p>
            <a:pPr fontAlgn="base">
              <a:spcBef>
                <a:spcPct val="50000"/>
              </a:spcBef>
              <a:spcAft>
                <a:spcPct val="0"/>
              </a:spcAft>
            </a:pPr>
            <a:r>
              <a:rPr lang="en-US" altLang="en-US" sz="2400">
                <a:solidFill>
                  <a:srgbClr val="000000"/>
                </a:solidFill>
                <a:latin typeface="Times New Roman" panose="02020603050405020304" pitchFamily="18" charset="0"/>
              </a:rPr>
              <a:t>10,20   34  36</a:t>
            </a:r>
            <a:endParaRPr lang="en-US" altLang="en-US" sz="2400" b="1">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3341" name="Line 29">
            <a:extLst>
              <a:ext uri="{FF2B5EF4-FFF2-40B4-BE49-F238E27FC236}">
                <a16:creationId xmlns:a16="http://schemas.microsoft.com/office/drawing/2014/main" id="{5D617C33-0F42-01F6-1D79-7A8AEC2C08DE}"/>
              </a:ext>
            </a:extLst>
          </p:cNvPr>
          <p:cNvSpPr>
            <a:spLocks noChangeShapeType="1"/>
          </p:cNvSpPr>
          <p:nvPr/>
        </p:nvSpPr>
        <p:spPr bwMode="auto">
          <a:xfrm flipH="1">
            <a:off x="4038600" y="411480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42" name="Line 30">
            <a:extLst>
              <a:ext uri="{FF2B5EF4-FFF2-40B4-BE49-F238E27FC236}">
                <a16:creationId xmlns:a16="http://schemas.microsoft.com/office/drawing/2014/main" id="{E1478986-02A0-4272-B927-30E28BDC147A}"/>
              </a:ext>
            </a:extLst>
          </p:cNvPr>
          <p:cNvSpPr>
            <a:spLocks noChangeShapeType="1"/>
          </p:cNvSpPr>
          <p:nvPr/>
        </p:nvSpPr>
        <p:spPr bwMode="auto">
          <a:xfrm flipH="1">
            <a:off x="3429000" y="5181600"/>
            <a:ext cx="457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43" name="Line 31">
            <a:extLst>
              <a:ext uri="{FF2B5EF4-FFF2-40B4-BE49-F238E27FC236}">
                <a16:creationId xmlns:a16="http://schemas.microsoft.com/office/drawing/2014/main" id="{C7D504FB-A39C-DEC2-EE6E-93B2CA610F19}"/>
              </a:ext>
            </a:extLst>
          </p:cNvPr>
          <p:cNvSpPr>
            <a:spLocks noChangeShapeType="1"/>
          </p:cNvSpPr>
          <p:nvPr/>
        </p:nvSpPr>
        <p:spPr bwMode="auto">
          <a:xfrm>
            <a:off x="4114800" y="5257800"/>
            <a:ext cx="76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44" name="Line 32">
            <a:extLst>
              <a:ext uri="{FF2B5EF4-FFF2-40B4-BE49-F238E27FC236}">
                <a16:creationId xmlns:a16="http://schemas.microsoft.com/office/drawing/2014/main" id="{11A81EF7-A435-A040-189E-A9FCA79D4EE3}"/>
              </a:ext>
            </a:extLst>
          </p:cNvPr>
          <p:cNvSpPr>
            <a:spLocks noChangeShapeType="1"/>
          </p:cNvSpPr>
          <p:nvPr/>
        </p:nvSpPr>
        <p:spPr bwMode="auto">
          <a:xfrm>
            <a:off x="4419600" y="51816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45" name="Line 33">
            <a:extLst>
              <a:ext uri="{FF2B5EF4-FFF2-40B4-BE49-F238E27FC236}">
                <a16:creationId xmlns:a16="http://schemas.microsoft.com/office/drawing/2014/main" id="{458381B9-8B55-0D2E-DC3D-E300912EEEF0}"/>
              </a:ext>
            </a:extLst>
          </p:cNvPr>
          <p:cNvSpPr>
            <a:spLocks noChangeShapeType="1"/>
          </p:cNvSpPr>
          <p:nvPr/>
        </p:nvSpPr>
        <p:spPr bwMode="auto">
          <a:xfrm>
            <a:off x="5029200" y="4114800"/>
            <a:ext cx="304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46" name="Line 34">
            <a:extLst>
              <a:ext uri="{FF2B5EF4-FFF2-40B4-BE49-F238E27FC236}">
                <a16:creationId xmlns:a16="http://schemas.microsoft.com/office/drawing/2014/main" id="{3ED6F5A0-8214-F3A5-7066-2F13730A9B56}"/>
              </a:ext>
            </a:extLst>
          </p:cNvPr>
          <p:cNvSpPr>
            <a:spLocks noChangeShapeType="1"/>
          </p:cNvSpPr>
          <p:nvPr/>
        </p:nvSpPr>
        <p:spPr bwMode="auto">
          <a:xfrm>
            <a:off x="5334000" y="39624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49" name="Text Box 37">
            <a:extLst>
              <a:ext uri="{FF2B5EF4-FFF2-40B4-BE49-F238E27FC236}">
                <a16:creationId xmlns:a16="http://schemas.microsoft.com/office/drawing/2014/main" id="{A96F6E46-8EEE-9BF2-4616-09663BE7AC80}"/>
              </a:ext>
            </a:extLst>
          </p:cNvPr>
          <p:cNvSpPr txBox="1">
            <a:spLocks noChangeArrowheads="1"/>
          </p:cNvSpPr>
          <p:nvPr/>
        </p:nvSpPr>
        <p:spPr bwMode="auto">
          <a:xfrm>
            <a:off x="5165725" y="5756275"/>
            <a:ext cx="4171950" cy="457200"/>
          </a:xfrm>
          <a:prstGeom prst="rect">
            <a:avLst/>
          </a:prstGeom>
          <a:solidFill>
            <a:srgbClr val="33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ALL leaves are at the same level</a:t>
            </a:r>
          </a:p>
        </p:txBody>
      </p:sp>
      <p:sp>
        <p:nvSpPr>
          <p:cNvPr id="13350" name="Line 38">
            <a:extLst>
              <a:ext uri="{FF2B5EF4-FFF2-40B4-BE49-F238E27FC236}">
                <a16:creationId xmlns:a16="http://schemas.microsoft.com/office/drawing/2014/main" id="{6B21B87B-B0DF-3401-2CB5-87DB48F9DDDC}"/>
              </a:ext>
            </a:extLst>
          </p:cNvPr>
          <p:cNvSpPr>
            <a:spLocks noChangeShapeType="1"/>
          </p:cNvSpPr>
          <p:nvPr/>
        </p:nvSpPr>
        <p:spPr bwMode="auto">
          <a:xfrm>
            <a:off x="5638800" y="52578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3351" name="Line 39">
            <a:extLst>
              <a:ext uri="{FF2B5EF4-FFF2-40B4-BE49-F238E27FC236}">
                <a16:creationId xmlns:a16="http://schemas.microsoft.com/office/drawing/2014/main" id="{D6C13FD4-E719-C569-3129-2DDCD6E41283}"/>
              </a:ext>
            </a:extLst>
          </p:cNvPr>
          <p:cNvSpPr>
            <a:spLocks noChangeShapeType="1"/>
          </p:cNvSpPr>
          <p:nvPr/>
        </p:nvSpPr>
        <p:spPr bwMode="auto">
          <a:xfrm>
            <a:off x="6553200" y="52578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D55A8223-510E-344C-3909-C56E6F81AE9F}"/>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51774AC0-EA69-07DD-4A1F-208B21104F91}"/>
              </a:ext>
            </a:extLst>
          </p:cNvPr>
          <p:cNvSpPr>
            <a:spLocks noGrp="1"/>
          </p:cNvSpPr>
          <p:nvPr>
            <p:ph type="sldNum" sz="quarter" idx="12"/>
          </p:nvPr>
        </p:nvSpPr>
        <p:spPr/>
        <p:txBody>
          <a:bodyPr/>
          <a:lstStyle/>
          <a:p>
            <a:pPr fontAlgn="base">
              <a:spcBef>
                <a:spcPct val="0"/>
              </a:spcBef>
              <a:spcAft>
                <a:spcPct val="0"/>
              </a:spcAft>
            </a:pPr>
            <a:fld id="{5AE5F25B-28F5-4176-9073-6276D3B56F5E}" type="slidenum">
              <a:rPr lang="en-US" altLang="en-US">
                <a:solidFill>
                  <a:srgbClr val="000000"/>
                </a:solidFill>
                <a:latin typeface="Times New Roman" panose="02020603050405020304" pitchFamily="18" charset="0"/>
              </a:rPr>
              <a:pPr fontAlgn="base">
                <a:spcBef>
                  <a:spcPct val="0"/>
                </a:spcBef>
                <a:spcAft>
                  <a:spcPct val="0"/>
                </a:spcAft>
              </a:pPr>
              <a:t>57</a:t>
            </a:fld>
            <a:endParaRPr lang="en-US" altLang="en-US">
              <a:solidFill>
                <a:srgbClr val="000000"/>
              </a:solidFill>
              <a:latin typeface="Times New Roman" panose="02020603050405020304" pitchFamily="18" charset="0"/>
            </a:endParaRPr>
          </a:p>
        </p:txBody>
      </p:sp>
      <p:sp>
        <p:nvSpPr>
          <p:cNvPr id="14338" name="Text Box 2">
            <a:extLst>
              <a:ext uri="{FF2B5EF4-FFF2-40B4-BE49-F238E27FC236}">
                <a16:creationId xmlns:a16="http://schemas.microsoft.com/office/drawing/2014/main" id="{CA04F24C-EF42-CE29-836C-93D6385664D2}"/>
              </a:ext>
            </a:extLst>
          </p:cNvPr>
          <p:cNvSpPr txBox="1">
            <a:spLocks noChangeArrowheads="1"/>
          </p:cNvSpPr>
          <p:nvPr/>
        </p:nvSpPr>
        <p:spPr bwMode="auto">
          <a:xfrm>
            <a:off x="2270125" y="6508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4339" name="AutoShape 3">
            <a:extLst>
              <a:ext uri="{FF2B5EF4-FFF2-40B4-BE49-F238E27FC236}">
                <a16:creationId xmlns:a16="http://schemas.microsoft.com/office/drawing/2014/main" id="{156F658A-3DA0-A4E3-34F1-01811158D4DA}"/>
              </a:ext>
            </a:extLst>
          </p:cNvPr>
          <p:cNvSpPr>
            <a:spLocks noChangeArrowheads="1"/>
          </p:cNvSpPr>
          <p:nvPr/>
        </p:nvSpPr>
        <p:spPr bwMode="auto">
          <a:xfrm>
            <a:off x="1981201" y="12954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en-US" sz="2400">
                <a:solidFill>
                  <a:srgbClr val="000000"/>
                </a:solidFill>
                <a:latin typeface="Times New Roman" panose="02020603050405020304" pitchFamily="18" charset="0"/>
              </a:rPr>
              <a:t>h</a:t>
            </a:r>
          </a:p>
        </p:txBody>
      </p:sp>
      <p:sp>
        <p:nvSpPr>
          <p:cNvPr id="14340" name="Text Box 4">
            <a:extLst>
              <a:ext uri="{FF2B5EF4-FFF2-40B4-BE49-F238E27FC236}">
                <a16:creationId xmlns:a16="http://schemas.microsoft.com/office/drawing/2014/main" id="{6ACB9546-3DF9-4F30-4612-1E05F54498E6}"/>
              </a:ext>
            </a:extLst>
          </p:cNvPr>
          <p:cNvSpPr txBox="1">
            <a:spLocks noChangeArrowheads="1"/>
          </p:cNvSpPr>
          <p:nvPr/>
        </p:nvSpPr>
        <p:spPr bwMode="auto">
          <a:xfrm>
            <a:off x="3489325" y="727075"/>
            <a:ext cx="595547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50000"/>
              </a:spcBef>
              <a:spcAft>
                <a:spcPct val="0"/>
              </a:spcAft>
            </a:pPr>
            <a:r>
              <a:rPr lang="en-US" altLang="en-US" sz="2400">
                <a:solidFill>
                  <a:srgbClr val="000000"/>
                </a:solidFill>
                <a:latin typeface="Times New Roman" panose="02020603050405020304" pitchFamily="18" charset="0"/>
              </a:rPr>
              <a:t>	                     37,50</a:t>
            </a:r>
          </a:p>
          <a:p>
            <a:pPr fontAlgn="base">
              <a:spcBef>
                <a:spcPct val="50000"/>
              </a:spcBef>
              <a:spcAft>
                <a:spcPct val="0"/>
              </a:spcAft>
            </a:pPr>
            <a:r>
              <a:rPr lang="en-US" altLang="en-US" sz="2400">
                <a:solidFill>
                  <a:srgbClr val="000000"/>
                </a:solidFill>
                <a:latin typeface="Times New Roman" panose="02020603050405020304" pitchFamily="18" charset="0"/>
              </a:rPr>
              <a:t>	</a:t>
            </a:r>
          </a:p>
          <a:p>
            <a:pPr fontAlgn="base">
              <a:spcBef>
                <a:spcPct val="50000"/>
              </a:spcBef>
              <a:spcAft>
                <a:spcPct val="0"/>
              </a:spcAft>
            </a:pPr>
            <a:r>
              <a:rPr lang="en-US" altLang="en-US" sz="2400">
                <a:solidFill>
                  <a:srgbClr val="000000"/>
                </a:solidFill>
                <a:latin typeface="Times New Roman" panose="02020603050405020304" pitchFamily="18" charset="0"/>
              </a:rPr>
              <a:t>        30,35	            39                70,90</a:t>
            </a:r>
          </a:p>
          <a:p>
            <a:pPr fontAlgn="base">
              <a:spcBef>
                <a:spcPct val="50000"/>
              </a:spcBef>
              <a:spcAft>
                <a:spcPct val="0"/>
              </a:spcAft>
            </a:pPr>
            <a:endParaRPr lang="en-US" altLang="en-US" sz="2400">
              <a:solidFill>
                <a:srgbClr val="000000"/>
              </a:solidFill>
              <a:latin typeface="Times New Roman" panose="02020603050405020304" pitchFamily="18" charset="0"/>
            </a:endParaRPr>
          </a:p>
          <a:p>
            <a:pPr fontAlgn="base">
              <a:spcBef>
                <a:spcPct val="50000"/>
              </a:spcBef>
              <a:spcAft>
                <a:spcPct val="0"/>
              </a:spcAft>
            </a:pPr>
            <a:r>
              <a:rPr lang="en-US" altLang="en-US" sz="2400">
                <a:solidFill>
                  <a:srgbClr val="000000"/>
                </a:solidFill>
                <a:latin typeface="Times New Roman" panose="02020603050405020304" pitchFamily="18" charset="0"/>
              </a:rPr>
              <a:t>10,20   33,34  36    38      40     60      80     100</a:t>
            </a:r>
            <a:endParaRPr lang="en-US" altLang="en-US" sz="2400" b="1">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4343" name="Line 7">
            <a:extLst>
              <a:ext uri="{FF2B5EF4-FFF2-40B4-BE49-F238E27FC236}">
                <a16:creationId xmlns:a16="http://schemas.microsoft.com/office/drawing/2014/main" id="{F2B87C69-6BC7-A8B6-8B34-CDA9CEEAA0E0}"/>
              </a:ext>
            </a:extLst>
          </p:cNvPr>
          <p:cNvSpPr>
            <a:spLocks noChangeShapeType="1"/>
          </p:cNvSpPr>
          <p:nvPr/>
        </p:nvSpPr>
        <p:spPr bwMode="auto">
          <a:xfrm flipH="1">
            <a:off x="3886200" y="220980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4344" name="Line 8">
            <a:extLst>
              <a:ext uri="{FF2B5EF4-FFF2-40B4-BE49-F238E27FC236}">
                <a16:creationId xmlns:a16="http://schemas.microsoft.com/office/drawing/2014/main" id="{59E3C69C-7FA5-C60E-B9E3-EEBE7E7968CB}"/>
              </a:ext>
            </a:extLst>
          </p:cNvPr>
          <p:cNvSpPr>
            <a:spLocks noChangeShapeType="1"/>
          </p:cNvSpPr>
          <p:nvPr/>
        </p:nvSpPr>
        <p:spPr bwMode="auto">
          <a:xfrm>
            <a:off x="4572000" y="2286000"/>
            <a:ext cx="76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4345" name="Line 9">
            <a:extLst>
              <a:ext uri="{FF2B5EF4-FFF2-40B4-BE49-F238E27FC236}">
                <a16:creationId xmlns:a16="http://schemas.microsoft.com/office/drawing/2014/main" id="{FD238875-3B69-BD55-5234-5B4366CFA5E4}"/>
              </a:ext>
            </a:extLst>
          </p:cNvPr>
          <p:cNvSpPr>
            <a:spLocks noChangeShapeType="1"/>
          </p:cNvSpPr>
          <p:nvPr/>
        </p:nvSpPr>
        <p:spPr bwMode="auto">
          <a:xfrm>
            <a:off x="4876800" y="2133600"/>
            <a:ext cx="5334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4346" name="Line 10">
            <a:extLst>
              <a:ext uri="{FF2B5EF4-FFF2-40B4-BE49-F238E27FC236}">
                <a16:creationId xmlns:a16="http://schemas.microsoft.com/office/drawing/2014/main" id="{CA60B46B-AECC-BB9F-6B6B-459F3C6ECAFD}"/>
              </a:ext>
            </a:extLst>
          </p:cNvPr>
          <p:cNvSpPr>
            <a:spLocks noChangeShapeType="1"/>
          </p:cNvSpPr>
          <p:nvPr/>
        </p:nvSpPr>
        <p:spPr bwMode="auto">
          <a:xfrm flipH="1">
            <a:off x="6096000" y="22860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4347" name="Line 11">
            <a:extLst>
              <a:ext uri="{FF2B5EF4-FFF2-40B4-BE49-F238E27FC236}">
                <a16:creationId xmlns:a16="http://schemas.microsoft.com/office/drawing/2014/main" id="{EF591BAF-AB84-BDA1-DF49-B945E66C7E6D}"/>
              </a:ext>
            </a:extLst>
          </p:cNvPr>
          <p:cNvSpPr>
            <a:spLocks noChangeShapeType="1"/>
          </p:cNvSpPr>
          <p:nvPr/>
        </p:nvSpPr>
        <p:spPr bwMode="auto">
          <a:xfrm flipH="1">
            <a:off x="4572000" y="1066800"/>
            <a:ext cx="1447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4348" name="Line 12">
            <a:extLst>
              <a:ext uri="{FF2B5EF4-FFF2-40B4-BE49-F238E27FC236}">
                <a16:creationId xmlns:a16="http://schemas.microsoft.com/office/drawing/2014/main" id="{9CDD94ED-9142-6E31-8550-745B272404B5}"/>
              </a:ext>
            </a:extLst>
          </p:cNvPr>
          <p:cNvSpPr>
            <a:spLocks noChangeShapeType="1"/>
          </p:cNvSpPr>
          <p:nvPr/>
        </p:nvSpPr>
        <p:spPr bwMode="auto">
          <a:xfrm>
            <a:off x="6477000" y="12192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4349" name="Line 13">
            <a:extLst>
              <a:ext uri="{FF2B5EF4-FFF2-40B4-BE49-F238E27FC236}">
                <a16:creationId xmlns:a16="http://schemas.microsoft.com/office/drawing/2014/main" id="{CD1B8FEC-8796-45C1-AC85-0F31A2E3927D}"/>
              </a:ext>
            </a:extLst>
          </p:cNvPr>
          <p:cNvSpPr>
            <a:spLocks noChangeShapeType="1"/>
          </p:cNvSpPr>
          <p:nvPr/>
        </p:nvSpPr>
        <p:spPr bwMode="auto">
          <a:xfrm>
            <a:off x="6858000" y="1066800"/>
            <a:ext cx="1295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4350" name="Line 14">
            <a:extLst>
              <a:ext uri="{FF2B5EF4-FFF2-40B4-BE49-F238E27FC236}">
                <a16:creationId xmlns:a16="http://schemas.microsoft.com/office/drawing/2014/main" id="{680C4538-2053-DDB8-F578-07EB85FED461}"/>
              </a:ext>
            </a:extLst>
          </p:cNvPr>
          <p:cNvSpPr>
            <a:spLocks noChangeShapeType="1"/>
          </p:cNvSpPr>
          <p:nvPr/>
        </p:nvSpPr>
        <p:spPr bwMode="auto">
          <a:xfrm>
            <a:off x="6553200" y="2362200"/>
            <a:ext cx="228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4351" name="Line 15">
            <a:extLst>
              <a:ext uri="{FF2B5EF4-FFF2-40B4-BE49-F238E27FC236}">
                <a16:creationId xmlns:a16="http://schemas.microsoft.com/office/drawing/2014/main" id="{1788CEFD-E231-BDC8-59A5-A143CAEDA7EA}"/>
              </a:ext>
            </a:extLst>
          </p:cNvPr>
          <p:cNvSpPr>
            <a:spLocks noChangeShapeType="1"/>
          </p:cNvSpPr>
          <p:nvPr/>
        </p:nvSpPr>
        <p:spPr bwMode="auto">
          <a:xfrm flipH="1">
            <a:off x="7467600" y="2133600"/>
            <a:ext cx="457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4352" name="Line 16">
            <a:extLst>
              <a:ext uri="{FF2B5EF4-FFF2-40B4-BE49-F238E27FC236}">
                <a16:creationId xmlns:a16="http://schemas.microsoft.com/office/drawing/2014/main" id="{E3D1889E-0CEF-DF07-35C1-B270FB6704F0}"/>
              </a:ext>
            </a:extLst>
          </p:cNvPr>
          <p:cNvSpPr>
            <a:spLocks noChangeShapeType="1"/>
          </p:cNvSpPr>
          <p:nvPr/>
        </p:nvSpPr>
        <p:spPr bwMode="auto">
          <a:xfrm>
            <a:off x="8229600" y="22098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4353" name="Line 17">
            <a:extLst>
              <a:ext uri="{FF2B5EF4-FFF2-40B4-BE49-F238E27FC236}">
                <a16:creationId xmlns:a16="http://schemas.microsoft.com/office/drawing/2014/main" id="{3C8902A2-2E3D-9492-CE7A-D0BB5C9D85B2}"/>
              </a:ext>
            </a:extLst>
          </p:cNvPr>
          <p:cNvSpPr>
            <a:spLocks noChangeShapeType="1"/>
          </p:cNvSpPr>
          <p:nvPr/>
        </p:nvSpPr>
        <p:spPr bwMode="auto">
          <a:xfrm>
            <a:off x="8610600" y="22098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C64646BE-B04A-594C-ABF2-1E127DF0F75C}"/>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8676DF0C-DFEB-4269-1F58-C5D70E69693E}"/>
              </a:ext>
            </a:extLst>
          </p:cNvPr>
          <p:cNvSpPr>
            <a:spLocks noGrp="1"/>
          </p:cNvSpPr>
          <p:nvPr>
            <p:ph type="sldNum" sz="quarter" idx="12"/>
          </p:nvPr>
        </p:nvSpPr>
        <p:spPr/>
        <p:txBody>
          <a:bodyPr/>
          <a:lstStyle/>
          <a:p>
            <a:pPr fontAlgn="base">
              <a:spcBef>
                <a:spcPct val="0"/>
              </a:spcBef>
              <a:spcAft>
                <a:spcPct val="0"/>
              </a:spcAft>
            </a:pPr>
            <a:fld id="{64F789C9-93BF-4D95-A822-A9115E125BDD}" type="slidenum">
              <a:rPr lang="en-US" altLang="en-US">
                <a:solidFill>
                  <a:srgbClr val="000000"/>
                </a:solidFill>
                <a:latin typeface="Times New Roman" panose="02020603050405020304" pitchFamily="18" charset="0"/>
              </a:rPr>
              <a:pPr fontAlgn="base">
                <a:spcBef>
                  <a:spcPct val="0"/>
                </a:spcBef>
                <a:spcAft>
                  <a:spcPct val="0"/>
                </a:spcAft>
              </a:pPr>
              <a:t>58</a:t>
            </a:fld>
            <a:endParaRPr lang="en-US" altLang="en-US">
              <a:solidFill>
                <a:srgbClr val="000000"/>
              </a:solidFill>
              <a:latin typeface="Times New Roman" panose="02020603050405020304" pitchFamily="18" charset="0"/>
            </a:endParaRPr>
          </a:p>
        </p:txBody>
      </p:sp>
      <p:sp>
        <p:nvSpPr>
          <p:cNvPr id="15362" name="Text Box 2">
            <a:extLst>
              <a:ext uri="{FF2B5EF4-FFF2-40B4-BE49-F238E27FC236}">
                <a16:creationId xmlns:a16="http://schemas.microsoft.com/office/drawing/2014/main" id="{E32D457A-8059-9D8F-3720-67695A8AF7A4}"/>
              </a:ext>
            </a:extLst>
          </p:cNvPr>
          <p:cNvSpPr txBox="1">
            <a:spLocks noChangeArrowheads="1"/>
          </p:cNvSpPr>
          <p:nvPr/>
        </p:nvSpPr>
        <p:spPr bwMode="auto">
          <a:xfrm>
            <a:off x="1965326" y="498475"/>
            <a:ext cx="96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00"/>
                </a:solidFill>
                <a:latin typeface="Times New Roman" panose="02020603050405020304" pitchFamily="18" charset="0"/>
              </a:rPr>
              <a:t>Given</a:t>
            </a:r>
          </a:p>
        </p:txBody>
      </p:sp>
      <p:sp>
        <p:nvSpPr>
          <p:cNvPr id="15363" name="Text Box 3">
            <a:extLst>
              <a:ext uri="{FF2B5EF4-FFF2-40B4-BE49-F238E27FC236}">
                <a16:creationId xmlns:a16="http://schemas.microsoft.com/office/drawing/2014/main" id="{0B8FF2FE-3274-4BE1-FB95-A9508AB33534}"/>
              </a:ext>
            </a:extLst>
          </p:cNvPr>
          <p:cNvSpPr txBox="1">
            <a:spLocks noChangeArrowheads="1"/>
          </p:cNvSpPr>
          <p:nvPr/>
        </p:nvSpPr>
        <p:spPr bwMode="auto">
          <a:xfrm>
            <a:off x="3108326" y="498475"/>
            <a:ext cx="318548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fontAlgn="base">
              <a:spcBef>
                <a:spcPct val="0"/>
              </a:spcBef>
              <a:spcAft>
                <a:spcPct val="0"/>
              </a:spcAft>
            </a:pPr>
            <a:r>
              <a:rPr lang="en-US" altLang="en-US">
                <a:solidFill>
                  <a:srgbClr val="000000"/>
                </a:solidFill>
              </a:rPr>
              <a:t>                50</a:t>
            </a:r>
          </a:p>
          <a:p>
            <a:pPr fontAlgn="base">
              <a:spcBef>
                <a:spcPct val="0"/>
              </a:spcBef>
              <a:spcAft>
                <a:spcPct val="0"/>
              </a:spcAft>
            </a:pPr>
            <a:endParaRPr lang="en-US" altLang="en-US">
              <a:solidFill>
                <a:srgbClr val="000000"/>
              </a:solidFill>
            </a:endParaRPr>
          </a:p>
          <a:p>
            <a:pPr fontAlgn="base">
              <a:spcBef>
                <a:spcPct val="0"/>
              </a:spcBef>
              <a:spcAft>
                <a:spcPct val="0"/>
              </a:spcAft>
            </a:pPr>
            <a:r>
              <a:rPr lang="en-US" altLang="en-US">
                <a:solidFill>
                  <a:srgbClr val="000000"/>
                </a:solidFill>
              </a:rPr>
              <a:t>        30           70,90</a:t>
            </a:r>
          </a:p>
          <a:p>
            <a:pPr fontAlgn="base">
              <a:spcBef>
                <a:spcPct val="0"/>
              </a:spcBef>
              <a:spcAft>
                <a:spcPct val="0"/>
              </a:spcAft>
            </a:pPr>
            <a:endParaRPr lang="en-US" altLang="en-US">
              <a:solidFill>
                <a:srgbClr val="000000"/>
              </a:solidFill>
            </a:endParaRPr>
          </a:p>
          <a:p>
            <a:pPr fontAlgn="base">
              <a:spcBef>
                <a:spcPct val="0"/>
              </a:spcBef>
              <a:spcAft>
                <a:spcPct val="0"/>
              </a:spcAft>
            </a:pPr>
            <a:r>
              <a:rPr lang="en-US" altLang="en-US">
                <a:solidFill>
                  <a:srgbClr val="000000"/>
                </a:solidFill>
              </a:rPr>
              <a:t>10,20   40   60   80   100</a:t>
            </a:r>
          </a:p>
        </p:txBody>
      </p:sp>
      <p:sp>
        <p:nvSpPr>
          <p:cNvPr id="15364" name="Text Box 4">
            <a:extLst>
              <a:ext uri="{FF2B5EF4-FFF2-40B4-BE49-F238E27FC236}">
                <a16:creationId xmlns:a16="http://schemas.microsoft.com/office/drawing/2014/main" id="{95B4AEE5-BADC-7FD2-BD4D-88F00B3EBA12}"/>
              </a:ext>
            </a:extLst>
          </p:cNvPr>
          <p:cNvSpPr txBox="1">
            <a:spLocks noChangeArrowheads="1"/>
          </p:cNvSpPr>
          <p:nvPr/>
        </p:nvSpPr>
        <p:spPr bwMode="auto">
          <a:xfrm>
            <a:off x="2041526" y="2860675"/>
            <a:ext cx="1376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Delete 50</a:t>
            </a:r>
          </a:p>
        </p:txBody>
      </p:sp>
      <p:sp>
        <p:nvSpPr>
          <p:cNvPr id="15365" name="Line 5">
            <a:extLst>
              <a:ext uri="{FF2B5EF4-FFF2-40B4-BE49-F238E27FC236}">
                <a16:creationId xmlns:a16="http://schemas.microsoft.com/office/drawing/2014/main" id="{70679E92-E8CD-4044-C7C6-F190EE6A8E85}"/>
              </a:ext>
            </a:extLst>
          </p:cNvPr>
          <p:cNvSpPr>
            <a:spLocks noChangeShapeType="1"/>
          </p:cNvSpPr>
          <p:nvPr/>
        </p:nvSpPr>
        <p:spPr bwMode="auto">
          <a:xfrm flipH="1">
            <a:off x="3962400" y="8382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66" name="Line 6">
            <a:extLst>
              <a:ext uri="{FF2B5EF4-FFF2-40B4-BE49-F238E27FC236}">
                <a16:creationId xmlns:a16="http://schemas.microsoft.com/office/drawing/2014/main" id="{46A95BD4-940D-C5BD-9844-AFA48E7F7509}"/>
              </a:ext>
            </a:extLst>
          </p:cNvPr>
          <p:cNvSpPr>
            <a:spLocks noChangeShapeType="1"/>
          </p:cNvSpPr>
          <p:nvPr/>
        </p:nvSpPr>
        <p:spPr bwMode="auto">
          <a:xfrm flipH="1">
            <a:off x="3505200" y="16002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67" name="Line 7">
            <a:extLst>
              <a:ext uri="{FF2B5EF4-FFF2-40B4-BE49-F238E27FC236}">
                <a16:creationId xmlns:a16="http://schemas.microsoft.com/office/drawing/2014/main" id="{4ED38B8F-E8AD-CE25-A32B-CD01A3C7CF30}"/>
              </a:ext>
            </a:extLst>
          </p:cNvPr>
          <p:cNvSpPr>
            <a:spLocks noChangeShapeType="1"/>
          </p:cNvSpPr>
          <p:nvPr/>
        </p:nvSpPr>
        <p:spPr bwMode="auto">
          <a:xfrm>
            <a:off x="4038600" y="16002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68" name="Line 8">
            <a:extLst>
              <a:ext uri="{FF2B5EF4-FFF2-40B4-BE49-F238E27FC236}">
                <a16:creationId xmlns:a16="http://schemas.microsoft.com/office/drawing/2014/main" id="{036D8B4E-2027-87A9-C555-738D50067AFA}"/>
              </a:ext>
            </a:extLst>
          </p:cNvPr>
          <p:cNvSpPr>
            <a:spLocks noChangeShapeType="1"/>
          </p:cNvSpPr>
          <p:nvPr/>
        </p:nvSpPr>
        <p:spPr bwMode="auto">
          <a:xfrm>
            <a:off x="4800600" y="8382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69" name="Line 9">
            <a:extLst>
              <a:ext uri="{FF2B5EF4-FFF2-40B4-BE49-F238E27FC236}">
                <a16:creationId xmlns:a16="http://schemas.microsoft.com/office/drawing/2014/main" id="{6BFE9940-F92B-C940-815C-9495DABE45C8}"/>
              </a:ext>
            </a:extLst>
          </p:cNvPr>
          <p:cNvSpPr>
            <a:spLocks noChangeShapeType="1"/>
          </p:cNvSpPr>
          <p:nvPr/>
        </p:nvSpPr>
        <p:spPr bwMode="auto">
          <a:xfrm flipH="1">
            <a:off x="4724400" y="16002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70" name="Line 10">
            <a:extLst>
              <a:ext uri="{FF2B5EF4-FFF2-40B4-BE49-F238E27FC236}">
                <a16:creationId xmlns:a16="http://schemas.microsoft.com/office/drawing/2014/main" id="{C6DBCBAF-F6E5-C7EF-344C-2ED9AE2881F2}"/>
              </a:ext>
            </a:extLst>
          </p:cNvPr>
          <p:cNvSpPr>
            <a:spLocks noChangeShapeType="1"/>
          </p:cNvSpPr>
          <p:nvPr/>
        </p:nvSpPr>
        <p:spPr bwMode="auto">
          <a:xfrm>
            <a:off x="5257800" y="1600200"/>
            <a:ext cx="76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71" name="Line 11">
            <a:extLst>
              <a:ext uri="{FF2B5EF4-FFF2-40B4-BE49-F238E27FC236}">
                <a16:creationId xmlns:a16="http://schemas.microsoft.com/office/drawing/2014/main" id="{B43C1CA6-4E85-B560-5DE5-415C15D9A9CE}"/>
              </a:ext>
            </a:extLst>
          </p:cNvPr>
          <p:cNvSpPr>
            <a:spLocks noChangeShapeType="1"/>
          </p:cNvSpPr>
          <p:nvPr/>
        </p:nvSpPr>
        <p:spPr bwMode="auto">
          <a:xfrm>
            <a:off x="5562600" y="16002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72" name="Text Box 12">
            <a:extLst>
              <a:ext uri="{FF2B5EF4-FFF2-40B4-BE49-F238E27FC236}">
                <a16:creationId xmlns:a16="http://schemas.microsoft.com/office/drawing/2014/main" id="{1FEFDFC6-B0CE-254D-283B-4A548CA7B9D9}"/>
              </a:ext>
            </a:extLst>
          </p:cNvPr>
          <p:cNvSpPr txBox="1">
            <a:spLocks noChangeArrowheads="1"/>
          </p:cNvSpPr>
          <p:nvPr/>
        </p:nvSpPr>
        <p:spPr bwMode="auto">
          <a:xfrm>
            <a:off x="2971801" y="3505200"/>
            <a:ext cx="387798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60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30             70,90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10,20   40           80    100       </a:t>
            </a:r>
          </a:p>
        </p:txBody>
      </p:sp>
      <p:sp>
        <p:nvSpPr>
          <p:cNvPr id="15373" name="Text Box 13">
            <a:extLst>
              <a:ext uri="{FF2B5EF4-FFF2-40B4-BE49-F238E27FC236}">
                <a16:creationId xmlns:a16="http://schemas.microsoft.com/office/drawing/2014/main" id="{117A2A2F-E222-7808-D6FB-7338DC91C5EA}"/>
              </a:ext>
            </a:extLst>
          </p:cNvPr>
          <p:cNvSpPr txBox="1">
            <a:spLocks noChangeArrowheads="1"/>
          </p:cNvSpPr>
          <p:nvPr/>
        </p:nvSpPr>
        <p:spPr bwMode="auto">
          <a:xfrm>
            <a:off x="7086601" y="3429000"/>
            <a:ext cx="303159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60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30             90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10,20   40   70,80   100</a:t>
            </a: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5374" name="AutoShape 14">
            <a:extLst>
              <a:ext uri="{FF2B5EF4-FFF2-40B4-BE49-F238E27FC236}">
                <a16:creationId xmlns:a16="http://schemas.microsoft.com/office/drawing/2014/main" id="{EDD1DB4D-2EB3-C23B-8427-603AC584257E}"/>
              </a:ext>
            </a:extLst>
          </p:cNvPr>
          <p:cNvSpPr>
            <a:spLocks noChangeArrowheads="1"/>
          </p:cNvSpPr>
          <p:nvPr/>
        </p:nvSpPr>
        <p:spPr bwMode="auto">
          <a:xfrm>
            <a:off x="5867401" y="44958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75" name="Line 15">
            <a:extLst>
              <a:ext uri="{FF2B5EF4-FFF2-40B4-BE49-F238E27FC236}">
                <a16:creationId xmlns:a16="http://schemas.microsoft.com/office/drawing/2014/main" id="{A13863D6-3B3E-17B9-A415-5CF4DFB0FCBF}"/>
              </a:ext>
            </a:extLst>
          </p:cNvPr>
          <p:cNvSpPr>
            <a:spLocks noChangeShapeType="1"/>
          </p:cNvSpPr>
          <p:nvPr/>
        </p:nvSpPr>
        <p:spPr bwMode="auto">
          <a:xfrm flipH="1">
            <a:off x="4038600" y="38862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76" name="Line 16">
            <a:extLst>
              <a:ext uri="{FF2B5EF4-FFF2-40B4-BE49-F238E27FC236}">
                <a16:creationId xmlns:a16="http://schemas.microsoft.com/office/drawing/2014/main" id="{826FE2C9-7686-613D-6A27-CD96F22671F6}"/>
              </a:ext>
            </a:extLst>
          </p:cNvPr>
          <p:cNvSpPr>
            <a:spLocks noChangeShapeType="1"/>
          </p:cNvSpPr>
          <p:nvPr/>
        </p:nvSpPr>
        <p:spPr bwMode="auto">
          <a:xfrm flipH="1">
            <a:off x="3429000" y="4648200"/>
            <a:ext cx="228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77" name="Line 17">
            <a:extLst>
              <a:ext uri="{FF2B5EF4-FFF2-40B4-BE49-F238E27FC236}">
                <a16:creationId xmlns:a16="http://schemas.microsoft.com/office/drawing/2014/main" id="{E703AB41-59D3-C676-1B71-E0832688683C}"/>
              </a:ext>
            </a:extLst>
          </p:cNvPr>
          <p:cNvSpPr>
            <a:spLocks noChangeShapeType="1"/>
          </p:cNvSpPr>
          <p:nvPr/>
        </p:nvSpPr>
        <p:spPr bwMode="auto">
          <a:xfrm>
            <a:off x="3962400" y="4648200"/>
            <a:ext cx="152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78" name="Line 18">
            <a:extLst>
              <a:ext uri="{FF2B5EF4-FFF2-40B4-BE49-F238E27FC236}">
                <a16:creationId xmlns:a16="http://schemas.microsoft.com/office/drawing/2014/main" id="{B8AA3A64-DDA1-CF86-08D2-6FFBC24635BF}"/>
              </a:ext>
            </a:extLst>
          </p:cNvPr>
          <p:cNvSpPr>
            <a:spLocks noChangeShapeType="1"/>
          </p:cNvSpPr>
          <p:nvPr/>
        </p:nvSpPr>
        <p:spPr bwMode="auto">
          <a:xfrm>
            <a:off x="4724400" y="3810000"/>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79" name="Line 19">
            <a:extLst>
              <a:ext uri="{FF2B5EF4-FFF2-40B4-BE49-F238E27FC236}">
                <a16:creationId xmlns:a16="http://schemas.microsoft.com/office/drawing/2014/main" id="{BA63F020-F85F-1BFD-A14C-69E6F6FEB172}"/>
              </a:ext>
            </a:extLst>
          </p:cNvPr>
          <p:cNvSpPr>
            <a:spLocks noChangeShapeType="1"/>
          </p:cNvSpPr>
          <p:nvPr/>
        </p:nvSpPr>
        <p:spPr bwMode="auto">
          <a:xfrm flipH="1">
            <a:off x="5181600" y="4648200"/>
            <a:ext cx="76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80" name="Line 20">
            <a:extLst>
              <a:ext uri="{FF2B5EF4-FFF2-40B4-BE49-F238E27FC236}">
                <a16:creationId xmlns:a16="http://schemas.microsoft.com/office/drawing/2014/main" id="{36ED8E52-38D4-A8B3-359E-B51530E1AB56}"/>
              </a:ext>
            </a:extLst>
          </p:cNvPr>
          <p:cNvSpPr>
            <a:spLocks noChangeShapeType="1"/>
          </p:cNvSpPr>
          <p:nvPr/>
        </p:nvSpPr>
        <p:spPr bwMode="auto">
          <a:xfrm>
            <a:off x="5562600" y="4572000"/>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81" name="Line 21">
            <a:extLst>
              <a:ext uri="{FF2B5EF4-FFF2-40B4-BE49-F238E27FC236}">
                <a16:creationId xmlns:a16="http://schemas.microsoft.com/office/drawing/2014/main" id="{E96DF762-5B3F-360C-366C-A52B00EF249B}"/>
              </a:ext>
            </a:extLst>
          </p:cNvPr>
          <p:cNvSpPr>
            <a:spLocks noChangeShapeType="1"/>
          </p:cNvSpPr>
          <p:nvPr/>
        </p:nvSpPr>
        <p:spPr bwMode="auto">
          <a:xfrm flipH="1">
            <a:off x="4724400" y="45720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82" name="Oval 22">
            <a:extLst>
              <a:ext uri="{FF2B5EF4-FFF2-40B4-BE49-F238E27FC236}">
                <a16:creationId xmlns:a16="http://schemas.microsoft.com/office/drawing/2014/main" id="{AA8CD0D3-8E5B-46CB-C2E2-0F70454F02E7}"/>
              </a:ext>
            </a:extLst>
          </p:cNvPr>
          <p:cNvSpPr>
            <a:spLocks noChangeArrowheads="1"/>
          </p:cNvSpPr>
          <p:nvPr/>
        </p:nvSpPr>
        <p:spPr bwMode="auto">
          <a:xfrm>
            <a:off x="4495800" y="5029200"/>
            <a:ext cx="381000" cy="4572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83" name="Line 23">
            <a:extLst>
              <a:ext uri="{FF2B5EF4-FFF2-40B4-BE49-F238E27FC236}">
                <a16:creationId xmlns:a16="http://schemas.microsoft.com/office/drawing/2014/main" id="{E5A6789E-63D6-4A7A-A230-CF6A2C2162CA}"/>
              </a:ext>
            </a:extLst>
          </p:cNvPr>
          <p:cNvSpPr>
            <a:spLocks noChangeShapeType="1"/>
          </p:cNvSpPr>
          <p:nvPr/>
        </p:nvSpPr>
        <p:spPr bwMode="auto">
          <a:xfrm flipH="1">
            <a:off x="8001000" y="38100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84" name="Line 24">
            <a:extLst>
              <a:ext uri="{FF2B5EF4-FFF2-40B4-BE49-F238E27FC236}">
                <a16:creationId xmlns:a16="http://schemas.microsoft.com/office/drawing/2014/main" id="{B117777E-8BE2-2E27-F2EF-668D894B311C}"/>
              </a:ext>
            </a:extLst>
          </p:cNvPr>
          <p:cNvSpPr>
            <a:spLocks noChangeShapeType="1"/>
          </p:cNvSpPr>
          <p:nvPr/>
        </p:nvSpPr>
        <p:spPr bwMode="auto">
          <a:xfrm>
            <a:off x="8686800" y="3733800"/>
            <a:ext cx="457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85" name="Line 25">
            <a:extLst>
              <a:ext uri="{FF2B5EF4-FFF2-40B4-BE49-F238E27FC236}">
                <a16:creationId xmlns:a16="http://schemas.microsoft.com/office/drawing/2014/main" id="{CA750841-0DFF-4394-435B-E8FCA6DEAEA0}"/>
              </a:ext>
            </a:extLst>
          </p:cNvPr>
          <p:cNvSpPr>
            <a:spLocks noChangeShapeType="1"/>
          </p:cNvSpPr>
          <p:nvPr/>
        </p:nvSpPr>
        <p:spPr bwMode="auto">
          <a:xfrm flipH="1">
            <a:off x="7543800" y="4572000"/>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86" name="Line 26">
            <a:extLst>
              <a:ext uri="{FF2B5EF4-FFF2-40B4-BE49-F238E27FC236}">
                <a16:creationId xmlns:a16="http://schemas.microsoft.com/office/drawing/2014/main" id="{D63548F3-42B9-119B-5030-FAF7799F82C5}"/>
              </a:ext>
            </a:extLst>
          </p:cNvPr>
          <p:cNvSpPr>
            <a:spLocks noChangeShapeType="1"/>
          </p:cNvSpPr>
          <p:nvPr/>
        </p:nvSpPr>
        <p:spPr bwMode="auto">
          <a:xfrm>
            <a:off x="8001000" y="45720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87" name="Line 27">
            <a:extLst>
              <a:ext uri="{FF2B5EF4-FFF2-40B4-BE49-F238E27FC236}">
                <a16:creationId xmlns:a16="http://schemas.microsoft.com/office/drawing/2014/main" id="{861EECCA-FE8A-9859-2318-505A4F41B1D1}"/>
              </a:ext>
            </a:extLst>
          </p:cNvPr>
          <p:cNvSpPr>
            <a:spLocks noChangeShapeType="1"/>
          </p:cNvSpPr>
          <p:nvPr/>
        </p:nvSpPr>
        <p:spPr bwMode="auto">
          <a:xfrm flipH="1">
            <a:off x="8991600" y="45720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88" name="Line 28">
            <a:extLst>
              <a:ext uri="{FF2B5EF4-FFF2-40B4-BE49-F238E27FC236}">
                <a16:creationId xmlns:a16="http://schemas.microsoft.com/office/drawing/2014/main" id="{956BCAFB-D5AE-076D-C4E7-20013D4DFB1D}"/>
              </a:ext>
            </a:extLst>
          </p:cNvPr>
          <p:cNvSpPr>
            <a:spLocks noChangeShapeType="1"/>
          </p:cNvSpPr>
          <p:nvPr/>
        </p:nvSpPr>
        <p:spPr bwMode="auto">
          <a:xfrm>
            <a:off x="9372600" y="45720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5389" name="Text Box 29">
            <a:extLst>
              <a:ext uri="{FF2B5EF4-FFF2-40B4-BE49-F238E27FC236}">
                <a16:creationId xmlns:a16="http://schemas.microsoft.com/office/drawing/2014/main" id="{F3DE677C-237B-10A8-B955-225ECFC596F0}"/>
              </a:ext>
            </a:extLst>
          </p:cNvPr>
          <p:cNvSpPr txBox="1">
            <a:spLocks noChangeArrowheads="1"/>
          </p:cNvSpPr>
          <p:nvPr/>
        </p:nvSpPr>
        <p:spPr bwMode="auto">
          <a:xfrm>
            <a:off x="6003926" y="193675"/>
            <a:ext cx="3825875" cy="457200"/>
          </a:xfrm>
          <a:prstGeom prst="rect">
            <a:avLst/>
          </a:prstGeom>
          <a:solidFill>
            <a:srgbClr val="33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lang="en-US" altLang="en-US" sz="2400" b="1">
                <a:solidFill>
                  <a:srgbClr val="000000"/>
                </a:solidFill>
                <a:latin typeface="Times New Roman" panose="02020603050405020304" pitchFamily="18" charset="0"/>
              </a:rPr>
              <a:t>Deletion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4D32060F-9B9C-AEAD-6886-A97267788745}"/>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2A42893E-500D-8995-8D20-F0F8AC0BC6F6}"/>
              </a:ext>
            </a:extLst>
          </p:cNvPr>
          <p:cNvSpPr>
            <a:spLocks noGrp="1"/>
          </p:cNvSpPr>
          <p:nvPr>
            <p:ph type="sldNum" sz="quarter" idx="12"/>
          </p:nvPr>
        </p:nvSpPr>
        <p:spPr/>
        <p:txBody>
          <a:bodyPr/>
          <a:lstStyle/>
          <a:p>
            <a:pPr fontAlgn="base">
              <a:spcBef>
                <a:spcPct val="0"/>
              </a:spcBef>
              <a:spcAft>
                <a:spcPct val="0"/>
              </a:spcAft>
            </a:pPr>
            <a:fld id="{357966DA-80D0-424F-87A3-AACC1E365693}" type="slidenum">
              <a:rPr lang="en-US" altLang="en-US">
                <a:solidFill>
                  <a:srgbClr val="000000"/>
                </a:solidFill>
                <a:latin typeface="Times New Roman" panose="02020603050405020304" pitchFamily="18" charset="0"/>
              </a:rPr>
              <a:pPr fontAlgn="base">
                <a:spcBef>
                  <a:spcPct val="0"/>
                </a:spcBef>
                <a:spcAft>
                  <a:spcPct val="0"/>
                </a:spcAft>
              </a:pPr>
              <a:t>59</a:t>
            </a:fld>
            <a:endParaRPr lang="en-US" altLang="en-US">
              <a:solidFill>
                <a:srgbClr val="000000"/>
              </a:solidFill>
              <a:latin typeface="Times New Roman" panose="02020603050405020304" pitchFamily="18" charset="0"/>
            </a:endParaRPr>
          </a:p>
        </p:txBody>
      </p:sp>
      <p:sp>
        <p:nvSpPr>
          <p:cNvPr id="16386" name="Text Box 2">
            <a:extLst>
              <a:ext uri="{FF2B5EF4-FFF2-40B4-BE49-F238E27FC236}">
                <a16:creationId xmlns:a16="http://schemas.microsoft.com/office/drawing/2014/main" id="{3D9E2E59-922F-BC66-BDA1-EE00F3EE1D33}"/>
              </a:ext>
            </a:extLst>
          </p:cNvPr>
          <p:cNvSpPr txBox="1">
            <a:spLocks noChangeArrowheads="1"/>
          </p:cNvSpPr>
          <p:nvPr/>
        </p:nvSpPr>
        <p:spPr bwMode="auto">
          <a:xfrm>
            <a:off x="1905001" y="381000"/>
            <a:ext cx="1528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Delete 100</a:t>
            </a:r>
          </a:p>
        </p:txBody>
      </p:sp>
      <p:sp>
        <p:nvSpPr>
          <p:cNvPr id="16388" name="Text Box 4">
            <a:extLst>
              <a:ext uri="{FF2B5EF4-FFF2-40B4-BE49-F238E27FC236}">
                <a16:creationId xmlns:a16="http://schemas.microsoft.com/office/drawing/2014/main" id="{01BEDEBE-4D12-3AB2-C44A-926B3D2E7F32}"/>
              </a:ext>
            </a:extLst>
          </p:cNvPr>
          <p:cNvSpPr txBox="1">
            <a:spLocks noChangeArrowheads="1"/>
          </p:cNvSpPr>
          <p:nvPr/>
        </p:nvSpPr>
        <p:spPr bwMode="auto">
          <a:xfrm>
            <a:off x="2117725" y="1260475"/>
            <a:ext cx="241604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60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30             90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10,20   40   70,80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6389" name="Oval 5">
            <a:extLst>
              <a:ext uri="{FF2B5EF4-FFF2-40B4-BE49-F238E27FC236}">
                <a16:creationId xmlns:a16="http://schemas.microsoft.com/office/drawing/2014/main" id="{2F25ABC8-4996-4856-2F14-12EE3B48EB15}"/>
              </a:ext>
            </a:extLst>
          </p:cNvPr>
          <p:cNvSpPr>
            <a:spLocks noChangeArrowheads="1"/>
          </p:cNvSpPr>
          <p:nvPr/>
        </p:nvSpPr>
        <p:spPr bwMode="auto">
          <a:xfrm>
            <a:off x="4800600" y="2819400"/>
            <a:ext cx="381000" cy="4572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en-US" sz="2400">
                <a:solidFill>
                  <a:srgbClr val="000000"/>
                </a:solidFill>
                <a:latin typeface="Times New Roman" panose="02020603050405020304" pitchFamily="18" charset="0"/>
              </a:rPr>
              <a:t> </a:t>
            </a:r>
          </a:p>
        </p:txBody>
      </p:sp>
      <p:sp>
        <p:nvSpPr>
          <p:cNvPr id="16390" name="Line 6">
            <a:extLst>
              <a:ext uri="{FF2B5EF4-FFF2-40B4-BE49-F238E27FC236}">
                <a16:creationId xmlns:a16="http://schemas.microsoft.com/office/drawing/2014/main" id="{6A6BE32A-D6F5-3D5E-F604-F099D49EE92C}"/>
              </a:ext>
            </a:extLst>
          </p:cNvPr>
          <p:cNvSpPr>
            <a:spLocks noChangeShapeType="1"/>
          </p:cNvSpPr>
          <p:nvPr/>
        </p:nvSpPr>
        <p:spPr bwMode="auto">
          <a:xfrm flipH="1">
            <a:off x="3048000" y="1600200"/>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6391" name="Line 7">
            <a:extLst>
              <a:ext uri="{FF2B5EF4-FFF2-40B4-BE49-F238E27FC236}">
                <a16:creationId xmlns:a16="http://schemas.microsoft.com/office/drawing/2014/main" id="{1682AD6E-5515-9D2D-DCAE-7D686E6D757E}"/>
              </a:ext>
            </a:extLst>
          </p:cNvPr>
          <p:cNvSpPr>
            <a:spLocks noChangeShapeType="1"/>
          </p:cNvSpPr>
          <p:nvPr/>
        </p:nvSpPr>
        <p:spPr bwMode="auto">
          <a:xfrm flipH="1">
            <a:off x="2438400" y="22860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6392" name="Line 8">
            <a:extLst>
              <a:ext uri="{FF2B5EF4-FFF2-40B4-BE49-F238E27FC236}">
                <a16:creationId xmlns:a16="http://schemas.microsoft.com/office/drawing/2014/main" id="{6D2C56E8-6725-2CAA-5753-8E0532D8EEF2}"/>
              </a:ext>
            </a:extLst>
          </p:cNvPr>
          <p:cNvSpPr>
            <a:spLocks noChangeShapeType="1"/>
          </p:cNvSpPr>
          <p:nvPr/>
        </p:nvSpPr>
        <p:spPr bwMode="auto">
          <a:xfrm>
            <a:off x="2971800" y="23622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6393" name="Line 9">
            <a:extLst>
              <a:ext uri="{FF2B5EF4-FFF2-40B4-BE49-F238E27FC236}">
                <a16:creationId xmlns:a16="http://schemas.microsoft.com/office/drawing/2014/main" id="{FC624D68-9E95-14BC-727C-3AC47403D103}"/>
              </a:ext>
            </a:extLst>
          </p:cNvPr>
          <p:cNvSpPr>
            <a:spLocks noChangeShapeType="1"/>
          </p:cNvSpPr>
          <p:nvPr/>
        </p:nvSpPr>
        <p:spPr bwMode="auto">
          <a:xfrm>
            <a:off x="3886200" y="16764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6394" name="Line 10">
            <a:extLst>
              <a:ext uri="{FF2B5EF4-FFF2-40B4-BE49-F238E27FC236}">
                <a16:creationId xmlns:a16="http://schemas.microsoft.com/office/drawing/2014/main" id="{1396CE18-9063-BF64-9313-3B9B37CC7299}"/>
              </a:ext>
            </a:extLst>
          </p:cNvPr>
          <p:cNvSpPr>
            <a:spLocks noChangeShapeType="1"/>
          </p:cNvSpPr>
          <p:nvPr/>
        </p:nvSpPr>
        <p:spPr bwMode="auto">
          <a:xfrm flipH="1">
            <a:off x="3886200" y="23622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6395" name="Line 11">
            <a:extLst>
              <a:ext uri="{FF2B5EF4-FFF2-40B4-BE49-F238E27FC236}">
                <a16:creationId xmlns:a16="http://schemas.microsoft.com/office/drawing/2014/main" id="{E4622DE8-30A9-82BC-ED2B-66247D4F9137}"/>
              </a:ext>
            </a:extLst>
          </p:cNvPr>
          <p:cNvSpPr>
            <a:spLocks noChangeShapeType="1"/>
          </p:cNvSpPr>
          <p:nvPr/>
        </p:nvSpPr>
        <p:spPr bwMode="auto">
          <a:xfrm>
            <a:off x="4419600" y="23622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6396" name="AutoShape 12">
            <a:extLst>
              <a:ext uri="{FF2B5EF4-FFF2-40B4-BE49-F238E27FC236}">
                <a16:creationId xmlns:a16="http://schemas.microsoft.com/office/drawing/2014/main" id="{43111475-E958-2AE7-C34E-E5389BF9F6AE}"/>
              </a:ext>
            </a:extLst>
          </p:cNvPr>
          <p:cNvSpPr>
            <a:spLocks noChangeArrowheads="1"/>
          </p:cNvSpPr>
          <p:nvPr/>
        </p:nvSpPr>
        <p:spPr bwMode="auto">
          <a:xfrm>
            <a:off x="5562601" y="22098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6398" name="Text Box 14">
            <a:extLst>
              <a:ext uri="{FF2B5EF4-FFF2-40B4-BE49-F238E27FC236}">
                <a16:creationId xmlns:a16="http://schemas.microsoft.com/office/drawing/2014/main" id="{6FD227EA-1964-8F02-914B-8C5812E85B7A}"/>
              </a:ext>
            </a:extLst>
          </p:cNvPr>
          <p:cNvSpPr txBox="1">
            <a:spLocks noChangeArrowheads="1"/>
          </p:cNvSpPr>
          <p:nvPr/>
        </p:nvSpPr>
        <p:spPr bwMode="auto">
          <a:xfrm>
            <a:off x="6705601" y="1295400"/>
            <a:ext cx="287771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60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30             80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10,20   40   70        90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6400" name="Line 16">
            <a:extLst>
              <a:ext uri="{FF2B5EF4-FFF2-40B4-BE49-F238E27FC236}">
                <a16:creationId xmlns:a16="http://schemas.microsoft.com/office/drawing/2014/main" id="{DF7FBB5F-58EC-1122-F69C-42C5095B01E2}"/>
              </a:ext>
            </a:extLst>
          </p:cNvPr>
          <p:cNvSpPr>
            <a:spLocks noChangeShapeType="1"/>
          </p:cNvSpPr>
          <p:nvPr/>
        </p:nvSpPr>
        <p:spPr bwMode="auto">
          <a:xfrm flipH="1">
            <a:off x="7620000" y="1600200"/>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6401" name="Line 17">
            <a:extLst>
              <a:ext uri="{FF2B5EF4-FFF2-40B4-BE49-F238E27FC236}">
                <a16:creationId xmlns:a16="http://schemas.microsoft.com/office/drawing/2014/main" id="{2162C932-2740-BB04-3511-004F2D392D2D}"/>
              </a:ext>
            </a:extLst>
          </p:cNvPr>
          <p:cNvSpPr>
            <a:spLocks noChangeShapeType="1"/>
          </p:cNvSpPr>
          <p:nvPr/>
        </p:nvSpPr>
        <p:spPr bwMode="auto">
          <a:xfrm flipH="1">
            <a:off x="7086600" y="24384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6402" name="Line 18">
            <a:extLst>
              <a:ext uri="{FF2B5EF4-FFF2-40B4-BE49-F238E27FC236}">
                <a16:creationId xmlns:a16="http://schemas.microsoft.com/office/drawing/2014/main" id="{F444CB41-D72F-1502-638A-9A92B9BEA042}"/>
              </a:ext>
            </a:extLst>
          </p:cNvPr>
          <p:cNvSpPr>
            <a:spLocks noChangeShapeType="1"/>
          </p:cNvSpPr>
          <p:nvPr/>
        </p:nvSpPr>
        <p:spPr bwMode="auto">
          <a:xfrm>
            <a:off x="8382000" y="1676400"/>
            <a:ext cx="457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6403" name="Line 19">
            <a:extLst>
              <a:ext uri="{FF2B5EF4-FFF2-40B4-BE49-F238E27FC236}">
                <a16:creationId xmlns:a16="http://schemas.microsoft.com/office/drawing/2014/main" id="{33B0C125-C375-E644-5AAD-F5521A5EE093}"/>
              </a:ext>
            </a:extLst>
          </p:cNvPr>
          <p:cNvSpPr>
            <a:spLocks noChangeShapeType="1"/>
          </p:cNvSpPr>
          <p:nvPr/>
        </p:nvSpPr>
        <p:spPr bwMode="auto">
          <a:xfrm>
            <a:off x="7696200" y="2362200"/>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6404" name="Line 20">
            <a:extLst>
              <a:ext uri="{FF2B5EF4-FFF2-40B4-BE49-F238E27FC236}">
                <a16:creationId xmlns:a16="http://schemas.microsoft.com/office/drawing/2014/main" id="{C1A542BD-EC20-E80E-0DC0-5364EF920CE2}"/>
              </a:ext>
            </a:extLst>
          </p:cNvPr>
          <p:cNvSpPr>
            <a:spLocks noChangeShapeType="1"/>
          </p:cNvSpPr>
          <p:nvPr/>
        </p:nvSpPr>
        <p:spPr bwMode="auto">
          <a:xfrm flipH="1">
            <a:off x="8534400" y="23622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6405" name="Line 21">
            <a:extLst>
              <a:ext uri="{FF2B5EF4-FFF2-40B4-BE49-F238E27FC236}">
                <a16:creationId xmlns:a16="http://schemas.microsoft.com/office/drawing/2014/main" id="{3DA1A8A3-E32A-4C71-1FF2-B1051A4BDCB4}"/>
              </a:ext>
            </a:extLst>
          </p:cNvPr>
          <p:cNvSpPr>
            <a:spLocks noChangeShapeType="1"/>
          </p:cNvSpPr>
          <p:nvPr/>
        </p:nvSpPr>
        <p:spPr bwMode="auto">
          <a:xfrm>
            <a:off x="8915400" y="2362200"/>
            <a:ext cx="457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4B5B8DD-2A50-A1A7-5814-C6AF4DAC2086}"/>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3ABB264F-0877-71B6-D2B5-3886D994A944}"/>
              </a:ext>
            </a:extLst>
          </p:cNvPr>
          <p:cNvSpPr>
            <a:spLocks noGrp="1"/>
          </p:cNvSpPr>
          <p:nvPr>
            <p:ph type="sldNum" sz="quarter" idx="12"/>
          </p:nvPr>
        </p:nvSpPr>
        <p:spPr/>
        <p:txBody>
          <a:bodyPr/>
          <a:lstStyle/>
          <a:p>
            <a:pPr fontAlgn="base">
              <a:spcBef>
                <a:spcPct val="0"/>
              </a:spcBef>
              <a:spcAft>
                <a:spcPct val="0"/>
              </a:spcAft>
            </a:pPr>
            <a:fld id="{A59FD269-3847-4741-A047-31623839008F}" type="slidenum">
              <a:rPr lang="en-US" altLang="en-US">
                <a:solidFill>
                  <a:srgbClr val="000000"/>
                </a:solidFill>
                <a:latin typeface="Times New Roman" panose="02020603050405020304" pitchFamily="18" charset="0"/>
              </a:rPr>
              <a:pPr fontAlgn="base">
                <a:spcBef>
                  <a:spcPct val="0"/>
                </a:spcBef>
                <a:spcAft>
                  <a:spcPct val="0"/>
                </a:spcAft>
              </a:pPr>
              <a:t>60</a:t>
            </a:fld>
            <a:endParaRPr lang="en-US" altLang="en-US">
              <a:solidFill>
                <a:srgbClr val="000000"/>
              </a:solidFill>
              <a:latin typeface="Times New Roman" panose="02020603050405020304" pitchFamily="18" charset="0"/>
            </a:endParaRPr>
          </a:p>
        </p:txBody>
      </p:sp>
      <p:sp>
        <p:nvSpPr>
          <p:cNvPr id="17410" name="Text Box 2">
            <a:extLst>
              <a:ext uri="{FF2B5EF4-FFF2-40B4-BE49-F238E27FC236}">
                <a16:creationId xmlns:a16="http://schemas.microsoft.com/office/drawing/2014/main" id="{6B32B105-9647-36B3-5489-B61C9D067911}"/>
              </a:ext>
            </a:extLst>
          </p:cNvPr>
          <p:cNvSpPr txBox="1">
            <a:spLocks noChangeArrowheads="1"/>
          </p:cNvSpPr>
          <p:nvPr/>
        </p:nvSpPr>
        <p:spPr bwMode="auto">
          <a:xfrm>
            <a:off x="1812926" y="193675"/>
            <a:ext cx="1376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Delete 60</a:t>
            </a:r>
          </a:p>
        </p:txBody>
      </p:sp>
      <p:sp>
        <p:nvSpPr>
          <p:cNvPr id="17411" name="Text Box 3">
            <a:extLst>
              <a:ext uri="{FF2B5EF4-FFF2-40B4-BE49-F238E27FC236}">
                <a16:creationId xmlns:a16="http://schemas.microsoft.com/office/drawing/2014/main" id="{7EC2AFC4-2A02-BC0E-F8D0-2DA7C8840528}"/>
              </a:ext>
            </a:extLst>
          </p:cNvPr>
          <p:cNvSpPr txBox="1">
            <a:spLocks noChangeArrowheads="1"/>
          </p:cNvSpPr>
          <p:nvPr/>
        </p:nvSpPr>
        <p:spPr bwMode="auto">
          <a:xfrm>
            <a:off x="1812926" y="879475"/>
            <a:ext cx="280076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70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30             80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7414" name="Oval 6">
            <a:extLst>
              <a:ext uri="{FF2B5EF4-FFF2-40B4-BE49-F238E27FC236}">
                <a16:creationId xmlns:a16="http://schemas.microsoft.com/office/drawing/2014/main" id="{1F5E3754-EBD4-DE69-07D1-28E6BDA9DE50}"/>
              </a:ext>
            </a:extLst>
          </p:cNvPr>
          <p:cNvSpPr>
            <a:spLocks noChangeArrowheads="1"/>
          </p:cNvSpPr>
          <p:nvPr/>
        </p:nvSpPr>
        <p:spPr bwMode="auto">
          <a:xfrm>
            <a:off x="3505200" y="2362200"/>
            <a:ext cx="381000" cy="4572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15" name="AutoShape 7">
            <a:extLst>
              <a:ext uri="{FF2B5EF4-FFF2-40B4-BE49-F238E27FC236}">
                <a16:creationId xmlns:a16="http://schemas.microsoft.com/office/drawing/2014/main" id="{1911BCE9-DFEC-D18A-7D31-4FA2F914AC01}"/>
              </a:ext>
            </a:extLst>
          </p:cNvPr>
          <p:cNvSpPr>
            <a:spLocks noChangeArrowheads="1"/>
          </p:cNvSpPr>
          <p:nvPr/>
        </p:nvSpPr>
        <p:spPr bwMode="auto">
          <a:xfrm>
            <a:off x="5410201" y="18288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16" name="Text Box 8">
            <a:extLst>
              <a:ext uri="{FF2B5EF4-FFF2-40B4-BE49-F238E27FC236}">
                <a16:creationId xmlns:a16="http://schemas.microsoft.com/office/drawing/2014/main" id="{DF584E08-84DF-354E-4F8F-DB4B41B07486}"/>
              </a:ext>
            </a:extLst>
          </p:cNvPr>
          <p:cNvSpPr txBox="1">
            <a:spLocks noChangeArrowheads="1"/>
          </p:cNvSpPr>
          <p:nvPr/>
        </p:nvSpPr>
        <p:spPr bwMode="auto">
          <a:xfrm>
            <a:off x="6477001" y="762000"/>
            <a:ext cx="295465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70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30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10,20   40           80,90</a:t>
            </a: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7417" name="Oval 9">
            <a:extLst>
              <a:ext uri="{FF2B5EF4-FFF2-40B4-BE49-F238E27FC236}">
                <a16:creationId xmlns:a16="http://schemas.microsoft.com/office/drawing/2014/main" id="{EBBC3F92-B84B-ADFD-4CC7-D3ED84124FF0}"/>
              </a:ext>
            </a:extLst>
          </p:cNvPr>
          <p:cNvSpPr>
            <a:spLocks noChangeArrowheads="1"/>
          </p:cNvSpPr>
          <p:nvPr/>
        </p:nvSpPr>
        <p:spPr bwMode="auto">
          <a:xfrm>
            <a:off x="8610600" y="1371600"/>
            <a:ext cx="381000" cy="4572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18" name="Line 10">
            <a:extLst>
              <a:ext uri="{FF2B5EF4-FFF2-40B4-BE49-F238E27FC236}">
                <a16:creationId xmlns:a16="http://schemas.microsoft.com/office/drawing/2014/main" id="{DD784704-B251-9A82-9B00-CABEE2C395E6}"/>
              </a:ext>
            </a:extLst>
          </p:cNvPr>
          <p:cNvSpPr>
            <a:spLocks noChangeShapeType="1"/>
          </p:cNvSpPr>
          <p:nvPr/>
        </p:nvSpPr>
        <p:spPr bwMode="auto">
          <a:xfrm flipH="1">
            <a:off x="8991600" y="990600"/>
            <a:ext cx="304800" cy="457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19" name="Text Box 11">
            <a:extLst>
              <a:ext uri="{FF2B5EF4-FFF2-40B4-BE49-F238E27FC236}">
                <a16:creationId xmlns:a16="http://schemas.microsoft.com/office/drawing/2014/main" id="{97F7FBA0-A370-1988-8FBA-F23400FD9923}"/>
              </a:ext>
            </a:extLst>
          </p:cNvPr>
          <p:cNvSpPr txBox="1">
            <a:spLocks noChangeArrowheads="1"/>
          </p:cNvSpPr>
          <p:nvPr/>
        </p:nvSpPr>
        <p:spPr bwMode="auto">
          <a:xfrm>
            <a:off x="9296401" y="762001"/>
            <a:ext cx="3206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en-US" b="1">
                <a:solidFill>
                  <a:srgbClr val="000000"/>
                </a:solidFill>
                <a:latin typeface="Times New Roman" panose="02020603050405020304" pitchFamily="18" charset="0"/>
              </a:rPr>
              <a:t>N</a:t>
            </a:r>
          </a:p>
        </p:txBody>
      </p:sp>
      <p:sp>
        <p:nvSpPr>
          <p:cNvPr id="17420" name="AutoShape 12">
            <a:extLst>
              <a:ext uri="{FF2B5EF4-FFF2-40B4-BE49-F238E27FC236}">
                <a16:creationId xmlns:a16="http://schemas.microsoft.com/office/drawing/2014/main" id="{CF76DB1C-C224-2F4D-8F10-B7D8515250CD}"/>
              </a:ext>
            </a:extLst>
          </p:cNvPr>
          <p:cNvSpPr>
            <a:spLocks noChangeArrowheads="1"/>
          </p:cNvSpPr>
          <p:nvPr/>
        </p:nvSpPr>
        <p:spPr bwMode="auto">
          <a:xfrm>
            <a:off x="2438401" y="44958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21" name="Text Box 13">
            <a:extLst>
              <a:ext uri="{FF2B5EF4-FFF2-40B4-BE49-F238E27FC236}">
                <a16:creationId xmlns:a16="http://schemas.microsoft.com/office/drawing/2014/main" id="{DA63EA0D-F112-0C70-7290-E88257960587}"/>
              </a:ext>
            </a:extLst>
          </p:cNvPr>
          <p:cNvSpPr txBox="1">
            <a:spLocks noChangeArrowheads="1"/>
          </p:cNvSpPr>
          <p:nvPr/>
        </p:nvSpPr>
        <p:spPr bwMode="auto">
          <a:xfrm>
            <a:off x="4022726" y="3851275"/>
            <a:ext cx="310854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30            70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10,20   40             80,90</a:t>
            </a: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7422" name="Line 14">
            <a:extLst>
              <a:ext uri="{FF2B5EF4-FFF2-40B4-BE49-F238E27FC236}">
                <a16:creationId xmlns:a16="http://schemas.microsoft.com/office/drawing/2014/main" id="{F87345FA-F86E-1F9E-F6A9-65BD332C4A27}"/>
              </a:ext>
            </a:extLst>
          </p:cNvPr>
          <p:cNvSpPr>
            <a:spLocks noChangeShapeType="1"/>
          </p:cNvSpPr>
          <p:nvPr/>
        </p:nvSpPr>
        <p:spPr bwMode="auto">
          <a:xfrm flipH="1">
            <a:off x="2667000" y="12192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23" name="Line 15">
            <a:extLst>
              <a:ext uri="{FF2B5EF4-FFF2-40B4-BE49-F238E27FC236}">
                <a16:creationId xmlns:a16="http://schemas.microsoft.com/office/drawing/2014/main" id="{804E6FC1-7814-70DB-C92E-1DD18BD23085}"/>
              </a:ext>
            </a:extLst>
          </p:cNvPr>
          <p:cNvSpPr>
            <a:spLocks noChangeShapeType="1"/>
          </p:cNvSpPr>
          <p:nvPr/>
        </p:nvSpPr>
        <p:spPr bwMode="auto">
          <a:xfrm>
            <a:off x="3505200" y="1143000"/>
            <a:ext cx="457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24" name="Line 16">
            <a:extLst>
              <a:ext uri="{FF2B5EF4-FFF2-40B4-BE49-F238E27FC236}">
                <a16:creationId xmlns:a16="http://schemas.microsoft.com/office/drawing/2014/main" id="{BDD63CB8-C67E-472D-6957-621D36221C4A}"/>
              </a:ext>
            </a:extLst>
          </p:cNvPr>
          <p:cNvSpPr>
            <a:spLocks noChangeShapeType="1"/>
          </p:cNvSpPr>
          <p:nvPr/>
        </p:nvSpPr>
        <p:spPr bwMode="auto">
          <a:xfrm flipH="1">
            <a:off x="2209800" y="1981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25" name="Line 17">
            <a:extLst>
              <a:ext uri="{FF2B5EF4-FFF2-40B4-BE49-F238E27FC236}">
                <a16:creationId xmlns:a16="http://schemas.microsoft.com/office/drawing/2014/main" id="{05F18B1A-9253-D1B7-B91B-6680C65A138B}"/>
              </a:ext>
            </a:extLst>
          </p:cNvPr>
          <p:cNvSpPr>
            <a:spLocks noChangeShapeType="1"/>
          </p:cNvSpPr>
          <p:nvPr/>
        </p:nvSpPr>
        <p:spPr bwMode="auto">
          <a:xfrm>
            <a:off x="2743200" y="2057400"/>
            <a:ext cx="152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26" name="Line 18">
            <a:extLst>
              <a:ext uri="{FF2B5EF4-FFF2-40B4-BE49-F238E27FC236}">
                <a16:creationId xmlns:a16="http://schemas.microsoft.com/office/drawing/2014/main" id="{470E3621-DC24-9BDD-147A-B3864FA98317}"/>
              </a:ext>
            </a:extLst>
          </p:cNvPr>
          <p:cNvSpPr>
            <a:spLocks noChangeShapeType="1"/>
          </p:cNvSpPr>
          <p:nvPr/>
        </p:nvSpPr>
        <p:spPr bwMode="auto">
          <a:xfrm flipH="1">
            <a:off x="3733800" y="1981200"/>
            <a:ext cx="76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27" name="Line 19">
            <a:extLst>
              <a:ext uri="{FF2B5EF4-FFF2-40B4-BE49-F238E27FC236}">
                <a16:creationId xmlns:a16="http://schemas.microsoft.com/office/drawing/2014/main" id="{BE2FF72D-D68E-AA05-A4B2-E52C4EEF6AAD}"/>
              </a:ext>
            </a:extLst>
          </p:cNvPr>
          <p:cNvSpPr>
            <a:spLocks noChangeShapeType="1"/>
          </p:cNvSpPr>
          <p:nvPr/>
        </p:nvSpPr>
        <p:spPr bwMode="auto">
          <a:xfrm>
            <a:off x="4038600" y="19812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28" name="Line 20">
            <a:extLst>
              <a:ext uri="{FF2B5EF4-FFF2-40B4-BE49-F238E27FC236}">
                <a16:creationId xmlns:a16="http://schemas.microsoft.com/office/drawing/2014/main" id="{6B0F746F-7687-8202-5933-8908735317E5}"/>
              </a:ext>
            </a:extLst>
          </p:cNvPr>
          <p:cNvSpPr>
            <a:spLocks noChangeShapeType="1"/>
          </p:cNvSpPr>
          <p:nvPr/>
        </p:nvSpPr>
        <p:spPr bwMode="auto">
          <a:xfrm flipH="1">
            <a:off x="7467600" y="11430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29" name="Line 21">
            <a:extLst>
              <a:ext uri="{FF2B5EF4-FFF2-40B4-BE49-F238E27FC236}">
                <a16:creationId xmlns:a16="http://schemas.microsoft.com/office/drawing/2014/main" id="{988135DA-A1BA-FEB6-2EA8-B4FA0E7BB812}"/>
              </a:ext>
            </a:extLst>
          </p:cNvPr>
          <p:cNvSpPr>
            <a:spLocks noChangeShapeType="1"/>
          </p:cNvSpPr>
          <p:nvPr/>
        </p:nvSpPr>
        <p:spPr bwMode="auto">
          <a:xfrm>
            <a:off x="8077200" y="10668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30" name="Line 22">
            <a:extLst>
              <a:ext uri="{FF2B5EF4-FFF2-40B4-BE49-F238E27FC236}">
                <a16:creationId xmlns:a16="http://schemas.microsoft.com/office/drawing/2014/main" id="{651E8F45-C93F-9C50-EBED-8F090FE966A2}"/>
              </a:ext>
            </a:extLst>
          </p:cNvPr>
          <p:cNvSpPr>
            <a:spLocks noChangeShapeType="1"/>
          </p:cNvSpPr>
          <p:nvPr/>
        </p:nvSpPr>
        <p:spPr bwMode="auto">
          <a:xfrm flipH="1">
            <a:off x="6858000" y="18288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31" name="Line 23">
            <a:extLst>
              <a:ext uri="{FF2B5EF4-FFF2-40B4-BE49-F238E27FC236}">
                <a16:creationId xmlns:a16="http://schemas.microsoft.com/office/drawing/2014/main" id="{6C86DF51-BAA4-9827-5B9D-5E91A941E0AE}"/>
              </a:ext>
            </a:extLst>
          </p:cNvPr>
          <p:cNvSpPr>
            <a:spLocks noChangeShapeType="1"/>
          </p:cNvSpPr>
          <p:nvPr/>
        </p:nvSpPr>
        <p:spPr bwMode="auto">
          <a:xfrm>
            <a:off x="7467600" y="1828800"/>
            <a:ext cx="152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32" name="Line 24">
            <a:extLst>
              <a:ext uri="{FF2B5EF4-FFF2-40B4-BE49-F238E27FC236}">
                <a16:creationId xmlns:a16="http://schemas.microsoft.com/office/drawing/2014/main" id="{A0F31EFD-5AE0-5F2D-C3AB-F4060FA0AEF6}"/>
              </a:ext>
            </a:extLst>
          </p:cNvPr>
          <p:cNvSpPr>
            <a:spLocks noChangeShapeType="1"/>
          </p:cNvSpPr>
          <p:nvPr/>
        </p:nvSpPr>
        <p:spPr bwMode="auto">
          <a:xfrm>
            <a:off x="8839200" y="1828800"/>
            <a:ext cx="152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33" name="Oval 25">
            <a:extLst>
              <a:ext uri="{FF2B5EF4-FFF2-40B4-BE49-F238E27FC236}">
                <a16:creationId xmlns:a16="http://schemas.microsoft.com/office/drawing/2014/main" id="{6A5AAC03-6E11-0180-40BF-021AC36D5F5A}"/>
              </a:ext>
            </a:extLst>
          </p:cNvPr>
          <p:cNvSpPr>
            <a:spLocks noChangeArrowheads="1"/>
          </p:cNvSpPr>
          <p:nvPr/>
        </p:nvSpPr>
        <p:spPr bwMode="auto">
          <a:xfrm>
            <a:off x="5257800" y="3886200"/>
            <a:ext cx="381000" cy="4572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34" name="Line 26">
            <a:extLst>
              <a:ext uri="{FF2B5EF4-FFF2-40B4-BE49-F238E27FC236}">
                <a16:creationId xmlns:a16="http://schemas.microsoft.com/office/drawing/2014/main" id="{1D4C6CD9-797D-A46B-FAF1-FCA0E445EC49}"/>
              </a:ext>
            </a:extLst>
          </p:cNvPr>
          <p:cNvSpPr>
            <a:spLocks noChangeShapeType="1"/>
          </p:cNvSpPr>
          <p:nvPr/>
        </p:nvSpPr>
        <p:spPr bwMode="auto">
          <a:xfrm>
            <a:off x="5410200" y="4343400"/>
            <a:ext cx="76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35" name="Line 27">
            <a:extLst>
              <a:ext uri="{FF2B5EF4-FFF2-40B4-BE49-F238E27FC236}">
                <a16:creationId xmlns:a16="http://schemas.microsoft.com/office/drawing/2014/main" id="{E1CEC966-1E63-CDAA-C678-092B52AF64C9}"/>
              </a:ext>
            </a:extLst>
          </p:cNvPr>
          <p:cNvSpPr>
            <a:spLocks noChangeShapeType="1"/>
          </p:cNvSpPr>
          <p:nvPr/>
        </p:nvSpPr>
        <p:spPr bwMode="auto">
          <a:xfrm flipH="1">
            <a:off x="4343400" y="5029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36" name="Line 28">
            <a:extLst>
              <a:ext uri="{FF2B5EF4-FFF2-40B4-BE49-F238E27FC236}">
                <a16:creationId xmlns:a16="http://schemas.microsoft.com/office/drawing/2014/main" id="{D3908DBA-7062-3435-C26C-8CAEEBB0679A}"/>
              </a:ext>
            </a:extLst>
          </p:cNvPr>
          <p:cNvSpPr>
            <a:spLocks noChangeShapeType="1"/>
          </p:cNvSpPr>
          <p:nvPr/>
        </p:nvSpPr>
        <p:spPr bwMode="auto">
          <a:xfrm>
            <a:off x="4953000" y="5029200"/>
            <a:ext cx="152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37" name="Line 29">
            <a:extLst>
              <a:ext uri="{FF2B5EF4-FFF2-40B4-BE49-F238E27FC236}">
                <a16:creationId xmlns:a16="http://schemas.microsoft.com/office/drawing/2014/main" id="{E6A0567D-AC5F-5B37-2F5D-D8ACD55F46B4}"/>
              </a:ext>
            </a:extLst>
          </p:cNvPr>
          <p:cNvSpPr>
            <a:spLocks noChangeShapeType="1"/>
          </p:cNvSpPr>
          <p:nvPr/>
        </p:nvSpPr>
        <p:spPr bwMode="auto">
          <a:xfrm>
            <a:off x="6172200" y="4953000"/>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38" name="AutoShape 30">
            <a:extLst>
              <a:ext uri="{FF2B5EF4-FFF2-40B4-BE49-F238E27FC236}">
                <a16:creationId xmlns:a16="http://schemas.microsoft.com/office/drawing/2014/main" id="{9DF1FFC9-8323-B90A-49B1-FE90CEAE4FC3}"/>
              </a:ext>
            </a:extLst>
          </p:cNvPr>
          <p:cNvSpPr>
            <a:spLocks noChangeArrowheads="1"/>
          </p:cNvSpPr>
          <p:nvPr/>
        </p:nvSpPr>
        <p:spPr bwMode="auto">
          <a:xfrm>
            <a:off x="6781801" y="43434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39" name="Text Box 31">
            <a:extLst>
              <a:ext uri="{FF2B5EF4-FFF2-40B4-BE49-F238E27FC236}">
                <a16:creationId xmlns:a16="http://schemas.microsoft.com/office/drawing/2014/main" id="{5A08F7CD-AB10-9676-F39B-B1578E71F99E}"/>
              </a:ext>
            </a:extLst>
          </p:cNvPr>
          <p:cNvSpPr txBox="1">
            <a:spLocks noChangeArrowheads="1"/>
          </p:cNvSpPr>
          <p:nvPr/>
        </p:nvSpPr>
        <p:spPr bwMode="auto">
          <a:xfrm>
            <a:off x="8197850" y="4038601"/>
            <a:ext cx="249299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30,70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10,20    40    80,90</a:t>
            </a:r>
          </a:p>
        </p:txBody>
      </p:sp>
      <p:sp>
        <p:nvSpPr>
          <p:cNvPr id="17440" name="Line 32">
            <a:extLst>
              <a:ext uri="{FF2B5EF4-FFF2-40B4-BE49-F238E27FC236}">
                <a16:creationId xmlns:a16="http://schemas.microsoft.com/office/drawing/2014/main" id="{7F6BF350-2DBE-BA80-2CDC-AA5E9308131A}"/>
              </a:ext>
            </a:extLst>
          </p:cNvPr>
          <p:cNvSpPr>
            <a:spLocks noChangeShapeType="1"/>
          </p:cNvSpPr>
          <p:nvPr/>
        </p:nvSpPr>
        <p:spPr bwMode="auto">
          <a:xfrm flipH="1">
            <a:off x="8534400" y="4419600"/>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41" name="Line 33">
            <a:extLst>
              <a:ext uri="{FF2B5EF4-FFF2-40B4-BE49-F238E27FC236}">
                <a16:creationId xmlns:a16="http://schemas.microsoft.com/office/drawing/2014/main" id="{7345B526-615F-F237-C256-4FD438B92E39}"/>
              </a:ext>
            </a:extLst>
          </p:cNvPr>
          <p:cNvSpPr>
            <a:spLocks noChangeShapeType="1"/>
          </p:cNvSpPr>
          <p:nvPr/>
        </p:nvSpPr>
        <p:spPr bwMode="auto">
          <a:xfrm>
            <a:off x="9372600" y="44196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7442" name="Line 34">
            <a:extLst>
              <a:ext uri="{FF2B5EF4-FFF2-40B4-BE49-F238E27FC236}">
                <a16:creationId xmlns:a16="http://schemas.microsoft.com/office/drawing/2014/main" id="{5C1B7DB7-48B2-FCD2-3CFD-422E2FB88DE6}"/>
              </a:ext>
            </a:extLst>
          </p:cNvPr>
          <p:cNvSpPr>
            <a:spLocks noChangeShapeType="1"/>
          </p:cNvSpPr>
          <p:nvPr/>
        </p:nvSpPr>
        <p:spPr bwMode="auto">
          <a:xfrm>
            <a:off x="9753600" y="4419600"/>
            <a:ext cx="609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0260951B-0296-8227-495B-4EC4F09145F1}"/>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7B8C7AD6-D018-384C-22A7-36321C2583DB}"/>
              </a:ext>
            </a:extLst>
          </p:cNvPr>
          <p:cNvSpPr>
            <a:spLocks noGrp="1"/>
          </p:cNvSpPr>
          <p:nvPr>
            <p:ph type="sldNum" sz="quarter" idx="12"/>
          </p:nvPr>
        </p:nvSpPr>
        <p:spPr/>
        <p:txBody>
          <a:bodyPr/>
          <a:lstStyle/>
          <a:p>
            <a:pPr fontAlgn="base">
              <a:spcBef>
                <a:spcPct val="0"/>
              </a:spcBef>
              <a:spcAft>
                <a:spcPct val="0"/>
              </a:spcAft>
            </a:pPr>
            <a:fld id="{279A80BF-4904-4886-B1A6-832B2E708894}" type="slidenum">
              <a:rPr lang="en-US" altLang="en-US">
                <a:solidFill>
                  <a:srgbClr val="000000"/>
                </a:solidFill>
                <a:latin typeface="Times New Roman" panose="02020603050405020304" pitchFamily="18" charset="0"/>
              </a:rPr>
              <a:pPr fontAlgn="base">
                <a:spcBef>
                  <a:spcPct val="0"/>
                </a:spcBef>
                <a:spcAft>
                  <a:spcPct val="0"/>
                </a:spcAft>
              </a:pPr>
              <a:t>61</a:t>
            </a:fld>
            <a:endParaRPr lang="en-US" altLang="en-US">
              <a:solidFill>
                <a:srgbClr val="000000"/>
              </a:solidFill>
              <a:latin typeface="Times New Roman" panose="02020603050405020304" pitchFamily="18" charset="0"/>
            </a:endParaRPr>
          </a:p>
        </p:txBody>
      </p:sp>
      <p:sp>
        <p:nvSpPr>
          <p:cNvPr id="18434" name="Text Box 2">
            <a:extLst>
              <a:ext uri="{FF2B5EF4-FFF2-40B4-BE49-F238E27FC236}">
                <a16:creationId xmlns:a16="http://schemas.microsoft.com/office/drawing/2014/main" id="{6BE1F0B7-3B86-E554-C01A-CB6D8BAB7788}"/>
              </a:ext>
            </a:extLst>
          </p:cNvPr>
          <p:cNvSpPr txBox="1">
            <a:spLocks noChangeArrowheads="1"/>
          </p:cNvSpPr>
          <p:nvPr/>
        </p:nvSpPr>
        <p:spPr bwMode="auto">
          <a:xfrm>
            <a:off x="1889126" y="422275"/>
            <a:ext cx="1376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Delete 70</a:t>
            </a:r>
          </a:p>
        </p:txBody>
      </p:sp>
      <p:sp>
        <p:nvSpPr>
          <p:cNvPr id="18435" name="Text Box 3">
            <a:extLst>
              <a:ext uri="{FF2B5EF4-FFF2-40B4-BE49-F238E27FC236}">
                <a16:creationId xmlns:a16="http://schemas.microsoft.com/office/drawing/2014/main" id="{A5441FC3-29E6-4224-DFC4-167F4F7C531B}"/>
              </a:ext>
            </a:extLst>
          </p:cNvPr>
          <p:cNvSpPr txBox="1">
            <a:spLocks noChangeArrowheads="1"/>
          </p:cNvSpPr>
          <p:nvPr/>
        </p:nvSpPr>
        <p:spPr bwMode="auto">
          <a:xfrm>
            <a:off x="2117725" y="1260476"/>
            <a:ext cx="233910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30,80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10,20    40       90</a:t>
            </a:r>
          </a:p>
        </p:txBody>
      </p:sp>
      <p:sp>
        <p:nvSpPr>
          <p:cNvPr id="18436" name="Line 4">
            <a:extLst>
              <a:ext uri="{FF2B5EF4-FFF2-40B4-BE49-F238E27FC236}">
                <a16:creationId xmlns:a16="http://schemas.microsoft.com/office/drawing/2014/main" id="{D5A4BCCB-2C02-DBD4-885B-6EAD773BD5D0}"/>
              </a:ext>
            </a:extLst>
          </p:cNvPr>
          <p:cNvSpPr>
            <a:spLocks noChangeShapeType="1"/>
          </p:cNvSpPr>
          <p:nvPr/>
        </p:nvSpPr>
        <p:spPr bwMode="auto">
          <a:xfrm flipH="1">
            <a:off x="2590800" y="16764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8437" name="Line 5">
            <a:extLst>
              <a:ext uri="{FF2B5EF4-FFF2-40B4-BE49-F238E27FC236}">
                <a16:creationId xmlns:a16="http://schemas.microsoft.com/office/drawing/2014/main" id="{BA950684-9988-C351-FCC6-6200C5FFF4E6}"/>
              </a:ext>
            </a:extLst>
          </p:cNvPr>
          <p:cNvSpPr>
            <a:spLocks noChangeShapeType="1"/>
          </p:cNvSpPr>
          <p:nvPr/>
        </p:nvSpPr>
        <p:spPr bwMode="auto">
          <a:xfrm>
            <a:off x="3352800" y="16764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8438" name="Line 6">
            <a:extLst>
              <a:ext uri="{FF2B5EF4-FFF2-40B4-BE49-F238E27FC236}">
                <a16:creationId xmlns:a16="http://schemas.microsoft.com/office/drawing/2014/main" id="{2ED79330-06D3-72FB-276C-4608A2E20672}"/>
              </a:ext>
            </a:extLst>
          </p:cNvPr>
          <p:cNvSpPr>
            <a:spLocks noChangeShapeType="1"/>
          </p:cNvSpPr>
          <p:nvPr/>
        </p:nvSpPr>
        <p:spPr bwMode="auto">
          <a:xfrm>
            <a:off x="3733800" y="1600200"/>
            <a:ext cx="457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8439" name="Text Box 7">
            <a:extLst>
              <a:ext uri="{FF2B5EF4-FFF2-40B4-BE49-F238E27FC236}">
                <a16:creationId xmlns:a16="http://schemas.microsoft.com/office/drawing/2014/main" id="{612598C7-5BAC-2336-FB4A-318A55FE7EF8}"/>
              </a:ext>
            </a:extLst>
          </p:cNvPr>
          <p:cNvSpPr txBox="1">
            <a:spLocks noChangeArrowheads="1"/>
          </p:cNvSpPr>
          <p:nvPr/>
        </p:nvSpPr>
        <p:spPr bwMode="auto">
          <a:xfrm>
            <a:off x="1889126" y="2936875"/>
            <a:ext cx="1376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Delete 80</a:t>
            </a:r>
          </a:p>
        </p:txBody>
      </p:sp>
      <p:sp>
        <p:nvSpPr>
          <p:cNvPr id="18440" name="Text Box 8">
            <a:extLst>
              <a:ext uri="{FF2B5EF4-FFF2-40B4-BE49-F238E27FC236}">
                <a16:creationId xmlns:a16="http://schemas.microsoft.com/office/drawing/2014/main" id="{782AD4E4-F9D2-112B-65E7-2A9946624944}"/>
              </a:ext>
            </a:extLst>
          </p:cNvPr>
          <p:cNvSpPr txBox="1">
            <a:spLocks noChangeArrowheads="1"/>
          </p:cNvSpPr>
          <p:nvPr/>
        </p:nvSpPr>
        <p:spPr bwMode="auto">
          <a:xfrm>
            <a:off x="2057400" y="3581401"/>
            <a:ext cx="218521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30,90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a:t>
            </a:r>
          </a:p>
        </p:txBody>
      </p:sp>
      <p:sp>
        <p:nvSpPr>
          <p:cNvPr id="18441" name="Oval 9">
            <a:extLst>
              <a:ext uri="{FF2B5EF4-FFF2-40B4-BE49-F238E27FC236}">
                <a16:creationId xmlns:a16="http://schemas.microsoft.com/office/drawing/2014/main" id="{B99B97D0-F9D2-A37B-A80C-4DF2C258F3FC}"/>
              </a:ext>
            </a:extLst>
          </p:cNvPr>
          <p:cNvSpPr>
            <a:spLocks noChangeArrowheads="1"/>
          </p:cNvSpPr>
          <p:nvPr/>
        </p:nvSpPr>
        <p:spPr bwMode="auto">
          <a:xfrm>
            <a:off x="4114800" y="4267200"/>
            <a:ext cx="381000" cy="4572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8442" name="Line 10">
            <a:extLst>
              <a:ext uri="{FF2B5EF4-FFF2-40B4-BE49-F238E27FC236}">
                <a16:creationId xmlns:a16="http://schemas.microsoft.com/office/drawing/2014/main" id="{F381C032-1BF2-13A7-8381-F1124F059C56}"/>
              </a:ext>
            </a:extLst>
          </p:cNvPr>
          <p:cNvSpPr>
            <a:spLocks noChangeShapeType="1"/>
          </p:cNvSpPr>
          <p:nvPr/>
        </p:nvSpPr>
        <p:spPr bwMode="auto">
          <a:xfrm flipH="1">
            <a:off x="2514600" y="39624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8443" name="Line 11">
            <a:extLst>
              <a:ext uri="{FF2B5EF4-FFF2-40B4-BE49-F238E27FC236}">
                <a16:creationId xmlns:a16="http://schemas.microsoft.com/office/drawing/2014/main" id="{7E339DF9-827D-DB38-C5C2-54B4983E2942}"/>
              </a:ext>
            </a:extLst>
          </p:cNvPr>
          <p:cNvSpPr>
            <a:spLocks noChangeShapeType="1"/>
          </p:cNvSpPr>
          <p:nvPr/>
        </p:nvSpPr>
        <p:spPr bwMode="auto">
          <a:xfrm flipH="1">
            <a:off x="3276600" y="3962400"/>
            <a:ext cx="76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8444" name="Line 12">
            <a:extLst>
              <a:ext uri="{FF2B5EF4-FFF2-40B4-BE49-F238E27FC236}">
                <a16:creationId xmlns:a16="http://schemas.microsoft.com/office/drawing/2014/main" id="{51795C1E-6C29-044A-49BB-B930C449DB03}"/>
              </a:ext>
            </a:extLst>
          </p:cNvPr>
          <p:cNvSpPr>
            <a:spLocks noChangeShapeType="1"/>
          </p:cNvSpPr>
          <p:nvPr/>
        </p:nvSpPr>
        <p:spPr bwMode="auto">
          <a:xfrm>
            <a:off x="3733800" y="39624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8445" name="AutoShape 13">
            <a:extLst>
              <a:ext uri="{FF2B5EF4-FFF2-40B4-BE49-F238E27FC236}">
                <a16:creationId xmlns:a16="http://schemas.microsoft.com/office/drawing/2014/main" id="{E9D7499B-1C03-F34F-6DD1-6C40E79ECF64}"/>
              </a:ext>
            </a:extLst>
          </p:cNvPr>
          <p:cNvSpPr>
            <a:spLocks noChangeArrowheads="1"/>
          </p:cNvSpPr>
          <p:nvPr/>
        </p:nvSpPr>
        <p:spPr bwMode="auto">
          <a:xfrm>
            <a:off x="4724401" y="40386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8446" name="Text Box 14">
            <a:extLst>
              <a:ext uri="{FF2B5EF4-FFF2-40B4-BE49-F238E27FC236}">
                <a16:creationId xmlns:a16="http://schemas.microsoft.com/office/drawing/2014/main" id="{E391ABA8-9A0A-FBBC-28E8-58375CA02E39}"/>
              </a:ext>
            </a:extLst>
          </p:cNvPr>
          <p:cNvSpPr txBox="1">
            <a:spLocks noChangeArrowheads="1"/>
          </p:cNvSpPr>
          <p:nvPr/>
        </p:nvSpPr>
        <p:spPr bwMode="auto">
          <a:xfrm>
            <a:off x="5638800" y="3581400"/>
            <a:ext cx="264687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30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10,20            40,90  </a:t>
            </a: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8447" name="Line 15">
            <a:extLst>
              <a:ext uri="{FF2B5EF4-FFF2-40B4-BE49-F238E27FC236}">
                <a16:creationId xmlns:a16="http://schemas.microsoft.com/office/drawing/2014/main" id="{74D6C135-3529-1A38-2E86-AA6EE7D3436B}"/>
              </a:ext>
            </a:extLst>
          </p:cNvPr>
          <p:cNvSpPr>
            <a:spLocks noChangeShapeType="1"/>
          </p:cNvSpPr>
          <p:nvPr/>
        </p:nvSpPr>
        <p:spPr bwMode="auto">
          <a:xfrm flipH="1">
            <a:off x="6019800" y="39624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8449" name="Line 17">
            <a:extLst>
              <a:ext uri="{FF2B5EF4-FFF2-40B4-BE49-F238E27FC236}">
                <a16:creationId xmlns:a16="http://schemas.microsoft.com/office/drawing/2014/main" id="{5137D2E5-F0F6-BBA9-0D22-452CF6CCE6DE}"/>
              </a:ext>
            </a:extLst>
          </p:cNvPr>
          <p:cNvSpPr>
            <a:spLocks noChangeShapeType="1"/>
          </p:cNvSpPr>
          <p:nvPr/>
        </p:nvSpPr>
        <p:spPr bwMode="auto">
          <a:xfrm>
            <a:off x="6781800" y="3886200"/>
            <a:ext cx="838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E57369F-CCBD-2C88-51EC-8F78774FB6C0}"/>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584C53DB-0B01-6938-FF27-9C7497EBBC74}"/>
              </a:ext>
            </a:extLst>
          </p:cNvPr>
          <p:cNvSpPr>
            <a:spLocks noGrp="1"/>
          </p:cNvSpPr>
          <p:nvPr>
            <p:ph type="sldNum" sz="quarter" idx="12"/>
          </p:nvPr>
        </p:nvSpPr>
        <p:spPr/>
        <p:txBody>
          <a:bodyPr/>
          <a:lstStyle/>
          <a:p>
            <a:pPr fontAlgn="base">
              <a:spcBef>
                <a:spcPct val="0"/>
              </a:spcBef>
              <a:spcAft>
                <a:spcPct val="0"/>
              </a:spcAft>
            </a:pPr>
            <a:fld id="{7C93FEEC-914E-43DC-9C46-F2DD099F1685}" type="slidenum">
              <a:rPr lang="en-US" altLang="en-US">
                <a:solidFill>
                  <a:srgbClr val="000000"/>
                </a:solidFill>
                <a:latin typeface="Times New Roman" panose="02020603050405020304" pitchFamily="18" charset="0"/>
              </a:rPr>
              <a:pPr fontAlgn="base">
                <a:spcBef>
                  <a:spcPct val="0"/>
                </a:spcBef>
                <a:spcAft>
                  <a:spcPct val="0"/>
                </a:spcAft>
              </a:pPr>
              <a:t>62</a:t>
            </a:fld>
            <a:endParaRPr lang="en-US" altLang="en-US">
              <a:solidFill>
                <a:srgbClr val="000000"/>
              </a:solidFill>
              <a:latin typeface="Times New Roman" panose="02020603050405020304" pitchFamily="18" charset="0"/>
            </a:endParaRPr>
          </a:p>
        </p:txBody>
      </p:sp>
      <p:sp>
        <p:nvSpPr>
          <p:cNvPr id="19458" name="Text Box 2">
            <a:extLst>
              <a:ext uri="{FF2B5EF4-FFF2-40B4-BE49-F238E27FC236}">
                <a16:creationId xmlns:a16="http://schemas.microsoft.com/office/drawing/2014/main" id="{2BE5F624-690A-62DD-A8E7-8509D588C860}"/>
              </a:ext>
            </a:extLst>
          </p:cNvPr>
          <p:cNvSpPr txBox="1">
            <a:spLocks noChangeArrowheads="1"/>
          </p:cNvSpPr>
          <p:nvPr/>
        </p:nvSpPr>
        <p:spPr bwMode="auto">
          <a:xfrm>
            <a:off x="1889126" y="269875"/>
            <a:ext cx="96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00"/>
                </a:solidFill>
                <a:latin typeface="Times New Roman" panose="02020603050405020304" pitchFamily="18" charset="0"/>
              </a:rPr>
              <a:t>Given</a:t>
            </a:r>
          </a:p>
        </p:txBody>
      </p:sp>
      <p:sp>
        <p:nvSpPr>
          <p:cNvPr id="19459" name="Text Box 3">
            <a:extLst>
              <a:ext uri="{FF2B5EF4-FFF2-40B4-BE49-F238E27FC236}">
                <a16:creationId xmlns:a16="http://schemas.microsoft.com/office/drawing/2014/main" id="{6CB9C9A5-895E-5913-B431-FBBD57E5390C}"/>
              </a:ext>
            </a:extLst>
          </p:cNvPr>
          <p:cNvSpPr txBox="1">
            <a:spLocks noChangeArrowheads="1"/>
          </p:cNvSpPr>
          <p:nvPr/>
        </p:nvSpPr>
        <p:spPr bwMode="auto">
          <a:xfrm>
            <a:off x="3962400" y="498475"/>
            <a:ext cx="37338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fontAlgn="base">
              <a:spcBef>
                <a:spcPct val="0"/>
              </a:spcBef>
              <a:spcAft>
                <a:spcPct val="0"/>
              </a:spcAft>
            </a:pPr>
            <a:r>
              <a:rPr lang="en-US" altLang="en-US">
                <a:solidFill>
                  <a:srgbClr val="000000"/>
                </a:solidFill>
              </a:rPr>
              <a:t>                  50</a:t>
            </a:r>
          </a:p>
          <a:p>
            <a:pPr fontAlgn="base">
              <a:spcBef>
                <a:spcPct val="0"/>
              </a:spcBef>
              <a:spcAft>
                <a:spcPct val="0"/>
              </a:spcAft>
            </a:pPr>
            <a:endParaRPr lang="en-US" altLang="en-US">
              <a:solidFill>
                <a:srgbClr val="000000"/>
              </a:solidFill>
            </a:endParaRPr>
          </a:p>
          <a:p>
            <a:pPr fontAlgn="base">
              <a:spcBef>
                <a:spcPct val="0"/>
              </a:spcBef>
              <a:spcAft>
                <a:spcPct val="0"/>
              </a:spcAft>
            </a:pPr>
            <a:r>
              <a:rPr lang="en-US" altLang="en-US">
                <a:solidFill>
                  <a:srgbClr val="000000"/>
                </a:solidFill>
              </a:rPr>
              <a:t>      30                  70,90</a:t>
            </a:r>
          </a:p>
          <a:p>
            <a:pPr fontAlgn="base">
              <a:spcBef>
                <a:spcPct val="0"/>
              </a:spcBef>
              <a:spcAft>
                <a:spcPct val="0"/>
              </a:spcAft>
              <a:buFontTx/>
              <a:buAutoNum type="arabicPlain" startAt="30"/>
            </a:pPr>
            <a:endParaRPr lang="en-US" altLang="en-US">
              <a:solidFill>
                <a:srgbClr val="000000"/>
              </a:solidFill>
            </a:endParaRPr>
          </a:p>
          <a:p>
            <a:pPr fontAlgn="base">
              <a:spcBef>
                <a:spcPct val="0"/>
              </a:spcBef>
              <a:spcAft>
                <a:spcPct val="0"/>
              </a:spcAft>
            </a:pPr>
            <a:r>
              <a:rPr lang="en-US" altLang="en-US">
                <a:solidFill>
                  <a:srgbClr val="000000"/>
                </a:solidFill>
              </a:rPr>
              <a:t>10,20     40    60    80    100</a:t>
            </a:r>
          </a:p>
        </p:txBody>
      </p:sp>
      <p:sp>
        <p:nvSpPr>
          <p:cNvPr id="19460" name="Line 4">
            <a:extLst>
              <a:ext uri="{FF2B5EF4-FFF2-40B4-BE49-F238E27FC236}">
                <a16:creationId xmlns:a16="http://schemas.microsoft.com/office/drawing/2014/main" id="{9EB7AF99-75FC-4ED3-E4CA-B71E82CEF2E0}"/>
              </a:ext>
            </a:extLst>
          </p:cNvPr>
          <p:cNvSpPr>
            <a:spLocks noChangeShapeType="1"/>
          </p:cNvSpPr>
          <p:nvPr/>
        </p:nvSpPr>
        <p:spPr bwMode="auto">
          <a:xfrm flipH="1">
            <a:off x="4800600" y="8382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61" name="Line 5">
            <a:extLst>
              <a:ext uri="{FF2B5EF4-FFF2-40B4-BE49-F238E27FC236}">
                <a16:creationId xmlns:a16="http://schemas.microsoft.com/office/drawing/2014/main" id="{1FC3F237-FB50-A418-CC5E-4D1C8DABDD4C}"/>
              </a:ext>
            </a:extLst>
          </p:cNvPr>
          <p:cNvSpPr>
            <a:spLocks noChangeShapeType="1"/>
          </p:cNvSpPr>
          <p:nvPr/>
        </p:nvSpPr>
        <p:spPr bwMode="auto">
          <a:xfrm>
            <a:off x="5791200" y="762000"/>
            <a:ext cx="762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62" name="Line 6">
            <a:extLst>
              <a:ext uri="{FF2B5EF4-FFF2-40B4-BE49-F238E27FC236}">
                <a16:creationId xmlns:a16="http://schemas.microsoft.com/office/drawing/2014/main" id="{689D3619-8993-D11A-7264-9A3915D246DE}"/>
              </a:ext>
            </a:extLst>
          </p:cNvPr>
          <p:cNvSpPr>
            <a:spLocks noChangeShapeType="1"/>
          </p:cNvSpPr>
          <p:nvPr/>
        </p:nvSpPr>
        <p:spPr bwMode="auto">
          <a:xfrm flipH="1">
            <a:off x="4267200" y="16002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63" name="Line 7">
            <a:extLst>
              <a:ext uri="{FF2B5EF4-FFF2-40B4-BE49-F238E27FC236}">
                <a16:creationId xmlns:a16="http://schemas.microsoft.com/office/drawing/2014/main" id="{1230AA0C-E4B8-EAC8-BF06-3958D0F62814}"/>
              </a:ext>
            </a:extLst>
          </p:cNvPr>
          <p:cNvSpPr>
            <a:spLocks noChangeShapeType="1"/>
          </p:cNvSpPr>
          <p:nvPr/>
        </p:nvSpPr>
        <p:spPr bwMode="auto">
          <a:xfrm>
            <a:off x="4800600" y="1600200"/>
            <a:ext cx="457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64" name="Line 8">
            <a:extLst>
              <a:ext uri="{FF2B5EF4-FFF2-40B4-BE49-F238E27FC236}">
                <a16:creationId xmlns:a16="http://schemas.microsoft.com/office/drawing/2014/main" id="{03B20BC4-EA8E-3C60-8B8B-5B04E8F2173C}"/>
              </a:ext>
            </a:extLst>
          </p:cNvPr>
          <p:cNvSpPr>
            <a:spLocks noChangeShapeType="1"/>
          </p:cNvSpPr>
          <p:nvPr/>
        </p:nvSpPr>
        <p:spPr bwMode="auto">
          <a:xfrm flipH="1">
            <a:off x="5791200" y="1600200"/>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67" name="Line 11">
            <a:extLst>
              <a:ext uri="{FF2B5EF4-FFF2-40B4-BE49-F238E27FC236}">
                <a16:creationId xmlns:a16="http://schemas.microsoft.com/office/drawing/2014/main" id="{4EE0DFE1-9E67-60EF-5FC3-FB5D54DEA4FF}"/>
              </a:ext>
            </a:extLst>
          </p:cNvPr>
          <p:cNvSpPr>
            <a:spLocks noChangeShapeType="1"/>
          </p:cNvSpPr>
          <p:nvPr/>
        </p:nvSpPr>
        <p:spPr bwMode="auto">
          <a:xfrm>
            <a:off x="6477000" y="1676400"/>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68" name="Line 12">
            <a:extLst>
              <a:ext uri="{FF2B5EF4-FFF2-40B4-BE49-F238E27FC236}">
                <a16:creationId xmlns:a16="http://schemas.microsoft.com/office/drawing/2014/main" id="{C97A7F4C-F1C7-8129-68DE-EFAF5DAAB70A}"/>
              </a:ext>
            </a:extLst>
          </p:cNvPr>
          <p:cNvSpPr>
            <a:spLocks noChangeShapeType="1"/>
          </p:cNvSpPr>
          <p:nvPr/>
        </p:nvSpPr>
        <p:spPr bwMode="auto">
          <a:xfrm>
            <a:off x="6781800" y="1600200"/>
            <a:ext cx="457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69" name="Text Box 13">
            <a:extLst>
              <a:ext uri="{FF2B5EF4-FFF2-40B4-BE49-F238E27FC236}">
                <a16:creationId xmlns:a16="http://schemas.microsoft.com/office/drawing/2014/main" id="{A9E81942-D939-9565-9691-2DBB6D77F171}"/>
              </a:ext>
            </a:extLst>
          </p:cNvPr>
          <p:cNvSpPr txBox="1">
            <a:spLocks noChangeArrowheads="1"/>
          </p:cNvSpPr>
          <p:nvPr/>
        </p:nvSpPr>
        <p:spPr bwMode="auto">
          <a:xfrm>
            <a:off x="1889126" y="2479675"/>
            <a:ext cx="1376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Delete 70</a:t>
            </a:r>
          </a:p>
        </p:txBody>
      </p:sp>
      <p:sp>
        <p:nvSpPr>
          <p:cNvPr id="19470" name="Text Box 14">
            <a:extLst>
              <a:ext uri="{FF2B5EF4-FFF2-40B4-BE49-F238E27FC236}">
                <a16:creationId xmlns:a16="http://schemas.microsoft.com/office/drawing/2014/main" id="{618F724F-87A7-E93E-5C35-B9EADFF80D24}"/>
              </a:ext>
            </a:extLst>
          </p:cNvPr>
          <p:cNvSpPr txBox="1">
            <a:spLocks noChangeArrowheads="1"/>
          </p:cNvSpPr>
          <p:nvPr/>
        </p:nvSpPr>
        <p:spPr bwMode="auto">
          <a:xfrm>
            <a:off x="5334001" y="2514601"/>
            <a:ext cx="4887913" cy="830997"/>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en-US" sz="2400" b="1">
                <a:solidFill>
                  <a:srgbClr val="000000"/>
                </a:solidFill>
                <a:latin typeface="Times New Roman" panose="02020603050405020304" pitchFamily="18" charset="0"/>
              </a:rPr>
              <a:t>You always begin deletion from a leaf so swap with inorder successor.</a:t>
            </a:r>
          </a:p>
        </p:txBody>
      </p:sp>
      <p:sp>
        <p:nvSpPr>
          <p:cNvPr id="19471" name="Text Box 15">
            <a:extLst>
              <a:ext uri="{FF2B5EF4-FFF2-40B4-BE49-F238E27FC236}">
                <a16:creationId xmlns:a16="http://schemas.microsoft.com/office/drawing/2014/main" id="{CD4AFA82-4491-D2CA-9CAD-A00473E3DCCE}"/>
              </a:ext>
            </a:extLst>
          </p:cNvPr>
          <p:cNvSpPr txBox="1">
            <a:spLocks noChangeArrowheads="1"/>
          </p:cNvSpPr>
          <p:nvPr/>
        </p:nvSpPr>
        <p:spPr bwMode="auto">
          <a:xfrm>
            <a:off x="1981200" y="3581400"/>
            <a:ext cx="357020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fontAlgn="base">
              <a:spcBef>
                <a:spcPct val="0"/>
              </a:spcBef>
              <a:spcAft>
                <a:spcPct val="0"/>
              </a:spcAft>
            </a:pPr>
            <a:r>
              <a:rPr lang="en-US" altLang="en-US">
                <a:solidFill>
                  <a:srgbClr val="000000"/>
                </a:solidFill>
              </a:rPr>
              <a:t>                  50</a:t>
            </a:r>
          </a:p>
          <a:p>
            <a:pPr fontAlgn="base">
              <a:spcBef>
                <a:spcPct val="0"/>
              </a:spcBef>
              <a:spcAft>
                <a:spcPct val="0"/>
              </a:spcAft>
            </a:pPr>
            <a:endParaRPr lang="en-US" altLang="en-US">
              <a:solidFill>
                <a:srgbClr val="000000"/>
              </a:solidFill>
            </a:endParaRPr>
          </a:p>
          <a:p>
            <a:pPr fontAlgn="base">
              <a:spcBef>
                <a:spcPct val="0"/>
              </a:spcBef>
              <a:spcAft>
                <a:spcPct val="0"/>
              </a:spcAft>
            </a:pPr>
            <a:r>
              <a:rPr lang="en-US" altLang="en-US">
                <a:solidFill>
                  <a:srgbClr val="000000"/>
                </a:solidFill>
              </a:rPr>
              <a:t>      30                  80,90</a:t>
            </a:r>
          </a:p>
          <a:p>
            <a:pPr fontAlgn="base">
              <a:spcBef>
                <a:spcPct val="0"/>
              </a:spcBef>
              <a:spcAft>
                <a:spcPct val="0"/>
              </a:spcAft>
              <a:buFontTx/>
              <a:buAutoNum type="arabicPlain" startAt="30"/>
            </a:pPr>
            <a:endParaRPr lang="en-US" altLang="en-US">
              <a:solidFill>
                <a:srgbClr val="000000"/>
              </a:solidFill>
            </a:endParaRPr>
          </a:p>
          <a:p>
            <a:pPr fontAlgn="base">
              <a:spcBef>
                <a:spcPct val="0"/>
              </a:spcBef>
              <a:spcAft>
                <a:spcPct val="0"/>
              </a:spcAft>
            </a:pPr>
            <a:r>
              <a:rPr lang="en-US" altLang="en-US">
                <a:solidFill>
                  <a:srgbClr val="000000"/>
                </a:solidFill>
              </a:rPr>
              <a:t>10,20     40    60    70    100</a:t>
            </a:r>
          </a:p>
          <a:p>
            <a:pPr fontAlgn="base">
              <a:spcBef>
                <a:spcPct val="0"/>
              </a:spcBef>
              <a:spcAft>
                <a:spcPct val="0"/>
              </a:spcAft>
            </a:pPr>
            <a:endParaRPr lang="en-US" altLang="en-US">
              <a:solidFill>
                <a:srgbClr val="000000"/>
              </a:solidFill>
            </a:endParaRPr>
          </a:p>
        </p:txBody>
      </p:sp>
      <p:sp>
        <p:nvSpPr>
          <p:cNvPr id="19472" name="AutoShape 16">
            <a:extLst>
              <a:ext uri="{FF2B5EF4-FFF2-40B4-BE49-F238E27FC236}">
                <a16:creationId xmlns:a16="http://schemas.microsoft.com/office/drawing/2014/main" id="{B1D940EF-42F9-BC5B-1EE4-430CF754BB74}"/>
              </a:ext>
            </a:extLst>
          </p:cNvPr>
          <p:cNvSpPr>
            <a:spLocks/>
          </p:cNvSpPr>
          <p:nvPr/>
        </p:nvSpPr>
        <p:spPr bwMode="auto">
          <a:xfrm rot="16200000">
            <a:off x="4419600" y="5105400"/>
            <a:ext cx="152400" cy="914400"/>
          </a:xfrm>
          <a:prstGeom prst="lef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73" name="Text Box 17">
            <a:extLst>
              <a:ext uri="{FF2B5EF4-FFF2-40B4-BE49-F238E27FC236}">
                <a16:creationId xmlns:a16="http://schemas.microsoft.com/office/drawing/2014/main" id="{EAB6BCC1-5E2B-4A22-DE6E-E1BE2E34226B}"/>
              </a:ext>
            </a:extLst>
          </p:cNvPr>
          <p:cNvSpPr txBox="1">
            <a:spLocks noChangeArrowheads="1"/>
          </p:cNvSpPr>
          <p:nvPr/>
        </p:nvSpPr>
        <p:spPr bwMode="auto">
          <a:xfrm>
            <a:off x="4191000" y="5562601"/>
            <a:ext cx="768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b="1">
                <a:solidFill>
                  <a:srgbClr val="FF3300"/>
                </a:solidFill>
                <a:latin typeface="Times New Roman" panose="02020603050405020304" pitchFamily="18" charset="0"/>
              </a:rPr>
              <a:t>illegal</a:t>
            </a:r>
          </a:p>
        </p:txBody>
      </p:sp>
      <p:sp>
        <p:nvSpPr>
          <p:cNvPr id="19474" name="Line 18">
            <a:extLst>
              <a:ext uri="{FF2B5EF4-FFF2-40B4-BE49-F238E27FC236}">
                <a16:creationId xmlns:a16="http://schemas.microsoft.com/office/drawing/2014/main" id="{73C5B987-8456-A13D-6F2C-9E6E0A6C8D55}"/>
              </a:ext>
            </a:extLst>
          </p:cNvPr>
          <p:cNvSpPr>
            <a:spLocks noChangeShapeType="1"/>
          </p:cNvSpPr>
          <p:nvPr/>
        </p:nvSpPr>
        <p:spPr bwMode="auto">
          <a:xfrm flipH="1">
            <a:off x="2819400" y="3962400"/>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75" name="Line 19">
            <a:extLst>
              <a:ext uri="{FF2B5EF4-FFF2-40B4-BE49-F238E27FC236}">
                <a16:creationId xmlns:a16="http://schemas.microsoft.com/office/drawing/2014/main" id="{8240E4FF-E82E-0088-73C8-DB10B10E59EF}"/>
              </a:ext>
            </a:extLst>
          </p:cNvPr>
          <p:cNvSpPr>
            <a:spLocks noChangeShapeType="1"/>
          </p:cNvSpPr>
          <p:nvPr/>
        </p:nvSpPr>
        <p:spPr bwMode="auto">
          <a:xfrm>
            <a:off x="3810000" y="3886200"/>
            <a:ext cx="685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76" name="Line 20">
            <a:extLst>
              <a:ext uri="{FF2B5EF4-FFF2-40B4-BE49-F238E27FC236}">
                <a16:creationId xmlns:a16="http://schemas.microsoft.com/office/drawing/2014/main" id="{766A2988-AD92-266E-325F-21CE9164BB3A}"/>
              </a:ext>
            </a:extLst>
          </p:cNvPr>
          <p:cNvSpPr>
            <a:spLocks noChangeShapeType="1"/>
          </p:cNvSpPr>
          <p:nvPr/>
        </p:nvSpPr>
        <p:spPr bwMode="auto">
          <a:xfrm flipH="1">
            <a:off x="2438400" y="4724400"/>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77" name="Line 21">
            <a:extLst>
              <a:ext uri="{FF2B5EF4-FFF2-40B4-BE49-F238E27FC236}">
                <a16:creationId xmlns:a16="http://schemas.microsoft.com/office/drawing/2014/main" id="{8177CA3D-ADDF-3361-FDB9-6F63CE49D965}"/>
              </a:ext>
            </a:extLst>
          </p:cNvPr>
          <p:cNvSpPr>
            <a:spLocks noChangeShapeType="1"/>
          </p:cNvSpPr>
          <p:nvPr/>
        </p:nvSpPr>
        <p:spPr bwMode="auto">
          <a:xfrm>
            <a:off x="2819400" y="47244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78" name="Line 22">
            <a:extLst>
              <a:ext uri="{FF2B5EF4-FFF2-40B4-BE49-F238E27FC236}">
                <a16:creationId xmlns:a16="http://schemas.microsoft.com/office/drawing/2014/main" id="{6AD63749-7CD8-2C5B-1961-CB59A7633575}"/>
              </a:ext>
            </a:extLst>
          </p:cNvPr>
          <p:cNvSpPr>
            <a:spLocks noChangeShapeType="1"/>
          </p:cNvSpPr>
          <p:nvPr/>
        </p:nvSpPr>
        <p:spPr bwMode="auto">
          <a:xfrm flipH="1">
            <a:off x="3886200" y="46482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79" name="Line 23">
            <a:extLst>
              <a:ext uri="{FF2B5EF4-FFF2-40B4-BE49-F238E27FC236}">
                <a16:creationId xmlns:a16="http://schemas.microsoft.com/office/drawing/2014/main" id="{B8918713-72F1-D90D-6D5A-560F79F531B7}"/>
              </a:ext>
            </a:extLst>
          </p:cNvPr>
          <p:cNvSpPr>
            <a:spLocks noChangeShapeType="1"/>
          </p:cNvSpPr>
          <p:nvPr/>
        </p:nvSpPr>
        <p:spPr bwMode="auto">
          <a:xfrm>
            <a:off x="4419600" y="4724400"/>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80" name="Line 24">
            <a:extLst>
              <a:ext uri="{FF2B5EF4-FFF2-40B4-BE49-F238E27FC236}">
                <a16:creationId xmlns:a16="http://schemas.microsoft.com/office/drawing/2014/main" id="{1D4E7462-392D-6726-25F0-482A380DFDAA}"/>
              </a:ext>
            </a:extLst>
          </p:cNvPr>
          <p:cNvSpPr>
            <a:spLocks noChangeShapeType="1"/>
          </p:cNvSpPr>
          <p:nvPr/>
        </p:nvSpPr>
        <p:spPr bwMode="auto">
          <a:xfrm>
            <a:off x="4876800" y="4648200"/>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81" name="AutoShape 25">
            <a:extLst>
              <a:ext uri="{FF2B5EF4-FFF2-40B4-BE49-F238E27FC236}">
                <a16:creationId xmlns:a16="http://schemas.microsoft.com/office/drawing/2014/main" id="{10CBF4A3-267B-A674-80D2-71C62C3C16F9}"/>
              </a:ext>
            </a:extLst>
          </p:cNvPr>
          <p:cNvSpPr>
            <a:spLocks noChangeArrowheads="1"/>
          </p:cNvSpPr>
          <p:nvPr/>
        </p:nvSpPr>
        <p:spPr bwMode="auto">
          <a:xfrm>
            <a:off x="5334001" y="44196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82" name="Text Box 26">
            <a:extLst>
              <a:ext uri="{FF2B5EF4-FFF2-40B4-BE49-F238E27FC236}">
                <a16:creationId xmlns:a16="http://schemas.microsoft.com/office/drawing/2014/main" id="{89BFFC08-A874-11BF-FDDA-80D155EFB612}"/>
              </a:ext>
            </a:extLst>
          </p:cNvPr>
          <p:cNvSpPr txBox="1">
            <a:spLocks noChangeArrowheads="1"/>
          </p:cNvSpPr>
          <p:nvPr/>
        </p:nvSpPr>
        <p:spPr bwMode="auto">
          <a:xfrm>
            <a:off x="7162800" y="3810000"/>
            <a:ext cx="218521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80,90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60           100</a:t>
            </a:r>
          </a:p>
        </p:txBody>
      </p:sp>
      <p:sp>
        <p:nvSpPr>
          <p:cNvPr id="19483" name="Oval 27">
            <a:extLst>
              <a:ext uri="{FF2B5EF4-FFF2-40B4-BE49-F238E27FC236}">
                <a16:creationId xmlns:a16="http://schemas.microsoft.com/office/drawing/2014/main" id="{F0639E5F-6CC7-1A6E-9AD0-A7F07811D4E9}"/>
              </a:ext>
            </a:extLst>
          </p:cNvPr>
          <p:cNvSpPr>
            <a:spLocks noChangeArrowheads="1"/>
          </p:cNvSpPr>
          <p:nvPr/>
        </p:nvSpPr>
        <p:spPr bwMode="auto">
          <a:xfrm>
            <a:off x="8153400" y="5257800"/>
            <a:ext cx="381000" cy="4572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84" name="AutoShape 28">
            <a:extLst>
              <a:ext uri="{FF2B5EF4-FFF2-40B4-BE49-F238E27FC236}">
                <a16:creationId xmlns:a16="http://schemas.microsoft.com/office/drawing/2014/main" id="{DFD7B878-8DF0-A6C1-12CA-94634D748A1E}"/>
              </a:ext>
            </a:extLst>
          </p:cNvPr>
          <p:cNvSpPr>
            <a:spLocks noChangeArrowheads="1"/>
          </p:cNvSpPr>
          <p:nvPr/>
        </p:nvSpPr>
        <p:spPr bwMode="auto">
          <a:xfrm>
            <a:off x="6477000" y="4495800"/>
            <a:ext cx="762000" cy="53340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85" name="Line 29">
            <a:extLst>
              <a:ext uri="{FF2B5EF4-FFF2-40B4-BE49-F238E27FC236}">
                <a16:creationId xmlns:a16="http://schemas.microsoft.com/office/drawing/2014/main" id="{96BA5A2B-FCBB-FAA6-95F2-C8317B041F30}"/>
              </a:ext>
            </a:extLst>
          </p:cNvPr>
          <p:cNvSpPr>
            <a:spLocks noChangeShapeType="1"/>
          </p:cNvSpPr>
          <p:nvPr/>
        </p:nvSpPr>
        <p:spPr bwMode="auto">
          <a:xfrm flipH="1">
            <a:off x="7162800" y="4191000"/>
            <a:ext cx="457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86" name="Line 30">
            <a:extLst>
              <a:ext uri="{FF2B5EF4-FFF2-40B4-BE49-F238E27FC236}">
                <a16:creationId xmlns:a16="http://schemas.microsoft.com/office/drawing/2014/main" id="{48B77507-4CB3-AB3E-B6FF-8B4691366701}"/>
              </a:ext>
            </a:extLst>
          </p:cNvPr>
          <p:cNvSpPr>
            <a:spLocks noChangeShapeType="1"/>
          </p:cNvSpPr>
          <p:nvPr/>
        </p:nvSpPr>
        <p:spPr bwMode="auto">
          <a:xfrm>
            <a:off x="7848600" y="4191000"/>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87" name="Line 31">
            <a:extLst>
              <a:ext uri="{FF2B5EF4-FFF2-40B4-BE49-F238E27FC236}">
                <a16:creationId xmlns:a16="http://schemas.microsoft.com/office/drawing/2014/main" id="{9DF1858B-FF5E-D42E-1B0F-D42030A4AA04}"/>
              </a:ext>
            </a:extLst>
          </p:cNvPr>
          <p:cNvSpPr>
            <a:spLocks noChangeShapeType="1"/>
          </p:cNvSpPr>
          <p:nvPr/>
        </p:nvSpPr>
        <p:spPr bwMode="auto">
          <a:xfrm flipH="1">
            <a:off x="7848600" y="48768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88" name="Line 32">
            <a:extLst>
              <a:ext uri="{FF2B5EF4-FFF2-40B4-BE49-F238E27FC236}">
                <a16:creationId xmlns:a16="http://schemas.microsoft.com/office/drawing/2014/main" id="{AA32AD3F-79BA-992F-2166-3CDF0D74C958}"/>
              </a:ext>
            </a:extLst>
          </p:cNvPr>
          <p:cNvSpPr>
            <a:spLocks noChangeShapeType="1"/>
          </p:cNvSpPr>
          <p:nvPr/>
        </p:nvSpPr>
        <p:spPr bwMode="auto">
          <a:xfrm>
            <a:off x="8382000" y="49530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19489" name="Line 33">
            <a:extLst>
              <a:ext uri="{FF2B5EF4-FFF2-40B4-BE49-F238E27FC236}">
                <a16:creationId xmlns:a16="http://schemas.microsoft.com/office/drawing/2014/main" id="{3AB55343-B8DD-0CCA-BFF1-91545A2DD2C3}"/>
              </a:ext>
            </a:extLst>
          </p:cNvPr>
          <p:cNvSpPr>
            <a:spLocks noChangeShapeType="1"/>
          </p:cNvSpPr>
          <p:nvPr/>
        </p:nvSpPr>
        <p:spPr bwMode="auto">
          <a:xfrm>
            <a:off x="8686800" y="49530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3CD1D97E-B69C-D378-209B-B86C98161E44}"/>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05E906B0-0BE9-3A5C-CBD9-88C66FB63238}"/>
              </a:ext>
            </a:extLst>
          </p:cNvPr>
          <p:cNvSpPr>
            <a:spLocks noGrp="1"/>
          </p:cNvSpPr>
          <p:nvPr>
            <p:ph type="sldNum" sz="quarter" idx="12"/>
          </p:nvPr>
        </p:nvSpPr>
        <p:spPr/>
        <p:txBody>
          <a:bodyPr/>
          <a:lstStyle/>
          <a:p>
            <a:pPr fontAlgn="base">
              <a:spcBef>
                <a:spcPct val="0"/>
              </a:spcBef>
              <a:spcAft>
                <a:spcPct val="0"/>
              </a:spcAft>
            </a:pPr>
            <a:fld id="{BF6DF657-D8B0-4383-A5F8-956EA1C20ABD}" type="slidenum">
              <a:rPr lang="en-US" altLang="en-US">
                <a:solidFill>
                  <a:srgbClr val="000000"/>
                </a:solidFill>
                <a:latin typeface="Times New Roman" panose="02020603050405020304" pitchFamily="18" charset="0"/>
              </a:rPr>
              <a:pPr fontAlgn="base">
                <a:spcBef>
                  <a:spcPct val="0"/>
                </a:spcBef>
                <a:spcAft>
                  <a:spcPct val="0"/>
                </a:spcAft>
              </a:pPr>
              <a:t>63</a:t>
            </a:fld>
            <a:endParaRPr lang="en-US" altLang="en-US">
              <a:solidFill>
                <a:srgbClr val="000000"/>
              </a:solidFill>
              <a:latin typeface="Times New Roman" panose="02020603050405020304" pitchFamily="18" charset="0"/>
            </a:endParaRPr>
          </a:p>
        </p:txBody>
      </p:sp>
      <p:sp>
        <p:nvSpPr>
          <p:cNvPr id="20482" name="Text Box 2">
            <a:extLst>
              <a:ext uri="{FF2B5EF4-FFF2-40B4-BE49-F238E27FC236}">
                <a16:creationId xmlns:a16="http://schemas.microsoft.com/office/drawing/2014/main" id="{8CF683F0-3A71-5983-6BB4-7C2D8DC47589}"/>
              </a:ext>
            </a:extLst>
          </p:cNvPr>
          <p:cNvSpPr txBox="1">
            <a:spLocks noChangeArrowheads="1"/>
          </p:cNvSpPr>
          <p:nvPr/>
        </p:nvSpPr>
        <p:spPr bwMode="auto">
          <a:xfrm>
            <a:off x="2895600" y="685800"/>
            <a:ext cx="27749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60,80           100</a:t>
            </a: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20483" name="AutoShape 3">
            <a:extLst>
              <a:ext uri="{FF2B5EF4-FFF2-40B4-BE49-F238E27FC236}">
                <a16:creationId xmlns:a16="http://schemas.microsoft.com/office/drawing/2014/main" id="{F995A23F-F205-85AC-7C25-F4D3ED7CFA46}"/>
              </a:ext>
            </a:extLst>
          </p:cNvPr>
          <p:cNvSpPr>
            <a:spLocks noChangeArrowheads="1"/>
          </p:cNvSpPr>
          <p:nvPr/>
        </p:nvSpPr>
        <p:spPr bwMode="auto">
          <a:xfrm>
            <a:off x="1905000" y="1447800"/>
            <a:ext cx="762000" cy="53340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0484" name="Line 4">
            <a:extLst>
              <a:ext uri="{FF2B5EF4-FFF2-40B4-BE49-F238E27FC236}">
                <a16:creationId xmlns:a16="http://schemas.microsoft.com/office/drawing/2014/main" id="{5D19F211-FF0F-16D8-BE03-086E76199DB6}"/>
              </a:ext>
            </a:extLst>
          </p:cNvPr>
          <p:cNvSpPr>
            <a:spLocks noChangeShapeType="1"/>
          </p:cNvSpPr>
          <p:nvPr/>
        </p:nvSpPr>
        <p:spPr bwMode="auto">
          <a:xfrm flipH="1">
            <a:off x="2514600" y="1066800"/>
            <a:ext cx="609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0485" name="Line 5">
            <a:extLst>
              <a:ext uri="{FF2B5EF4-FFF2-40B4-BE49-F238E27FC236}">
                <a16:creationId xmlns:a16="http://schemas.microsoft.com/office/drawing/2014/main" id="{C9545EC1-3A56-3387-0C14-C242B3A99F07}"/>
              </a:ext>
            </a:extLst>
          </p:cNvPr>
          <p:cNvSpPr>
            <a:spLocks noChangeShapeType="1"/>
          </p:cNvSpPr>
          <p:nvPr/>
        </p:nvSpPr>
        <p:spPr bwMode="auto">
          <a:xfrm>
            <a:off x="3657600" y="9906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0486" name="Line 6">
            <a:extLst>
              <a:ext uri="{FF2B5EF4-FFF2-40B4-BE49-F238E27FC236}">
                <a16:creationId xmlns:a16="http://schemas.microsoft.com/office/drawing/2014/main" id="{49F0B459-A75D-8344-4BBF-51522489B0A6}"/>
              </a:ext>
            </a:extLst>
          </p:cNvPr>
          <p:cNvSpPr>
            <a:spLocks noChangeShapeType="1"/>
          </p:cNvSpPr>
          <p:nvPr/>
        </p:nvSpPr>
        <p:spPr bwMode="auto">
          <a:xfrm flipH="1">
            <a:off x="3657600" y="1752600"/>
            <a:ext cx="457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0487" name="Line 7">
            <a:extLst>
              <a:ext uri="{FF2B5EF4-FFF2-40B4-BE49-F238E27FC236}">
                <a16:creationId xmlns:a16="http://schemas.microsoft.com/office/drawing/2014/main" id="{54002A2D-4FAC-789C-4CD4-43F95EB1A03A}"/>
              </a:ext>
            </a:extLst>
          </p:cNvPr>
          <p:cNvSpPr>
            <a:spLocks noChangeShapeType="1"/>
          </p:cNvSpPr>
          <p:nvPr/>
        </p:nvSpPr>
        <p:spPr bwMode="auto">
          <a:xfrm>
            <a:off x="4419600" y="1752600"/>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0488" name="AutoShape 8">
            <a:extLst>
              <a:ext uri="{FF2B5EF4-FFF2-40B4-BE49-F238E27FC236}">
                <a16:creationId xmlns:a16="http://schemas.microsoft.com/office/drawing/2014/main" id="{63576B57-F3FB-59BE-D74E-F3AD66C20ED3}"/>
              </a:ext>
            </a:extLst>
          </p:cNvPr>
          <p:cNvSpPr>
            <a:spLocks noChangeArrowheads="1"/>
          </p:cNvSpPr>
          <p:nvPr/>
        </p:nvSpPr>
        <p:spPr bwMode="auto">
          <a:xfrm>
            <a:off x="2286001" y="38862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0490" name="Text Box 10">
            <a:extLst>
              <a:ext uri="{FF2B5EF4-FFF2-40B4-BE49-F238E27FC236}">
                <a16:creationId xmlns:a16="http://schemas.microsoft.com/office/drawing/2014/main" id="{1BA59DCC-84DF-A025-E402-76169902D445}"/>
              </a:ext>
            </a:extLst>
          </p:cNvPr>
          <p:cNvSpPr txBox="1">
            <a:spLocks noChangeArrowheads="1"/>
          </p:cNvSpPr>
          <p:nvPr/>
        </p:nvSpPr>
        <p:spPr bwMode="auto">
          <a:xfrm>
            <a:off x="3489326" y="3622675"/>
            <a:ext cx="380104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30                  90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10,20   40     60,80           100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20491" name="Line 11">
            <a:extLst>
              <a:ext uri="{FF2B5EF4-FFF2-40B4-BE49-F238E27FC236}">
                <a16:creationId xmlns:a16="http://schemas.microsoft.com/office/drawing/2014/main" id="{CC4A5917-7B78-E053-F66D-571623143DEF}"/>
              </a:ext>
            </a:extLst>
          </p:cNvPr>
          <p:cNvSpPr>
            <a:spLocks noChangeShapeType="1"/>
          </p:cNvSpPr>
          <p:nvPr/>
        </p:nvSpPr>
        <p:spPr bwMode="auto">
          <a:xfrm flipH="1">
            <a:off x="4343400" y="3886200"/>
            <a:ext cx="533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0492" name="Line 12">
            <a:extLst>
              <a:ext uri="{FF2B5EF4-FFF2-40B4-BE49-F238E27FC236}">
                <a16:creationId xmlns:a16="http://schemas.microsoft.com/office/drawing/2014/main" id="{CF86421A-C856-67F6-84F2-38206B92A007}"/>
              </a:ext>
            </a:extLst>
          </p:cNvPr>
          <p:cNvSpPr>
            <a:spLocks noChangeShapeType="1"/>
          </p:cNvSpPr>
          <p:nvPr/>
        </p:nvSpPr>
        <p:spPr bwMode="auto">
          <a:xfrm flipH="1">
            <a:off x="3810000" y="47244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0493" name="Line 13">
            <a:extLst>
              <a:ext uri="{FF2B5EF4-FFF2-40B4-BE49-F238E27FC236}">
                <a16:creationId xmlns:a16="http://schemas.microsoft.com/office/drawing/2014/main" id="{684E2D63-190C-2D56-502B-B82BBE991FE0}"/>
              </a:ext>
            </a:extLst>
          </p:cNvPr>
          <p:cNvSpPr>
            <a:spLocks noChangeShapeType="1"/>
          </p:cNvSpPr>
          <p:nvPr/>
        </p:nvSpPr>
        <p:spPr bwMode="auto">
          <a:xfrm>
            <a:off x="4419600" y="47244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0494" name="Line 14">
            <a:extLst>
              <a:ext uri="{FF2B5EF4-FFF2-40B4-BE49-F238E27FC236}">
                <a16:creationId xmlns:a16="http://schemas.microsoft.com/office/drawing/2014/main" id="{43DD4E89-6CD6-E72D-EBEB-8B5D5ADA27D1}"/>
              </a:ext>
            </a:extLst>
          </p:cNvPr>
          <p:cNvSpPr>
            <a:spLocks noChangeShapeType="1"/>
          </p:cNvSpPr>
          <p:nvPr/>
        </p:nvSpPr>
        <p:spPr bwMode="auto">
          <a:xfrm>
            <a:off x="5334000" y="3962400"/>
            <a:ext cx="609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0495" name="Line 15">
            <a:extLst>
              <a:ext uri="{FF2B5EF4-FFF2-40B4-BE49-F238E27FC236}">
                <a16:creationId xmlns:a16="http://schemas.microsoft.com/office/drawing/2014/main" id="{B5957338-BA82-13B4-7AAF-1FDBF3239DD8}"/>
              </a:ext>
            </a:extLst>
          </p:cNvPr>
          <p:cNvSpPr>
            <a:spLocks noChangeShapeType="1"/>
          </p:cNvSpPr>
          <p:nvPr/>
        </p:nvSpPr>
        <p:spPr bwMode="auto">
          <a:xfrm flipH="1">
            <a:off x="5486400" y="4724400"/>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0496" name="Line 16">
            <a:extLst>
              <a:ext uri="{FF2B5EF4-FFF2-40B4-BE49-F238E27FC236}">
                <a16:creationId xmlns:a16="http://schemas.microsoft.com/office/drawing/2014/main" id="{F6FFD532-6C20-58A7-4B75-909215879F55}"/>
              </a:ext>
            </a:extLst>
          </p:cNvPr>
          <p:cNvSpPr>
            <a:spLocks noChangeShapeType="1"/>
          </p:cNvSpPr>
          <p:nvPr/>
        </p:nvSpPr>
        <p:spPr bwMode="auto">
          <a:xfrm>
            <a:off x="6248400" y="4648200"/>
            <a:ext cx="685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B721D855-AB0D-6C72-5674-E339A4271D9D}"/>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8C4F2EEA-15BF-7D91-72E0-EB963C765424}"/>
              </a:ext>
            </a:extLst>
          </p:cNvPr>
          <p:cNvSpPr>
            <a:spLocks noGrp="1"/>
          </p:cNvSpPr>
          <p:nvPr>
            <p:ph type="sldNum" sz="quarter" idx="12"/>
          </p:nvPr>
        </p:nvSpPr>
        <p:spPr/>
        <p:txBody>
          <a:bodyPr/>
          <a:lstStyle/>
          <a:p>
            <a:pPr fontAlgn="base">
              <a:spcBef>
                <a:spcPct val="0"/>
              </a:spcBef>
              <a:spcAft>
                <a:spcPct val="0"/>
              </a:spcAft>
            </a:pPr>
            <a:fld id="{256DFB45-8518-4857-AF1C-ACD7C3AA32D3}" type="slidenum">
              <a:rPr lang="en-US" altLang="en-US">
                <a:solidFill>
                  <a:srgbClr val="000000"/>
                </a:solidFill>
                <a:latin typeface="Times New Roman" panose="02020603050405020304" pitchFamily="18" charset="0"/>
              </a:rPr>
              <a:pPr fontAlgn="base">
                <a:spcBef>
                  <a:spcPct val="0"/>
                </a:spcBef>
                <a:spcAft>
                  <a:spcPct val="0"/>
                </a:spcAft>
              </a:pPr>
              <a:t>64</a:t>
            </a:fld>
            <a:endParaRPr lang="en-US" altLang="en-US">
              <a:solidFill>
                <a:srgbClr val="000000"/>
              </a:solidFill>
              <a:latin typeface="Times New Roman" panose="02020603050405020304" pitchFamily="18" charset="0"/>
            </a:endParaRPr>
          </a:p>
        </p:txBody>
      </p:sp>
      <p:sp>
        <p:nvSpPr>
          <p:cNvPr id="21506" name="Text Box 2">
            <a:extLst>
              <a:ext uri="{FF2B5EF4-FFF2-40B4-BE49-F238E27FC236}">
                <a16:creationId xmlns:a16="http://schemas.microsoft.com/office/drawing/2014/main" id="{D2B8E804-2A13-DC64-D5F6-6C368929641A}"/>
              </a:ext>
            </a:extLst>
          </p:cNvPr>
          <p:cNvSpPr txBox="1">
            <a:spLocks noChangeArrowheads="1"/>
          </p:cNvSpPr>
          <p:nvPr/>
        </p:nvSpPr>
        <p:spPr bwMode="auto">
          <a:xfrm>
            <a:off x="1889126" y="422275"/>
            <a:ext cx="1528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Delete 100</a:t>
            </a:r>
          </a:p>
        </p:txBody>
      </p:sp>
      <p:sp>
        <p:nvSpPr>
          <p:cNvPr id="21507" name="Text Box 3">
            <a:extLst>
              <a:ext uri="{FF2B5EF4-FFF2-40B4-BE49-F238E27FC236}">
                <a16:creationId xmlns:a16="http://schemas.microsoft.com/office/drawing/2014/main" id="{C3474FCD-65EA-6E5C-A866-266093BE77C5}"/>
              </a:ext>
            </a:extLst>
          </p:cNvPr>
          <p:cNvSpPr txBox="1">
            <a:spLocks noChangeArrowheads="1"/>
          </p:cNvSpPr>
          <p:nvPr/>
        </p:nvSpPr>
        <p:spPr bwMode="auto">
          <a:xfrm>
            <a:off x="4953001" y="533400"/>
            <a:ext cx="164660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60,80</a:t>
            </a: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21508" name="AutoShape 4">
            <a:extLst>
              <a:ext uri="{FF2B5EF4-FFF2-40B4-BE49-F238E27FC236}">
                <a16:creationId xmlns:a16="http://schemas.microsoft.com/office/drawing/2014/main" id="{458F2FA2-AD73-2ED1-2C86-46DD10878C51}"/>
              </a:ext>
            </a:extLst>
          </p:cNvPr>
          <p:cNvSpPr>
            <a:spLocks noChangeArrowheads="1"/>
          </p:cNvSpPr>
          <p:nvPr/>
        </p:nvSpPr>
        <p:spPr bwMode="auto">
          <a:xfrm>
            <a:off x="4114800" y="1295400"/>
            <a:ext cx="762000" cy="53340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09" name="Line 5">
            <a:extLst>
              <a:ext uri="{FF2B5EF4-FFF2-40B4-BE49-F238E27FC236}">
                <a16:creationId xmlns:a16="http://schemas.microsoft.com/office/drawing/2014/main" id="{70A5F8D2-E5CE-5BEE-2F25-A73F61184AB0}"/>
              </a:ext>
            </a:extLst>
          </p:cNvPr>
          <p:cNvSpPr>
            <a:spLocks noChangeShapeType="1"/>
          </p:cNvSpPr>
          <p:nvPr/>
        </p:nvSpPr>
        <p:spPr bwMode="auto">
          <a:xfrm flipH="1">
            <a:off x="4648200" y="8382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10" name="Line 6">
            <a:extLst>
              <a:ext uri="{FF2B5EF4-FFF2-40B4-BE49-F238E27FC236}">
                <a16:creationId xmlns:a16="http://schemas.microsoft.com/office/drawing/2014/main" id="{2E731CEE-27AC-F555-EEEC-DDB6410A7776}"/>
              </a:ext>
            </a:extLst>
          </p:cNvPr>
          <p:cNvSpPr>
            <a:spLocks noChangeShapeType="1"/>
          </p:cNvSpPr>
          <p:nvPr/>
        </p:nvSpPr>
        <p:spPr bwMode="auto">
          <a:xfrm>
            <a:off x="5486400" y="9906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12" name="Line 8">
            <a:extLst>
              <a:ext uri="{FF2B5EF4-FFF2-40B4-BE49-F238E27FC236}">
                <a16:creationId xmlns:a16="http://schemas.microsoft.com/office/drawing/2014/main" id="{C4DC142D-E6F3-89C8-BDF0-32646AAA0092}"/>
              </a:ext>
            </a:extLst>
          </p:cNvPr>
          <p:cNvSpPr>
            <a:spLocks noChangeShapeType="1"/>
          </p:cNvSpPr>
          <p:nvPr/>
        </p:nvSpPr>
        <p:spPr bwMode="auto">
          <a:xfrm>
            <a:off x="6477000" y="16002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13" name="Line 9">
            <a:extLst>
              <a:ext uri="{FF2B5EF4-FFF2-40B4-BE49-F238E27FC236}">
                <a16:creationId xmlns:a16="http://schemas.microsoft.com/office/drawing/2014/main" id="{9866891C-1D66-2744-C986-0C8533383F05}"/>
              </a:ext>
            </a:extLst>
          </p:cNvPr>
          <p:cNvSpPr>
            <a:spLocks noChangeShapeType="1"/>
          </p:cNvSpPr>
          <p:nvPr/>
        </p:nvSpPr>
        <p:spPr bwMode="auto">
          <a:xfrm flipH="1">
            <a:off x="5715000" y="1676400"/>
            <a:ext cx="457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14" name="Oval 10">
            <a:extLst>
              <a:ext uri="{FF2B5EF4-FFF2-40B4-BE49-F238E27FC236}">
                <a16:creationId xmlns:a16="http://schemas.microsoft.com/office/drawing/2014/main" id="{41A48AB7-CFA8-C031-52FE-DBADD2D56E9D}"/>
              </a:ext>
            </a:extLst>
          </p:cNvPr>
          <p:cNvSpPr>
            <a:spLocks noChangeArrowheads="1"/>
          </p:cNvSpPr>
          <p:nvPr/>
        </p:nvSpPr>
        <p:spPr bwMode="auto">
          <a:xfrm>
            <a:off x="7086600" y="1905000"/>
            <a:ext cx="381000" cy="4572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15" name="Text Box 11">
            <a:extLst>
              <a:ext uri="{FF2B5EF4-FFF2-40B4-BE49-F238E27FC236}">
                <a16:creationId xmlns:a16="http://schemas.microsoft.com/office/drawing/2014/main" id="{9C83CC09-B0A0-7919-FFC0-EA399D47D6B4}"/>
              </a:ext>
            </a:extLst>
          </p:cNvPr>
          <p:cNvSpPr txBox="1">
            <a:spLocks noChangeArrowheads="1"/>
          </p:cNvSpPr>
          <p:nvPr/>
        </p:nvSpPr>
        <p:spPr bwMode="auto">
          <a:xfrm>
            <a:off x="4175126" y="2784475"/>
            <a:ext cx="3629025" cy="457200"/>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00"/>
                </a:solidFill>
                <a:latin typeface="Times New Roman" panose="02020603050405020304" pitchFamily="18" charset="0"/>
              </a:rPr>
              <a:t>This leaf can spare a value</a:t>
            </a:r>
          </a:p>
        </p:txBody>
      </p:sp>
      <p:sp>
        <p:nvSpPr>
          <p:cNvPr id="21516" name="Line 12">
            <a:extLst>
              <a:ext uri="{FF2B5EF4-FFF2-40B4-BE49-F238E27FC236}">
                <a16:creationId xmlns:a16="http://schemas.microsoft.com/office/drawing/2014/main" id="{10F44CD0-0918-D0FE-4B6A-D83CA37E8431}"/>
              </a:ext>
            </a:extLst>
          </p:cNvPr>
          <p:cNvSpPr>
            <a:spLocks noChangeShapeType="1"/>
          </p:cNvSpPr>
          <p:nvPr/>
        </p:nvSpPr>
        <p:spPr bwMode="auto">
          <a:xfrm flipV="1">
            <a:off x="5029200" y="2438400"/>
            <a:ext cx="3810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19" name="AutoShape 15">
            <a:extLst>
              <a:ext uri="{FF2B5EF4-FFF2-40B4-BE49-F238E27FC236}">
                <a16:creationId xmlns:a16="http://schemas.microsoft.com/office/drawing/2014/main" id="{2C1DED74-1062-869A-EA8A-75C4222BEAF5}"/>
              </a:ext>
            </a:extLst>
          </p:cNvPr>
          <p:cNvSpPr>
            <a:spLocks noChangeArrowheads="1"/>
          </p:cNvSpPr>
          <p:nvPr/>
        </p:nvSpPr>
        <p:spPr bwMode="auto">
          <a:xfrm>
            <a:off x="1981201" y="43434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20" name="Text Box 16">
            <a:extLst>
              <a:ext uri="{FF2B5EF4-FFF2-40B4-BE49-F238E27FC236}">
                <a16:creationId xmlns:a16="http://schemas.microsoft.com/office/drawing/2014/main" id="{206CB203-0335-FFE9-A8A8-A75D725A1F0B}"/>
              </a:ext>
            </a:extLst>
          </p:cNvPr>
          <p:cNvSpPr txBox="1">
            <a:spLocks noChangeArrowheads="1"/>
          </p:cNvSpPr>
          <p:nvPr/>
        </p:nvSpPr>
        <p:spPr bwMode="auto">
          <a:xfrm>
            <a:off x="3032126" y="3698875"/>
            <a:ext cx="203132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80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60           90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21521" name="AutoShape 17">
            <a:extLst>
              <a:ext uri="{FF2B5EF4-FFF2-40B4-BE49-F238E27FC236}">
                <a16:creationId xmlns:a16="http://schemas.microsoft.com/office/drawing/2014/main" id="{4F200C91-5BF6-D939-435C-2BC6D1BB7AB0}"/>
              </a:ext>
            </a:extLst>
          </p:cNvPr>
          <p:cNvSpPr>
            <a:spLocks noChangeArrowheads="1"/>
          </p:cNvSpPr>
          <p:nvPr/>
        </p:nvSpPr>
        <p:spPr bwMode="auto">
          <a:xfrm>
            <a:off x="2895600" y="4419600"/>
            <a:ext cx="762000" cy="53340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22" name="Line 18">
            <a:extLst>
              <a:ext uri="{FF2B5EF4-FFF2-40B4-BE49-F238E27FC236}">
                <a16:creationId xmlns:a16="http://schemas.microsoft.com/office/drawing/2014/main" id="{255FC843-93AD-1397-2E5A-76B7AE86FA3C}"/>
              </a:ext>
            </a:extLst>
          </p:cNvPr>
          <p:cNvSpPr>
            <a:spLocks noChangeShapeType="1"/>
          </p:cNvSpPr>
          <p:nvPr/>
        </p:nvSpPr>
        <p:spPr bwMode="auto">
          <a:xfrm flipH="1">
            <a:off x="3505200" y="4114800"/>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23" name="Line 19">
            <a:extLst>
              <a:ext uri="{FF2B5EF4-FFF2-40B4-BE49-F238E27FC236}">
                <a16:creationId xmlns:a16="http://schemas.microsoft.com/office/drawing/2014/main" id="{4A4BB3EC-4066-0F3D-F36D-8C3BFC35AD32}"/>
              </a:ext>
            </a:extLst>
          </p:cNvPr>
          <p:cNvSpPr>
            <a:spLocks noChangeShapeType="1"/>
          </p:cNvSpPr>
          <p:nvPr/>
        </p:nvSpPr>
        <p:spPr bwMode="auto">
          <a:xfrm>
            <a:off x="4191000" y="4114800"/>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24" name="Line 20">
            <a:extLst>
              <a:ext uri="{FF2B5EF4-FFF2-40B4-BE49-F238E27FC236}">
                <a16:creationId xmlns:a16="http://schemas.microsoft.com/office/drawing/2014/main" id="{8ADC18CD-4225-44F5-63C0-7EADB15D9FF5}"/>
              </a:ext>
            </a:extLst>
          </p:cNvPr>
          <p:cNvSpPr>
            <a:spLocks noChangeShapeType="1"/>
          </p:cNvSpPr>
          <p:nvPr/>
        </p:nvSpPr>
        <p:spPr bwMode="auto">
          <a:xfrm>
            <a:off x="4495800" y="4876800"/>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25" name="Line 21">
            <a:extLst>
              <a:ext uri="{FF2B5EF4-FFF2-40B4-BE49-F238E27FC236}">
                <a16:creationId xmlns:a16="http://schemas.microsoft.com/office/drawing/2014/main" id="{633D44C6-259C-4FE4-75DF-5D525FA4956E}"/>
              </a:ext>
            </a:extLst>
          </p:cNvPr>
          <p:cNvSpPr>
            <a:spLocks noChangeShapeType="1"/>
          </p:cNvSpPr>
          <p:nvPr/>
        </p:nvSpPr>
        <p:spPr bwMode="auto">
          <a:xfrm flipH="1">
            <a:off x="3810000" y="4800600"/>
            <a:ext cx="457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26" name="AutoShape 22">
            <a:extLst>
              <a:ext uri="{FF2B5EF4-FFF2-40B4-BE49-F238E27FC236}">
                <a16:creationId xmlns:a16="http://schemas.microsoft.com/office/drawing/2014/main" id="{28209204-4F44-9B48-7761-507A464924A9}"/>
              </a:ext>
            </a:extLst>
          </p:cNvPr>
          <p:cNvSpPr>
            <a:spLocks noChangeArrowheads="1"/>
          </p:cNvSpPr>
          <p:nvPr/>
        </p:nvSpPr>
        <p:spPr bwMode="auto">
          <a:xfrm>
            <a:off x="5486401" y="44196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27" name="Text Box 23">
            <a:extLst>
              <a:ext uri="{FF2B5EF4-FFF2-40B4-BE49-F238E27FC236}">
                <a16:creationId xmlns:a16="http://schemas.microsoft.com/office/drawing/2014/main" id="{C3A258C6-21AE-F05B-566C-C3537C5D1BCB}"/>
              </a:ext>
            </a:extLst>
          </p:cNvPr>
          <p:cNvSpPr txBox="1">
            <a:spLocks noChangeArrowheads="1"/>
          </p:cNvSpPr>
          <p:nvPr/>
        </p:nvSpPr>
        <p:spPr bwMode="auto">
          <a:xfrm>
            <a:off x="7375525" y="3546475"/>
            <a:ext cx="249299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fontAlgn="base">
              <a:spcBef>
                <a:spcPct val="0"/>
              </a:spcBef>
              <a:spcAft>
                <a:spcPct val="0"/>
              </a:spcAft>
            </a:pPr>
            <a:r>
              <a:rPr lang="en-US" altLang="en-US">
                <a:solidFill>
                  <a:srgbClr val="000000"/>
                </a:solidFill>
              </a:rPr>
              <a:t>               50</a:t>
            </a:r>
          </a:p>
          <a:p>
            <a:pPr fontAlgn="base">
              <a:spcBef>
                <a:spcPct val="0"/>
              </a:spcBef>
              <a:spcAft>
                <a:spcPct val="0"/>
              </a:spcAft>
            </a:pPr>
            <a:endParaRPr lang="en-US" altLang="en-US">
              <a:solidFill>
                <a:srgbClr val="000000"/>
              </a:solidFill>
            </a:endParaRPr>
          </a:p>
          <a:p>
            <a:pPr fontAlgn="base">
              <a:spcBef>
                <a:spcPct val="0"/>
              </a:spcBef>
              <a:spcAft>
                <a:spcPct val="0"/>
              </a:spcAft>
            </a:pPr>
            <a:r>
              <a:rPr lang="en-US" altLang="en-US">
                <a:solidFill>
                  <a:srgbClr val="000000"/>
                </a:solidFill>
              </a:rPr>
              <a:t>        30           80</a:t>
            </a:r>
          </a:p>
          <a:p>
            <a:pPr fontAlgn="base">
              <a:spcBef>
                <a:spcPct val="0"/>
              </a:spcBef>
              <a:spcAft>
                <a:spcPct val="0"/>
              </a:spcAft>
            </a:pPr>
            <a:endParaRPr lang="en-US" altLang="en-US">
              <a:solidFill>
                <a:srgbClr val="000000"/>
              </a:solidFill>
            </a:endParaRPr>
          </a:p>
          <a:p>
            <a:pPr fontAlgn="base">
              <a:spcBef>
                <a:spcPct val="0"/>
              </a:spcBef>
              <a:spcAft>
                <a:spcPct val="0"/>
              </a:spcAft>
            </a:pPr>
            <a:r>
              <a:rPr lang="en-US" altLang="en-US">
                <a:solidFill>
                  <a:srgbClr val="000000"/>
                </a:solidFill>
              </a:rPr>
              <a:t>10,20   40   60   90</a:t>
            </a:r>
          </a:p>
        </p:txBody>
      </p:sp>
      <p:sp>
        <p:nvSpPr>
          <p:cNvPr id="21528" name="Line 24">
            <a:extLst>
              <a:ext uri="{FF2B5EF4-FFF2-40B4-BE49-F238E27FC236}">
                <a16:creationId xmlns:a16="http://schemas.microsoft.com/office/drawing/2014/main" id="{8A5BBC5B-FEFD-4370-7EA9-8CEA25BA6CD0}"/>
              </a:ext>
            </a:extLst>
          </p:cNvPr>
          <p:cNvSpPr>
            <a:spLocks noChangeShapeType="1"/>
          </p:cNvSpPr>
          <p:nvPr/>
        </p:nvSpPr>
        <p:spPr bwMode="auto">
          <a:xfrm flipH="1">
            <a:off x="8305800" y="39624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29" name="Line 25">
            <a:extLst>
              <a:ext uri="{FF2B5EF4-FFF2-40B4-BE49-F238E27FC236}">
                <a16:creationId xmlns:a16="http://schemas.microsoft.com/office/drawing/2014/main" id="{0F4FD1FB-01E8-57F4-108F-D9146F3097F9}"/>
              </a:ext>
            </a:extLst>
          </p:cNvPr>
          <p:cNvSpPr>
            <a:spLocks noChangeShapeType="1"/>
          </p:cNvSpPr>
          <p:nvPr/>
        </p:nvSpPr>
        <p:spPr bwMode="auto">
          <a:xfrm>
            <a:off x="8839200" y="39624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30" name="Line 26">
            <a:extLst>
              <a:ext uri="{FF2B5EF4-FFF2-40B4-BE49-F238E27FC236}">
                <a16:creationId xmlns:a16="http://schemas.microsoft.com/office/drawing/2014/main" id="{3B97727A-CD04-9037-D2D4-2DE0EC55845D}"/>
              </a:ext>
            </a:extLst>
          </p:cNvPr>
          <p:cNvSpPr>
            <a:spLocks noChangeShapeType="1"/>
          </p:cNvSpPr>
          <p:nvPr/>
        </p:nvSpPr>
        <p:spPr bwMode="auto">
          <a:xfrm flipH="1">
            <a:off x="7772400" y="46482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31" name="Line 27">
            <a:extLst>
              <a:ext uri="{FF2B5EF4-FFF2-40B4-BE49-F238E27FC236}">
                <a16:creationId xmlns:a16="http://schemas.microsoft.com/office/drawing/2014/main" id="{3BCF96A1-E603-C593-E402-F54DA9D33F98}"/>
              </a:ext>
            </a:extLst>
          </p:cNvPr>
          <p:cNvSpPr>
            <a:spLocks noChangeShapeType="1"/>
          </p:cNvSpPr>
          <p:nvPr/>
        </p:nvSpPr>
        <p:spPr bwMode="auto">
          <a:xfrm>
            <a:off x="8229600" y="46482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32" name="Line 28">
            <a:extLst>
              <a:ext uri="{FF2B5EF4-FFF2-40B4-BE49-F238E27FC236}">
                <a16:creationId xmlns:a16="http://schemas.microsoft.com/office/drawing/2014/main" id="{39288084-7CE8-0268-065B-5965F115E4A2}"/>
              </a:ext>
            </a:extLst>
          </p:cNvPr>
          <p:cNvSpPr>
            <a:spLocks noChangeShapeType="1"/>
          </p:cNvSpPr>
          <p:nvPr/>
        </p:nvSpPr>
        <p:spPr bwMode="auto">
          <a:xfrm flipH="1">
            <a:off x="8991600" y="4572000"/>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1533" name="Line 29">
            <a:extLst>
              <a:ext uri="{FF2B5EF4-FFF2-40B4-BE49-F238E27FC236}">
                <a16:creationId xmlns:a16="http://schemas.microsoft.com/office/drawing/2014/main" id="{8ED6EB17-A850-7BB1-91F6-FD4BC9B8B725}"/>
              </a:ext>
            </a:extLst>
          </p:cNvPr>
          <p:cNvSpPr>
            <a:spLocks noChangeShapeType="1"/>
          </p:cNvSpPr>
          <p:nvPr/>
        </p:nvSpPr>
        <p:spPr bwMode="auto">
          <a:xfrm>
            <a:off x="9448800" y="4648200"/>
            <a:ext cx="76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2439E273-9822-10A5-68A1-F57B26104DF6}"/>
              </a:ext>
            </a:extLst>
          </p:cNvPr>
          <p:cNvSpPr>
            <a:spLocks noGrp="1"/>
          </p:cNvSpPr>
          <p:nvPr>
            <p:ph type="ftr" sz="quarter" idx="11"/>
          </p:nvPr>
        </p:nvSpPr>
        <p:spPr/>
        <p:txBody>
          <a:bodyPr/>
          <a:lstStyle/>
          <a:p>
            <a:pPr fontAlgn="base">
              <a:spcBef>
                <a:spcPct val="0"/>
              </a:spcBef>
              <a:spcAft>
                <a:spcPct val="0"/>
              </a:spcAft>
            </a:pPr>
            <a:r>
              <a:rPr lang="en-US" altLang="en-US">
                <a:solidFill>
                  <a:srgbClr val="000000"/>
                </a:solidFill>
                <a:latin typeface="Times New Roman" panose="02020603050405020304" pitchFamily="18" charset="0"/>
              </a:rPr>
              <a:t>Data Structures and Algorithms</a:t>
            </a:r>
          </a:p>
        </p:txBody>
      </p:sp>
      <p:sp>
        <p:nvSpPr>
          <p:cNvPr id="3" name="Slide Number Placeholder 3">
            <a:extLst>
              <a:ext uri="{FF2B5EF4-FFF2-40B4-BE49-F238E27FC236}">
                <a16:creationId xmlns:a16="http://schemas.microsoft.com/office/drawing/2014/main" id="{83D2DE7A-FBCA-1DEF-9C20-532B2970DA46}"/>
              </a:ext>
            </a:extLst>
          </p:cNvPr>
          <p:cNvSpPr>
            <a:spLocks noGrp="1"/>
          </p:cNvSpPr>
          <p:nvPr>
            <p:ph type="sldNum" sz="quarter" idx="12"/>
          </p:nvPr>
        </p:nvSpPr>
        <p:spPr/>
        <p:txBody>
          <a:bodyPr/>
          <a:lstStyle/>
          <a:p>
            <a:pPr fontAlgn="base">
              <a:spcBef>
                <a:spcPct val="0"/>
              </a:spcBef>
              <a:spcAft>
                <a:spcPct val="0"/>
              </a:spcAft>
            </a:pPr>
            <a:fld id="{9C8C010B-D0F2-4098-94AA-0C94B5383BBA}" type="slidenum">
              <a:rPr lang="en-US" altLang="en-US">
                <a:solidFill>
                  <a:srgbClr val="000000"/>
                </a:solidFill>
                <a:latin typeface="Times New Roman" panose="02020603050405020304" pitchFamily="18" charset="0"/>
              </a:rPr>
              <a:pPr fontAlgn="base">
                <a:spcBef>
                  <a:spcPct val="0"/>
                </a:spcBef>
                <a:spcAft>
                  <a:spcPct val="0"/>
                </a:spcAft>
              </a:pPr>
              <a:t>65</a:t>
            </a:fld>
            <a:endParaRPr lang="en-US" altLang="en-US">
              <a:solidFill>
                <a:srgbClr val="000000"/>
              </a:solidFill>
              <a:latin typeface="Times New Roman" panose="02020603050405020304" pitchFamily="18" charset="0"/>
            </a:endParaRPr>
          </a:p>
        </p:txBody>
      </p:sp>
      <p:sp>
        <p:nvSpPr>
          <p:cNvPr id="22530" name="Text Box 2">
            <a:extLst>
              <a:ext uri="{FF2B5EF4-FFF2-40B4-BE49-F238E27FC236}">
                <a16:creationId xmlns:a16="http://schemas.microsoft.com/office/drawing/2014/main" id="{F99F0238-AE0F-94DC-385D-F09FADFAF5BB}"/>
              </a:ext>
            </a:extLst>
          </p:cNvPr>
          <p:cNvSpPr txBox="1">
            <a:spLocks noChangeArrowheads="1"/>
          </p:cNvSpPr>
          <p:nvPr/>
        </p:nvSpPr>
        <p:spPr bwMode="auto">
          <a:xfrm>
            <a:off x="1965326" y="422275"/>
            <a:ext cx="1376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b="1">
                <a:solidFill>
                  <a:srgbClr val="0000CC"/>
                </a:solidFill>
                <a:latin typeface="Times New Roman" panose="02020603050405020304" pitchFamily="18" charset="0"/>
              </a:rPr>
              <a:t>Delete 80</a:t>
            </a:r>
          </a:p>
        </p:txBody>
      </p:sp>
      <p:sp>
        <p:nvSpPr>
          <p:cNvPr id="22531" name="Text Box 3">
            <a:extLst>
              <a:ext uri="{FF2B5EF4-FFF2-40B4-BE49-F238E27FC236}">
                <a16:creationId xmlns:a16="http://schemas.microsoft.com/office/drawing/2014/main" id="{9844D66F-CA17-498B-FFBF-0F49A45E959D}"/>
              </a:ext>
            </a:extLst>
          </p:cNvPr>
          <p:cNvSpPr txBox="1">
            <a:spLocks noChangeArrowheads="1"/>
          </p:cNvSpPr>
          <p:nvPr/>
        </p:nvSpPr>
        <p:spPr bwMode="auto">
          <a:xfrm>
            <a:off x="2286001" y="914400"/>
            <a:ext cx="280076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30           90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10,20   40   60      80 </a:t>
            </a: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22532" name="AutoShape 4">
            <a:extLst>
              <a:ext uri="{FF2B5EF4-FFF2-40B4-BE49-F238E27FC236}">
                <a16:creationId xmlns:a16="http://schemas.microsoft.com/office/drawing/2014/main" id="{2AF38B89-3482-2511-6265-22F42E6FC170}"/>
              </a:ext>
            </a:extLst>
          </p:cNvPr>
          <p:cNvSpPr>
            <a:spLocks noChangeArrowheads="1"/>
          </p:cNvSpPr>
          <p:nvPr/>
        </p:nvSpPr>
        <p:spPr bwMode="auto">
          <a:xfrm>
            <a:off x="5562601" y="15240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40" name="Text Box 12">
            <a:extLst>
              <a:ext uri="{FF2B5EF4-FFF2-40B4-BE49-F238E27FC236}">
                <a16:creationId xmlns:a16="http://schemas.microsoft.com/office/drawing/2014/main" id="{0869D7E9-B996-25BE-3F33-C1BC20324E2A}"/>
              </a:ext>
            </a:extLst>
          </p:cNvPr>
          <p:cNvSpPr txBox="1">
            <a:spLocks noChangeArrowheads="1"/>
          </p:cNvSpPr>
          <p:nvPr/>
        </p:nvSpPr>
        <p:spPr bwMode="auto">
          <a:xfrm>
            <a:off x="7010400" y="838200"/>
            <a:ext cx="226215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30           90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10,20   40   60   </a:t>
            </a: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22541" name="Oval 13">
            <a:extLst>
              <a:ext uri="{FF2B5EF4-FFF2-40B4-BE49-F238E27FC236}">
                <a16:creationId xmlns:a16="http://schemas.microsoft.com/office/drawing/2014/main" id="{B4AE2561-F409-CD44-1644-587A5C6592AB}"/>
              </a:ext>
            </a:extLst>
          </p:cNvPr>
          <p:cNvSpPr>
            <a:spLocks noChangeArrowheads="1"/>
          </p:cNvSpPr>
          <p:nvPr/>
        </p:nvSpPr>
        <p:spPr bwMode="auto">
          <a:xfrm>
            <a:off x="9601200" y="2209800"/>
            <a:ext cx="381000" cy="4572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48" name="Text Box 20">
            <a:extLst>
              <a:ext uri="{FF2B5EF4-FFF2-40B4-BE49-F238E27FC236}">
                <a16:creationId xmlns:a16="http://schemas.microsoft.com/office/drawing/2014/main" id="{D08DA84D-33EF-3CEB-F2AA-F942C0646DAB}"/>
              </a:ext>
            </a:extLst>
          </p:cNvPr>
          <p:cNvSpPr txBox="1">
            <a:spLocks noChangeArrowheads="1"/>
          </p:cNvSpPr>
          <p:nvPr/>
        </p:nvSpPr>
        <p:spPr bwMode="auto">
          <a:xfrm>
            <a:off x="6461125" y="33940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22551" name="Text Box 23">
            <a:extLst>
              <a:ext uri="{FF2B5EF4-FFF2-40B4-BE49-F238E27FC236}">
                <a16:creationId xmlns:a16="http://schemas.microsoft.com/office/drawing/2014/main" id="{64B13D57-A446-CCAE-263D-BF35542C7999}"/>
              </a:ext>
            </a:extLst>
          </p:cNvPr>
          <p:cNvSpPr txBox="1">
            <a:spLocks noChangeArrowheads="1"/>
          </p:cNvSpPr>
          <p:nvPr/>
        </p:nvSpPr>
        <p:spPr bwMode="auto">
          <a:xfrm>
            <a:off x="3352800" y="3352800"/>
            <a:ext cx="256993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50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        30          </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10,20   40   60,90   </a:t>
            </a:r>
          </a:p>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22552" name="Oval 24">
            <a:extLst>
              <a:ext uri="{FF2B5EF4-FFF2-40B4-BE49-F238E27FC236}">
                <a16:creationId xmlns:a16="http://schemas.microsoft.com/office/drawing/2014/main" id="{B0A9C89F-7770-6FE2-3EA1-2CED15C09D46}"/>
              </a:ext>
            </a:extLst>
          </p:cNvPr>
          <p:cNvSpPr>
            <a:spLocks noChangeArrowheads="1"/>
          </p:cNvSpPr>
          <p:nvPr/>
        </p:nvSpPr>
        <p:spPr bwMode="auto">
          <a:xfrm>
            <a:off x="5334000" y="3962400"/>
            <a:ext cx="381000" cy="4572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53" name="Text Box 25">
            <a:extLst>
              <a:ext uri="{FF2B5EF4-FFF2-40B4-BE49-F238E27FC236}">
                <a16:creationId xmlns:a16="http://schemas.microsoft.com/office/drawing/2014/main" id="{43B80261-4003-C68C-6F5D-030C9F91863E}"/>
              </a:ext>
            </a:extLst>
          </p:cNvPr>
          <p:cNvSpPr txBox="1">
            <a:spLocks noChangeArrowheads="1"/>
          </p:cNvSpPr>
          <p:nvPr/>
        </p:nvSpPr>
        <p:spPr bwMode="auto">
          <a:xfrm>
            <a:off x="2209800" y="3581401"/>
            <a:ext cx="2082800" cy="366713"/>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b="1">
                <a:solidFill>
                  <a:srgbClr val="000000"/>
                </a:solidFill>
                <a:latin typeface="Times New Roman" panose="02020603050405020304" pitchFamily="18" charset="0"/>
              </a:rPr>
              <a:t>Can‘t spare a value</a:t>
            </a:r>
          </a:p>
        </p:txBody>
      </p:sp>
      <p:sp>
        <p:nvSpPr>
          <p:cNvPr id="22554" name="Line 26">
            <a:extLst>
              <a:ext uri="{FF2B5EF4-FFF2-40B4-BE49-F238E27FC236}">
                <a16:creationId xmlns:a16="http://schemas.microsoft.com/office/drawing/2014/main" id="{08DC368E-FD84-C4F1-02E5-D3E678CB5258}"/>
              </a:ext>
            </a:extLst>
          </p:cNvPr>
          <p:cNvSpPr>
            <a:spLocks noChangeShapeType="1"/>
          </p:cNvSpPr>
          <p:nvPr/>
        </p:nvSpPr>
        <p:spPr bwMode="auto">
          <a:xfrm>
            <a:off x="3657600" y="3810000"/>
            <a:ext cx="4572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55" name="AutoShape 27">
            <a:extLst>
              <a:ext uri="{FF2B5EF4-FFF2-40B4-BE49-F238E27FC236}">
                <a16:creationId xmlns:a16="http://schemas.microsoft.com/office/drawing/2014/main" id="{803EAAFA-C357-D1EC-3848-E2605C5331FE}"/>
              </a:ext>
            </a:extLst>
          </p:cNvPr>
          <p:cNvSpPr>
            <a:spLocks noChangeArrowheads="1"/>
          </p:cNvSpPr>
          <p:nvPr/>
        </p:nvSpPr>
        <p:spPr bwMode="auto">
          <a:xfrm>
            <a:off x="1905001" y="44196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22556" name="Oval 28">
            <a:extLst>
              <a:ext uri="{FF2B5EF4-FFF2-40B4-BE49-F238E27FC236}">
                <a16:creationId xmlns:a16="http://schemas.microsoft.com/office/drawing/2014/main" id="{888091D2-ADCF-ACB4-471C-FEF33A352A7E}"/>
              </a:ext>
            </a:extLst>
          </p:cNvPr>
          <p:cNvSpPr>
            <a:spLocks noChangeArrowheads="1"/>
          </p:cNvSpPr>
          <p:nvPr/>
        </p:nvSpPr>
        <p:spPr bwMode="auto">
          <a:xfrm>
            <a:off x="5943600" y="4724400"/>
            <a:ext cx="381000" cy="4572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64" name="Line 36">
            <a:extLst>
              <a:ext uri="{FF2B5EF4-FFF2-40B4-BE49-F238E27FC236}">
                <a16:creationId xmlns:a16="http://schemas.microsoft.com/office/drawing/2014/main" id="{AE4C012D-51AC-A65A-CD36-4C74DF7856E2}"/>
              </a:ext>
            </a:extLst>
          </p:cNvPr>
          <p:cNvSpPr>
            <a:spLocks noChangeShapeType="1"/>
          </p:cNvSpPr>
          <p:nvPr/>
        </p:nvSpPr>
        <p:spPr bwMode="auto">
          <a:xfrm>
            <a:off x="6019800" y="4876800"/>
            <a:ext cx="38100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65" name="Line 37">
            <a:extLst>
              <a:ext uri="{FF2B5EF4-FFF2-40B4-BE49-F238E27FC236}">
                <a16:creationId xmlns:a16="http://schemas.microsoft.com/office/drawing/2014/main" id="{B70E7FCB-3D89-7227-9041-3CDD6C8442C9}"/>
              </a:ext>
            </a:extLst>
          </p:cNvPr>
          <p:cNvSpPr>
            <a:spLocks noChangeShapeType="1"/>
          </p:cNvSpPr>
          <p:nvPr/>
        </p:nvSpPr>
        <p:spPr bwMode="auto">
          <a:xfrm flipH="1">
            <a:off x="5943600" y="4800600"/>
            <a:ext cx="304800" cy="457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66" name="Text Box 38">
            <a:extLst>
              <a:ext uri="{FF2B5EF4-FFF2-40B4-BE49-F238E27FC236}">
                <a16:creationId xmlns:a16="http://schemas.microsoft.com/office/drawing/2014/main" id="{ECDB9F21-52DC-2152-93A4-EDA9942A0412}"/>
              </a:ext>
            </a:extLst>
          </p:cNvPr>
          <p:cNvSpPr txBox="1">
            <a:spLocks noChangeArrowheads="1"/>
          </p:cNvSpPr>
          <p:nvPr/>
        </p:nvSpPr>
        <p:spPr bwMode="auto">
          <a:xfrm>
            <a:off x="7985125" y="36226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22567" name="AutoShape 39">
            <a:extLst>
              <a:ext uri="{FF2B5EF4-FFF2-40B4-BE49-F238E27FC236}">
                <a16:creationId xmlns:a16="http://schemas.microsoft.com/office/drawing/2014/main" id="{86AA9D2E-5F3D-75C2-10F1-E99D2932D1A5}"/>
              </a:ext>
            </a:extLst>
          </p:cNvPr>
          <p:cNvSpPr>
            <a:spLocks noChangeArrowheads="1"/>
          </p:cNvSpPr>
          <p:nvPr/>
        </p:nvSpPr>
        <p:spPr bwMode="auto">
          <a:xfrm>
            <a:off x="6629401" y="4495801"/>
            <a:ext cx="976313" cy="485775"/>
          </a:xfrm>
          <a:prstGeom prst="rightArrow">
            <a:avLst>
              <a:gd name="adj1" fmla="val 50000"/>
              <a:gd name="adj2" fmla="val 50245"/>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68" name="Text Box 40">
            <a:extLst>
              <a:ext uri="{FF2B5EF4-FFF2-40B4-BE49-F238E27FC236}">
                <a16:creationId xmlns:a16="http://schemas.microsoft.com/office/drawing/2014/main" id="{F8EDD673-C8B6-561A-956D-50555BA7F87C}"/>
              </a:ext>
            </a:extLst>
          </p:cNvPr>
          <p:cNvSpPr txBox="1">
            <a:spLocks noChangeArrowheads="1"/>
          </p:cNvSpPr>
          <p:nvPr/>
        </p:nvSpPr>
        <p:spPr bwMode="auto">
          <a:xfrm>
            <a:off x="7696200" y="3962401"/>
            <a:ext cx="241604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n-US" sz="2400">
                <a:solidFill>
                  <a:srgbClr val="000000"/>
                </a:solidFill>
                <a:latin typeface="Times New Roman" panose="02020603050405020304" pitchFamily="18" charset="0"/>
              </a:rPr>
              <a:t>          30,50</a:t>
            </a:r>
          </a:p>
          <a:p>
            <a:pPr fontAlgn="base">
              <a:spcBef>
                <a:spcPct val="0"/>
              </a:spcBef>
              <a:spcAft>
                <a:spcPct val="0"/>
              </a:spcAft>
            </a:pPr>
            <a:endParaRPr lang="en-US" altLang="en-US" sz="2400">
              <a:solidFill>
                <a:srgbClr val="000000"/>
              </a:solidFill>
              <a:latin typeface="Times New Roman" panose="02020603050405020304" pitchFamily="18" charset="0"/>
            </a:endParaRPr>
          </a:p>
          <a:p>
            <a:pPr fontAlgn="base">
              <a:spcBef>
                <a:spcPct val="0"/>
              </a:spcBef>
              <a:spcAft>
                <a:spcPct val="0"/>
              </a:spcAft>
            </a:pPr>
            <a:r>
              <a:rPr lang="en-US" altLang="en-US" sz="2400">
                <a:solidFill>
                  <a:srgbClr val="000000"/>
                </a:solidFill>
                <a:latin typeface="Times New Roman" panose="02020603050405020304" pitchFamily="18" charset="0"/>
              </a:rPr>
              <a:t>10,20    40   60,90</a:t>
            </a:r>
          </a:p>
        </p:txBody>
      </p:sp>
      <p:sp>
        <p:nvSpPr>
          <p:cNvPr id="22569" name="Line 41">
            <a:extLst>
              <a:ext uri="{FF2B5EF4-FFF2-40B4-BE49-F238E27FC236}">
                <a16:creationId xmlns:a16="http://schemas.microsoft.com/office/drawing/2014/main" id="{BC7D7578-8C11-906F-2190-78D95D457E21}"/>
              </a:ext>
            </a:extLst>
          </p:cNvPr>
          <p:cNvSpPr>
            <a:spLocks noChangeShapeType="1"/>
          </p:cNvSpPr>
          <p:nvPr/>
        </p:nvSpPr>
        <p:spPr bwMode="auto">
          <a:xfrm flipH="1">
            <a:off x="3200400" y="12192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70" name="Line 42">
            <a:extLst>
              <a:ext uri="{FF2B5EF4-FFF2-40B4-BE49-F238E27FC236}">
                <a16:creationId xmlns:a16="http://schemas.microsoft.com/office/drawing/2014/main" id="{1D6704CF-4F7B-703F-CF65-BD1AFD343642}"/>
              </a:ext>
            </a:extLst>
          </p:cNvPr>
          <p:cNvSpPr>
            <a:spLocks noChangeShapeType="1"/>
          </p:cNvSpPr>
          <p:nvPr/>
        </p:nvSpPr>
        <p:spPr bwMode="auto">
          <a:xfrm flipH="1">
            <a:off x="2743200" y="20574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71" name="Line 43">
            <a:extLst>
              <a:ext uri="{FF2B5EF4-FFF2-40B4-BE49-F238E27FC236}">
                <a16:creationId xmlns:a16="http://schemas.microsoft.com/office/drawing/2014/main" id="{9E351142-4A43-C57E-4889-E20FC19F24D2}"/>
              </a:ext>
            </a:extLst>
          </p:cNvPr>
          <p:cNvSpPr>
            <a:spLocks noChangeShapeType="1"/>
          </p:cNvSpPr>
          <p:nvPr/>
        </p:nvSpPr>
        <p:spPr bwMode="auto">
          <a:xfrm>
            <a:off x="3276600" y="2057400"/>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72" name="Line 44">
            <a:extLst>
              <a:ext uri="{FF2B5EF4-FFF2-40B4-BE49-F238E27FC236}">
                <a16:creationId xmlns:a16="http://schemas.microsoft.com/office/drawing/2014/main" id="{48C02B01-FBBA-DF95-9480-BACB9044CD2D}"/>
              </a:ext>
            </a:extLst>
          </p:cNvPr>
          <p:cNvSpPr>
            <a:spLocks noChangeShapeType="1"/>
          </p:cNvSpPr>
          <p:nvPr/>
        </p:nvSpPr>
        <p:spPr bwMode="auto">
          <a:xfrm>
            <a:off x="3810000" y="1219200"/>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73" name="Line 45">
            <a:extLst>
              <a:ext uri="{FF2B5EF4-FFF2-40B4-BE49-F238E27FC236}">
                <a16:creationId xmlns:a16="http://schemas.microsoft.com/office/drawing/2014/main" id="{F2ECA1D9-8760-E692-2229-9FA86AC96DBD}"/>
              </a:ext>
            </a:extLst>
          </p:cNvPr>
          <p:cNvSpPr>
            <a:spLocks noChangeShapeType="1"/>
          </p:cNvSpPr>
          <p:nvPr/>
        </p:nvSpPr>
        <p:spPr bwMode="auto">
          <a:xfrm flipH="1">
            <a:off x="4038600" y="2057400"/>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75" name="Line 47">
            <a:extLst>
              <a:ext uri="{FF2B5EF4-FFF2-40B4-BE49-F238E27FC236}">
                <a16:creationId xmlns:a16="http://schemas.microsoft.com/office/drawing/2014/main" id="{6ECA366C-C08D-42D2-439F-6D4D72F9889E}"/>
              </a:ext>
            </a:extLst>
          </p:cNvPr>
          <p:cNvSpPr>
            <a:spLocks noChangeShapeType="1"/>
          </p:cNvSpPr>
          <p:nvPr/>
        </p:nvSpPr>
        <p:spPr bwMode="auto">
          <a:xfrm flipH="1">
            <a:off x="7924800" y="12192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76" name="Line 48">
            <a:extLst>
              <a:ext uri="{FF2B5EF4-FFF2-40B4-BE49-F238E27FC236}">
                <a16:creationId xmlns:a16="http://schemas.microsoft.com/office/drawing/2014/main" id="{65B666F7-1F90-C71D-6744-6150100C6CAC}"/>
              </a:ext>
            </a:extLst>
          </p:cNvPr>
          <p:cNvSpPr>
            <a:spLocks noChangeShapeType="1"/>
          </p:cNvSpPr>
          <p:nvPr/>
        </p:nvSpPr>
        <p:spPr bwMode="auto">
          <a:xfrm>
            <a:off x="8534400" y="1143000"/>
            <a:ext cx="533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77" name="Line 49">
            <a:extLst>
              <a:ext uri="{FF2B5EF4-FFF2-40B4-BE49-F238E27FC236}">
                <a16:creationId xmlns:a16="http://schemas.microsoft.com/office/drawing/2014/main" id="{8D236A55-AABE-EB02-9284-0A32EC840E00}"/>
              </a:ext>
            </a:extLst>
          </p:cNvPr>
          <p:cNvSpPr>
            <a:spLocks noChangeShapeType="1"/>
          </p:cNvSpPr>
          <p:nvPr/>
        </p:nvSpPr>
        <p:spPr bwMode="auto">
          <a:xfrm flipH="1">
            <a:off x="7391400" y="19050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78" name="Line 50">
            <a:extLst>
              <a:ext uri="{FF2B5EF4-FFF2-40B4-BE49-F238E27FC236}">
                <a16:creationId xmlns:a16="http://schemas.microsoft.com/office/drawing/2014/main" id="{44C275D1-9C22-B52B-AA37-3FEB85239FAB}"/>
              </a:ext>
            </a:extLst>
          </p:cNvPr>
          <p:cNvSpPr>
            <a:spLocks noChangeShapeType="1"/>
          </p:cNvSpPr>
          <p:nvPr/>
        </p:nvSpPr>
        <p:spPr bwMode="auto">
          <a:xfrm>
            <a:off x="7924800" y="19812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79" name="Line 51">
            <a:extLst>
              <a:ext uri="{FF2B5EF4-FFF2-40B4-BE49-F238E27FC236}">
                <a16:creationId xmlns:a16="http://schemas.microsoft.com/office/drawing/2014/main" id="{E02C9BFC-344C-91B2-65EB-22DCA09E712B}"/>
              </a:ext>
            </a:extLst>
          </p:cNvPr>
          <p:cNvSpPr>
            <a:spLocks noChangeShapeType="1"/>
          </p:cNvSpPr>
          <p:nvPr/>
        </p:nvSpPr>
        <p:spPr bwMode="auto">
          <a:xfrm flipH="1">
            <a:off x="8610600" y="19812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80" name="Line 52">
            <a:extLst>
              <a:ext uri="{FF2B5EF4-FFF2-40B4-BE49-F238E27FC236}">
                <a16:creationId xmlns:a16="http://schemas.microsoft.com/office/drawing/2014/main" id="{DC17A3EF-8D54-00D0-2A78-32DBEC9EBC05}"/>
              </a:ext>
            </a:extLst>
          </p:cNvPr>
          <p:cNvSpPr>
            <a:spLocks noChangeShapeType="1"/>
          </p:cNvSpPr>
          <p:nvPr/>
        </p:nvSpPr>
        <p:spPr bwMode="auto">
          <a:xfrm>
            <a:off x="9220200" y="19050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81" name="Line 53">
            <a:extLst>
              <a:ext uri="{FF2B5EF4-FFF2-40B4-BE49-F238E27FC236}">
                <a16:creationId xmlns:a16="http://schemas.microsoft.com/office/drawing/2014/main" id="{B1B4CB3E-002E-23D1-0185-4A5F76E9EF04}"/>
              </a:ext>
            </a:extLst>
          </p:cNvPr>
          <p:cNvSpPr>
            <a:spLocks noChangeShapeType="1"/>
          </p:cNvSpPr>
          <p:nvPr/>
        </p:nvSpPr>
        <p:spPr bwMode="auto">
          <a:xfrm flipH="1">
            <a:off x="4343400" y="37338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82" name="Line 54">
            <a:extLst>
              <a:ext uri="{FF2B5EF4-FFF2-40B4-BE49-F238E27FC236}">
                <a16:creationId xmlns:a16="http://schemas.microsoft.com/office/drawing/2014/main" id="{7917DBB5-FBA3-9533-7DC2-ACF1157E02F1}"/>
              </a:ext>
            </a:extLst>
          </p:cNvPr>
          <p:cNvSpPr>
            <a:spLocks noChangeShapeType="1"/>
          </p:cNvSpPr>
          <p:nvPr/>
        </p:nvSpPr>
        <p:spPr bwMode="auto">
          <a:xfrm>
            <a:off x="5029200" y="37338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83" name="Line 55">
            <a:extLst>
              <a:ext uri="{FF2B5EF4-FFF2-40B4-BE49-F238E27FC236}">
                <a16:creationId xmlns:a16="http://schemas.microsoft.com/office/drawing/2014/main" id="{631347FD-0584-A703-4267-5FD350DDC07F}"/>
              </a:ext>
            </a:extLst>
          </p:cNvPr>
          <p:cNvSpPr>
            <a:spLocks noChangeShapeType="1"/>
          </p:cNvSpPr>
          <p:nvPr/>
        </p:nvSpPr>
        <p:spPr bwMode="auto">
          <a:xfrm flipH="1">
            <a:off x="3810000" y="44196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84" name="Line 56">
            <a:extLst>
              <a:ext uri="{FF2B5EF4-FFF2-40B4-BE49-F238E27FC236}">
                <a16:creationId xmlns:a16="http://schemas.microsoft.com/office/drawing/2014/main" id="{0180F8E3-0592-642B-A582-787A7625FB98}"/>
              </a:ext>
            </a:extLst>
          </p:cNvPr>
          <p:cNvSpPr>
            <a:spLocks noChangeShapeType="1"/>
          </p:cNvSpPr>
          <p:nvPr/>
        </p:nvSpPr>
        <p:spPr bwMode="auto">
          <a:xfrm>
            <a:off x="4191000" y="4495800"/>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85" name="Line 57">
            <a:extLst>
              <a:ext uri="{FF2B5EF4-FFF2-40B4-BE49-F238E27FC236}">
                <a16:creationId xmlns:a16="http://schemas.microsoft.com/office/drawing/2014/main" id="{81752129-0F45-CE7A-89F3-79058B63EA4C}"/>
              </a:ext>
            </a:extLst>
          </p:cNvPr>
          <p:cNvSpPr>
            <a:spLocks noChangeShapeType="1"/>
          </p:cNvSpPr>
          <p:nvPr/>
        </p:nvSpPr>
        <p:spPr bwMode="auto">
          <a:xfrm flipH="1">
            <a:off x="5181600" y="43434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86" name="Line 58">
            <a:extLst>
              <a:ext uri="{FF2B5EF4-FFF2-40B4-BE49-F238E27FC236}">
                <a16:creationId xmlns:a16="http://schemas.microsoft.com/office/drawing/2014/main" id="{FF2F43AC-2757-3099-2E6F-C621963091A4}"/>
              </a:ext>
            </a:extLst>
          </p:cNvPr>
          <p:cNvSpPr>
            <a:spLocks noChangeShapeType="1"/>
          </p:cNvSpPr>
          <p:nvPr/>
        </p:nvSpPr>
        <p:spPr bwMode="auto">
          <a:xfrm>
            <a:off x="5715000" y="44196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87" name="Line 59">
            <a:extLst>
              <a:ext uri="{FF2B5EF4-FFF2-40B4-BE49-F238E27FC236}">
                <a16:creationId xmlns:a16="http://schemas.microsoft.com/office/drawing/2014/main" id="{5F957733-8472-6DA0-CA86-2A0DFBB487DC}"/>
              </a:ext>
            </a:extLst>
          </p:cNvPr>
          <p:cNvSpPr>
            <a:spLocks noChangeShapeType="1"/>
          </p:cNvSpPr>
          <p:nvPr/>
        </p:nvSpPr>
        <p:spPr bwMode="auto">
          <a:xfrm flipH="1">
            <a:off x="8001000" y="4267200"/>
            <a:ext cx="533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88" name="Line 60">
            <a:extLst>
              <a:ext uri="{FF2B5EF4-FFF2-40B4-BE49-F238E27FC236}">
                <a16:creationId xmlns:a16="http://schemas.microsoft.com/office/drawing/2014/main" id="{F7716AFC-18B5-AB85-27F4-B119B8BFB887}"/>
              </a:ext>
            </a:extLst>
          </p:cNvPr>
          <p:cNvSpPr>
            <a:spLocks noChangeShapeType="1"/>
          </p:cNvSpPr>
          <p:nvPr/>
        </p:nvSpPr>
        <p:spPr bwMode="auto">
          <a:xfrm>
            <a:off x="8915400" y="43434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89" name="Line 61">
            <a:extLst>
              <a:ext uri="{FF2B5EF4-FFF2-40B4-BE49-F238E27FC236}">
                <a16:creationId xmlns:a16="http://schemas.microsoft.com/office/drawing/2014/main" id="{1A2447FB-703F-F12B-AB8B-383F08606003}"/>
              </a:ext>
            </a:extLst>
          </p:cNvPr>
          <p:cNvSpPr>
            <a:spLocks noChangeShapeType="1"/>
          </p:cNvSpPr>
          <p:nvPr/>
        </p:nvSpPr>
        <p:spPr bwMode="auto">
          <a:xfrm>
            <a:off x="9220200" y="4267200"/>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
        <p:nvSpPr>
          <p:cNvPr id="22590" name="Line 62">
            <a:extLst>
              <a:ext uri="{FF2B5EF4-FFF2-40B4-BE49-F238E27FC236}">
                <a16:creationId xmlns:a16="http://schemas.microsoft.com/office/drawing/2014/main" id="{615FACA9-07C6-8645-3C61-4FF45457A9CB}"/>
              </a:ext>
            </a:extLst>
          </p:cNvPr>
          <p:cNvSpPr>
            <a:spLocks noChangeShapeType="1"/>
          </p:cNvSpPr>
          <p:nvPr/>
        </p:nvSpPr>
        <p:spPr bwMode="auto">
          <a:xfrm>
            <a:off x="4419600" y="20574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3E4D2E-E509-9045-A9FD-BF2BEBB24CDE}"/>
              </a:ext>
            </a:extLst>
          </p:cNvPr>
          <p:cNvSpPr>
            <a:spLocks noGrp="1"/>
          </p:cNvSpPr>
          <p:nvPr>
            <p:ph type="ftr" sz="quarter" idx="11"/>
          </p:nvPr>
        </p:nvSpPr>
        <p:spPr/>
        <p:txBody>
          <a:bodyPr/>
          <a:lstStyle/>
          <a:p>
            <a:r>
              <a:rPr lang="en-US" altLang="en-US"/>
              <a:t>Data Structures and Algorithms</a:t>
            </a:r>
          </a:p>
        </p:txBody>
      </p:sp>
      <p:sp>
        <p:nvSpPr>
          <p:cNvPr id="3" name="Slide Number Placeholder 2">
            <a:extLst>
              <a:ext uri="{FF2B5EF4-FFF2-40B4-BE49-F238E27FC236}">
                <a16:creationId xmlns:a16="http://schemas.microsoft.com/office/drawing/2014/main" id="{67890861-A148-D6E7-07EA-456AB0C275BE}"/>
              </a:ext>
            </a:extLst>
          </p:cNvPr>
          <p:cNvSpPr>
            <a:spLocks noGrp="1"/>
          </p:cNvSpPr>
          <p:nvPr>
            <p:ph type="sldNum" sz="quarter" idx="12"/>
          </p:nvPr>
        </p:nvSpPr>
        <p:spPr/>
        <p:txBody>
          <a:bodyPr/>
          <a:lstStyle/>
          <a:p>
            <a:fld id="{F03B5F98-ECAA-4951-8811-4934A0AC323C}" type="slidenum">
              <a:rPr lang="en-US" altLang="en-US" smtClean="0"/>
              <a:pPr/>
              <a:t>66</a:t>
            </a:fld>
            <a:endParaRPr lang="en-US" altLang="en-US"/>
          </a:p>
        </p:txBody>
      </p:sp>
      <p:sp>
        <p:nvSpPr>
          <p:cNvPr id="5" name="TextBox 4">
            <a:extLst>
              <a:ext uri="{FF2B5EF4-FFF2-40B4-BE49-F238E27FC236}">
                <a16:creationId xmlns:a16="http://schemas.microsoft.com/office/drawing/2014/main" id="{451D9BCB-8B1C-9274-58FD-6770A909CF1F}"/>
              </a:ext>
            </a:extLst>
          </p:cNvPr>
          <p:cNvSpPr txBox="1"/>
          <p:nvPr/>
        </p:nvSpPr>
        <p:spPr>
          <a:xfrm>
            <a:off x="2196790" y="2352907"/>
            <a:ext cx="8014938" cy="461665"/>
          </a:xfrm>
          <a:prstGeom prst="rect">
            <a:avLst/>
          </a:prstGeom>
          <a:noFill/>
        </p:spPr>
        <p:txBody>
          <a:bodyPr wrap="square">
            <a:spAutoFit/>
          </a:bodyPr>
          <a:lstStyle/>
          <a:p>
            <a:r>
              <a:rPr lang="en-US" altLang="en-US" sz="2400" b="1">
                <a:solidFill>
                  <a:schemeClr val="accent6"/>
                </a:solidFill>
                <a:hlinkClick r:id="rId2">
                  <a:extLst>
                    <a:ext uri="{A12FA001-AC4F-418D-AE19-62706E023703}">
                      <ahyp:hlinkClr xmlns:ahyp="http://schemas.microsoft.com/office/drawing/2018/hyperlinkcolor" val="tx"/>
                    </a:ext>
                  </a:extLst>
                </a:hlinkClick>
              </a:rPr>
              <a:t>https://www.cs.usfca.edu/~galles/visualization/BTree.html</a:t>
            </a:r>
            <a:endParaRPr lang="en-US" altLang="en-US" sz="2400" b="1">
              <a:solidFill>
                <a:schemeClr val="accent6"/>
              </a:solidFill>
            </a:endParaRPr>
          </a:p>
        </p:txBody>
      </p:sp>
    </p:spTree>
    <p:extLst>
      <p:ext uri="{BB962C8B-B14F-4D97-AF65-F5344CB8AC3E}">
        <p14:creationId xmlns:p14="http://schemas.microsoft.com/office/powerpoint/2010/main" val="26172460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EE887-F13A-76CE-4132-91EBC2005134}"/>
              </a:ext>
            </a:extLst>
          </p:cNvPr>
          <p:cNvSpPr>
            <a:spLocks noGrp="1"/>
          </p:cNvSpPr>
          <p:nvPr>
            <p:ph type="title"/>
          </p:nvPr>
        </p:nvSpPr>
        <p:spPr/>
        <p:txBody>
          <a:bodyPr>
            <a:normAutofit fontScale="90000"/>
          </a:bodyPr>
          <a:lstStyle/>
          <a:p>
            <a:r>
              <a:rPr lang="en-IN"/>
              <a:t>Balanced Search Trees - TRY</a:t>
            </a:r>
          </a:p>
        </p:txBody>
      </p:sp>
      <p:sp>
        <p:nvSpPr>
          <p:cNvPr id="3" name="Content Placeholder 2">
            <a:extLst>
              <a:ext uri="{FF2B5EF4-FFF2-40B4-BE49-F238E27FC236}">
                <a16:creationId xmlns:a16="http://schemas.microsoft.com/office/drawing/2014/main" id="{6AF0DB81-22F3-7ADB-B75A-4A070BC1FF4B}"/>
              </a:ext>
            </a:extLst>
          </p:cNvPr>
          <p:cNvSpPr>
            <a:spLocks noGrp="1"/>
          </p:cNvSpPr>
          <p:nvPr>
            <p:ph idx="1"/>
          </p:nvPr>
        </p:nvSpPr>
        <p:spPr>
          <a:xfrm>
            <a:off x="838200" y="1143564"/>
            <a:ext cx="10994408" cy="5199182"/>
          </a:xfrm>
        </p:spPr>
        <p:txBody>
          <a:bodyPr>
            <a:normAutofit fontScale="70000" lnSpcReduction="20000"/>
          </a:bodyPr>
          <a:lstStyle/>
          <a:p>
            <a:pPr marL="0" indent="0">
              <a:buNone/>
            </a:pPr>
            <a:r>
              <a:rPr lang="en-US"/>
              <a:t>1. Which of the following binary trees are AVL trees?</a:t>
            </a:r>
          </a:p>
          <a:p>
            <a:endParaRPr lang="en-US"/>
          </a:p>
          <a:p>
            <a:endParaRPr lang="en-US"/>
          </a:p>
          <a:p>
            <a:endParaRPr lang="en-US"/>
          </a:p>
          <a:p>
            <a:endParaRPr lang="en-US"/>
          </a:p>
          <a:p>
            <a:endParaRPr lang="en-US"/>
          </a:p>
          <a:p>
            <a:pPr marL="0" indent="0">
              <a:buNone/>
            </a:pPr>
            <a:endParaRPr lang="en-US"/>
          </a:p>
          <a:p>
            <a:pPr marL="0" indent="0">
              <a:buNone/>
            </a:pPr>
            <a:endParaRPr lang="en-US"/>
          </a:p>
          <a:p>
            <a:pPr marL="0" indent="0">
              <a:buNone/>
            </a:pPr>
            <a:r>
              <a:rPr lang="en-US"/>
              <a:t>2.a. For n = 1, 2, 3, 4, and 5, draw all the binary trees with n nodes that satisfy the balance requirement of AVL tree.</a:t>
            </a:r>
          </a:p>
          <a:p>
            <a:pPr marL="0" indent="0">
              <a:buNone/>
            </a:pPr>
            <a:r>
              <a:rPr lang="en-US"/>
              <a:t>b. Draw a binary tree of height 4 that can be an AVL tree and has the smallest number of nodes among all such trees.</a:t>
            </a:r>
          </a:p>
          <a:p>
            <a:pPr marL="0" indent="0">
              <a:buNone/>
            </a:pPr>
            <a:r>
              <a:rPr lang="en-US"/>
              <a:t>3. a. Construct a 2-3 tree for the list C, O, M, P, U, T, I, N, G. Use the alphabetical order of the letters and insert them successively starting with the empty tree. </a:t>
            </a:r>
          </a:p>
          <a:p>
            <a:pPr marL="0" indent="0">
              <a:buNone/>
            </a:pPr>
            <a:r>
              <a:rPr lang="en-US"/>
              <a:t>b. Assuming that the probabilities of searching for each of the keys (i.e., the letters) are the same, find the largest number and the average number of key comparisons for successful searches in this tree.</a:t>
            </a:r>
          </a:p>
          <a:p>
            <a:endParaRPr lang="en-IN"/>
          </a:p>
        </p:txBody>
      </p:sp>
      <p:sp>
        <p:nvSpPr>
          <p:cNvPr id="4" name="Date Placeholder 3">
            <a:extLst>
              <a:ext uri="{FF2B5EF4-FFF2-40B4-BE49-F238E27FC236}">
                <a16:creationId xmlns:a16="http://schemas.microsoft.com/office/drawing/2014/main" id="{DBB99BD7-2F1A-28D1-F647-D58532AE8EFE}"/>
              </a:ext>
            </a:extLst>
          </p:cNvPr>
          <p:cNvSpPr>
            <a:spLocks noGrp="1"/>
          </p:cNvSpPr>
          <p:nvPr>
            <p:ph type="dt" sz="half" idx="10"/>
          </p:nvPr>
        </p:nvSpPr>
        <p:spPr/>
        <p:txBody>
          <a:bodyPr/>
          <a:lstStyle/>
          <a:p>
            <a:fld id="{F6232DCD-C659-4251-AE5F-5EA929BABCBA}" type="datetime1">
              <a:rPr lang="en-IN" smtClean="0"/>
              <a:t>23-02-2026</a:t>
            </a:fld>
            <a:endParaRPr lang="en-IN"/>
          </a:p>
        </p:txBody>
      </p:sp>
      <p:sp>
        <p:nvSpPr>
          <p:cNvPr id="5" name="Footer Placeholder 4">
            <a:extLst>
              <a:ext uri="{FF2B5EF4-FFF2-40B4-BE49-F238E27FC236}">
                <a16:creationId xmlns:a16="http://schemas.microsoft.com/office/drawing/2014/main" id="{68D62A22-DFB8-2B0F-6B72-343908ACC247}"/>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EEE63F8B-D261-7E24-19E1-82A65483A0A6}"/>
              </a:ext>
            </a:extLst>
          </p:cNvPr>
          <p:cNvSpPr>
            <a:spLocks noGrp="1"/>
          </p:cNvSpPr>
          <p:nvPr>
            <p:ph type="sldNum" sz="quarter" idx="12"/>
          </p:nvPr>
        </p:nvSpPr>
        <p:spPr/>
        <p:txBody>
          <a:bodyPr/>
          <a:lstStyle/>
          <a:p>
            <a:fld id="{24BEA51C-495D-44A2-B925-9AAC4BD9F0A2}" type="slidenum">
              <a:rPr lang="en-IN" smtClean="0"/>
              <a:t>67</a:t>
            </a:fld>
            <a:endParaRPr lang="en-IN"/>
          </a:p>
        </p:txBody>
      </p:sp>
      <p:pic>
        <p:nvPicPr>
          <p:cNvPr id="8" name="Picture 7">
            <a:extLst>
              <a:ext uri="{FF2B5EF4-FFF2-40B4-BE49-F238E27FC236}">
                <a16:creationId xmlns:a16="http://schemas.microsoft.com/office/drawing/2014/main" id="{327724CC-68FC-8156-61C1-079C965E2312}"/>
              </a:ext>
            </a:extLst>
          </p:cNvPr>
          <p:cNvPicPr>
            <a:picLocks noChangeAspect="1"/>
          </p:cNvPicPr>
          <p:nvPr/>
        </p:nvPicPr>
        <p:blipFill>
          <a:blip r:embed="rId2"/>
          <a:stretch>
            <a:fillRect/>
          </a:stretch>
        </p:blipFill>
        <p:spPr>
          <a:xfrm>
            <a:off x="1992573" y="1620605"/>
            <a:ext cx="6881531" cy="2122550"/>
          </a:xfrm>
          <a:prstGeom prst="rect">
            <a:avLst/>
          </a:prstGeom>
        </p:spPr>
      </p:pic>
    </p:spTree>
    <p:extLst>
      <p:ext uri="{BB962C8B-B14F-4D97-AF65-F5344CB8AC3E}">
        <p14:creationId xmlns:p14="http://schemas.microsoft.com/office/powerpoint/2010/main" val="41816043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DCF71-424B-1CC9-08B0-1C53B2CDCD24}"/>
              </a:ext>
            </a:extLst>
          </p:cNvPr>
          <p:cNvSpPr>
            <a:spLocks noGrp="1"/>
          </p:cNvSpPr>
          <p:nvPr>
            <p:ph type="title"/>
          </p:nvPr>
        </p:nvSpPr>
        <p:spPr/>
        <p:txBody>
          <a:bodyPr>
            <a:normAutofit fontScale="90000"/>
          </a:bodyPr>
          <a:lstStyle/>
          <a:p>
            <a:r>
              <a:rPr lang="en-US"/>
              <a:t>Heap and Heap Sort : Refer another ppt</a:t>
            </a:r>
          </a:p>
        </p:txBody>
      </p:sp>
      <p:sp>
        <p:nvSpPr>
          <p:cNvPr id="3" name="Content Placeholder 2">
            <a:extLst>
              <a:ext uri="{FF2B5EF4-FFF2-40B4-BE49-F238E27FC236}">
                <a16:creationId xmlns:a16="http://schemas.microsoft.com/office/drawing/2014/main" id="{0EF4461F-2B77-88B7-5461-1681E8BCAD37}"/>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B19290E3-4C2C-2707-58A4-F507A850344D}"/>
              </a:ext>
            </a:extLst>
          </p:cNvPr>
          <p:cNvSpPr>
            <a:spLocks noGrp="1"/>
          </p:cNvSpPr>
          <p:nvPr>
            <p:ph type="dt" sz="half" idx="10"/>
          </p:nvPr>
        </p:nvSpPr>
        <p:spPr/>
        <p:txBody>
          <a:bodyPr/>
          <a:lstStyle/>
          <a:p>
            <a:fld id="{F6232DCD-C659-4251-AE5F-5EA929BABCBA}" type="datetime1">
              <a:rPr lang="en-IN" smtClean="0"/>
              <a:t>23-02-2026</a:t>
            </a:fld>
            <a:endParaRPr lang="en-IN"/>
          </a:p>
        </p:txBody>
      </p:sp>
      <p:sp>
        <p:nvSpPr>
          <p:cNvPr id="5" name="Footer Placeholder 4">
            <a:extLst>
              <a:ext uri="{FF2B5EF4-FFF2-40B4-BE49-F238E27FC236}">
                <a16:creationId xmlns:a16="http://schemas.microsoft.com/office/drawing/2014/main" id="{B941B86E-98FF-0CFA-42C3-1E400F46D400}"/>
              </a:ext>
            </a:extLst>
          </p:cNvPr>
          <p:cNvSpPr>
            <a:spLocks noGrp="1"/>
          </p:cNvSpPr>
          <p:nvPr>
            <p:ph type="ftr" sz="quarter" idx="11"/>
          </p:nvPr>
        </p:nvSpPr>
        <p:spPr/>
        <p:txBody>
          <a:bodyPr/>
          <a:lstStyle/>
          <a:p>
            <a:r>
              <a:rPr lang="en-US"/>
              <a:t>IT_2222 Design and Analysis of Algorithms- 2024</a:t>
            </a:r>
            <a:endParaRPr lang="en-IN"/>
          </a:p>
        </p:txBody>
      </p:sp>
      <p:sp>
        <p:nvSpPr>
          <p:cNvPr id="6" name="Slide Number Placeholder 5">
            <a:extLst>
              <a:ext uri="{FF2B5EF4-FFF2-40B4-BE49-F238E27FC236}">
                <a16:creationId xmlns:a16="http://schemas.microsoft.com/office/drawing/2014/main" id="{51BEC9DA-6B21-2057-648D-1152DAA1A53F}"/>
              </a:ext>
            </a:extLst>
          </p:cNvPr>
          <p:cNvSpPr>
            <a:spLocks noGrp="1"/>
          </p:cNvSpPr>
          <p:nvPr>
            <p:ph type="sldNum" sz="quarter" idx="12"/>
          </p:nvPr>
        </p:nvSpPr>
        <p:spPr/>
        <p:txBody>
          <a:bodyPr/>
          <a:lstStyle/>
          <a:p>
            <a:fld id="{24BEA51C-495D-44A2-B925-9AAC4BD9F0A2}" type="slidenum">
              <a:rPr lang="en-IN" smtClean="0"/>
              <a:t>68</a:t>
            </a:fld>
            <a:endParaRPr lang="en-IN"/>
          </a:p>
        </p:txBody>
      </p:sp>
    </p:spTree>
    <p:extLst>
      <p:ext uri="{BB962C8B-B14F-4D97-AF65-F5344CB8AC3E}">
        <p14:creationId xmlns:p14="http://schemas.microsoft.com/office/powerpoint/2010/main" val="24366585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E9631-85F8-2A65-6A57-9CFCF70C07F5}"/>
              </a:ext>
            </a:extLst>
          </p:cNvPr>
          <p:cNvSpPr>
            <a:spLocks noGrp="1"/>
          </p:cNvSpPr>
          <p:nvPr>
            <p:ph type="title"/>
          </p:nvPr>
        </p:nvSpPr>
        <p:spPr/>
        <p:txBody>
          <a:bodyPr>
            <a:normAutofit fontScale="90000"/>
          </a:bodyPr>
          <a:lstStyle/>
          <a:p>
            <a:r>
              <a:rPr lang="en-IN"/>
              <a:t>Problem Reduction</a:t>
            </a:r>
          </a:p>
        </p:txBody>
      </p:sp>
      <p:sp>
        <p:nvSpPr>
          <p:cNvPr id="3" name="Content Placeholder 2">
            <a:extLst>
              <a:ext uri="{FF2B5EF4-FFF2-40B4-BE49-F238E27FC236}">
                <a16:creationId xmlns:a16="http://schemas.microsoft.com/office/drawing/2014/main" id="{706EE071-A1AA-8CA8-4CE2-6D6D4C532559}"/>
              </a:ext>
            </a:extLst>
          </p:cNvPr>
          <p:cNvSpPr>
            <a:spLocks noGrp="1"/>
          </p:cNvSpPr>
          <p:nvPr>
            <p:ph idx="1"/>
          </p:nvPr>
        </p:nvSpPr>
        <p:spPr/>
        <p:txBody>
          <a:bodyPr/>
          <a:lstStyle/>
          <a:p>
            <a:r>
              <a:rPr lang="en-US"/>
              <a:t>If you need to solve a problem, reduce it to another problem that you know how to solve .</a:t>
            </a:r>
            <a:endParaRPr lang="en-IN"/>
          </a:p>
        </p:txBody>
      </p:sp>
      <p:sp>
        <p:nvSpPr>
          <p:cNvPr id="4" name="Date Placeholder 3">
            <a:extLst>
              <a:ext uri="{FF2B5EF4-FFF2-40B4-BE49-F238E27FC236}">
                <a16:creationId xmlns:a16="http://schemas.microsoft.com/office/drawing/2014/main" id="{B1B37095-67E8-D9FF-A831-B841411B89D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6232DCD-C659-4251-AE5F-5EA929BABCBA}" type="datetime1">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23-02-2026</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CCBB82E9-C8BD-6E03-11D3-B0CD9A8C14B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rPr>
              <a:t>IT_2222 Design and Analysis of Algorithms- 2024</a:t>
            </a:r>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1C3166E8-B2CE-4422-6862-8AA4BA6FAF8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BEA51C-495D-44A2-B925-9AAC4BD9F0A2}" type="slidenum">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EEC14471-CFB2-5705-A32A-744CD009BFA0}"/>
              </a:ext>
            </a:extLst>
          </p:cNvPr>
          <p:cNvPicPr>
            <a:picLocks noChangeAspect="1"/>
          </p:cNvPicPr>
          <p:nvPr/>
        </p:nvPicPr>
        <p:blipFill>
          <a:blip r:embed="rId3"/>
          <a:stretch>
            <a:fillRect/>
          </a:stretch>
        </p:blipFill>
        <p:spPr>
          <a:xfrm>
            <a:off x="1825468" y="2151465"/>
            <a:ext cx="8541063" cy="1297585"/>
          </a:xfrm>
          <a:prstGeom prst="rect">
            <a:avLst/>
          </a:prstGeom>
        </p:spPr>
      </p:pic>
      <p:pic>
        <p:nvPicPr>
          <p:cNvPr id="10" name="Picture 9">
            <a:extLst>
              <a:ext uri="{FF2B5EF4-FFF2-40B4-BE49-F238E27FC236}">
                <a16:creationId xmlns:a16="http://schemas.microsoft.com/office/drawing/2014/main" id="{F3096348-F3A1-4EBC-5372-F104FA389417}"/>
              </a:ext>
            </a:extLst>
          </p:cNvPr>
          <p:cNvPicPr>
            <a:picLocks noChangeAspect="1"/>
          </p:cNvPicPr>
          <p:nvPr/>
        </p:nvPicPr>
        <p:blipFill>
          <a:blip r:embed="rId4"/>
          <a:stretch>
            <a:fillRect/>
          </a:stretch>
        </p:blipFill>
        <p:spPr>
          <a:xfrm>
            <a:off x="4489246" y="3477124"/>
            <a:ext cx="3499721" cy="607932"/>
          </a:xfrm>
          <a:prstGeom prst="rect">
            <a:avLst/>
          </a:prstGeom>
        </p:spPr>
      </p:pic>
    </p:spTree>
    <p:extLst>
      <p:ext uri="{BB962C8B-B14F-4D97-AF65-F5344CB8AC3E}">
        <p14:creationId xmlns:p14="http://schemas.microsoft.com/office/powerpoint/2010/main" val="9315260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6A3A1-CA12-4CBE-5065-647E7A25F7F4}"/>
              </a:ext>
            </a:extLst>
          </p:cNvPr>
          <p:cNvSpPr>
            <a:spLocks noGrp="1"/>
          </p:cNvSpPr>
          <p:nvPr>
            <p:ph type="title"/>
          </p:nvPr>
        </p:nvSpPr>
        <p:spPr/>
        <p:txBody>
          <a:bodyPr>
            <a:normAutofit fontScale="90000"/>
          </a:bodyPr>
          <a:lstStyle/>
          <a:p>
            <a:r>
              <a:rPr lang="en-IN"/>
              <a:t>Problem Reduction</a:t>
            </a:r>
          </a:p>
        </p:txBody>
      </p:sp>
      <p:sp>
        <p:nvSpPr>
          <p:cNvPr id="3" name="Content Placeholder 2">
            <a:extLst>
              <a:ext uri="{FF2B5EF4-FFF2-40B4-BE49-F238E27FC236}">
                <a16:creationId xmlns:a16="http://schemas.microsoft.com/office/drawing/2014/main" id="{41FDC021-1505-369D-0804-26BF3A81264D}"/>
              </a:ext>
            </a:extLst>
          </p:cNvPr>
          <p:cNvSpPr>
            <a:spLocks noGrp="1"/>
          </p:cNvSpPr>
          <p:nvPr>
            <p:ph idx="1"/>
          </p:nvPr>
        </p:nvSpPr>
        <p:spPr/>
        <p:txBody>
          <a:bodyPr/>
          <a:lstStyle/>
          <a:p>
            <a:pPr marL="0" indent="0">
              <a:buNone/>
            </a:pPr>
            <a:r>
              <a:rPr lang="en-IN" dirty="0"/>
              <a:t>Examples:</a:t>
            </a:r>
          </a:p>
          <a:p>
            <a:pPr lvl="1"/>
            <a:r>
              <a:rPr lang="en-IN" dirty="0"/>
              <a:t>Computing the least common multiple</a:t>
            </a:r>
          </a:p>
          <a:p>
            <a:pPr lvl="1"/>
            <a:r>
              <a:rPr lang="en-IN" dirty="0"/>
              <a:t>Counting paths in a graph</a:t>
            </a:r>
          </a:p>
          <a:p>
            <a:pPr lvl="1"/>
            <a:r>
              <a:rPr lang="en-IN" dirty="0"/>
              <a:t>Reduction of maximization problems: Maximization and minimization problem.</a:t>
            </a:r>
          </a:p>
          <a:p>
            <a:pPr lvl="1"/>
            <a:r>
              <a:rPr lang="en-IN" dirty="0"/>
              <a:t>Reduction in graph problems.</a:t>
            </a:r>
          </a:p>
          <a:p>
            <a:endParaRPr lang="en-IN" dirty="0"/>
          </a:p>
        </p:txBody>
      </p:sp>
      <p:sp>
        <p:nvSpPr>
          <p:cNvPr id="4" name="Date Placeholder 3">
            <a:extLst>
              <a:ext uri="{FF2B5EF4-FFF2-40B4-BE49-F238E27FC236}">
                <a16:creationId xmlns:a16="http://schemas.microsoft.com/office/drawing/2014/main" id="{01865CA0-DE67-A050-F89F-3F43CBBA941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6232DCD-C659-4251-AE5F-5EA929BABCBA}" type="datetime1">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23-02-2026</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868FAE1D-A8DE-831E-F982-D99231231C2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rPr>
              <a:t>IT_2222 Design and Analysis of Algorithms- 2024</a:t>
            </a:r>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EC77A27F-778E-DEF2-F432-E04ADFD242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BEA51C-495D-44A2-B925-9AAC4BD9F0A2}" type="slidenum">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19006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2FAA6-CA79-EC55-00F4-D3D7301DAEC4}"/>
              </a:ext>
            </a:extLst>
          </p:cNvPr>
          <p:cNvSpPr>
            <a:spLocks noGrp="1"/>
          </p:cNvSpPr>
          <p:nvPr>
            <p:ph type="title"/>
          </p:nvPr>
        </p:nvSpPr>
        <p:spPr/>
        <p:txBody>
          <a:bodyPr>
            <a:normAutofit fontScale="90000"/>
          </a:bodyPr>
          <a:lstStyle/>
          <a:p>
            <a:r>
              <a:rPr lang="en-US"/>
              <a:t>Computing the Least Common Multiple</a:t>
            </a:r>
            <a:endParaRPr lang="en-IN"/>
          </a:p>
        </p:txBody>
      </p:sp>
      <p:sp>
        <p:nvSpPr>
          <p:cNvPr id="3" name="Content Placeholder 2">
            <a:extLst>
              <a:ext uri="{FF2B5EF4-FFF2-40B4-BE49-F238E27FC236}">
                <a16:creationId xmlns:a16="http://schemas.microsoft.com/office/drawing/2014/main" id="{DE2C4700-34F4-D5AB-5D80-20745DCB3D95}"/>
              </a:ext>
            </a:extLst>
          </p:cNvPr>
          <p:cNvSpPr>
            <a:spLocks noGrp="1"/>
          </p:cNvSpPr>
          <p:nvPr>
            <p:ph idx="1"/>
          </p:nvPr>
        </p:nvSpPr>
        <p:spPr/>
        <p:txBody>
          <a:bodyPr/>
          <a:lstStyle/>
          <a:p>
            <a:r>
              <a:rPr lang="en-US"/>
              <a:t>Recall that the least common multiple of two positive integers m and n, denoted lcm(m, n ), is defined as the smallest integer that is divisible by both m and n. </a:t>
            </a:r>
          </a:p>
          <a:p>
            <a:r>
              <a:rPr lang="en-US"/>
              <a:t>lcm(24, 60) = 120, and lcm(11, 5) =55.</a:t>
            </a:r>
          </a:p>
          <a:p>
            <a:endParaRPr lang="en-IN"/>
          </a:p>
        </p:txBody>
      </p:sp>
      <p:sp>
        <p:nvSpPr>
          <p:cNvPr id="4" name="Date Placeholder 3">
            <a:extLst>
              <a:ext uri="{FF2B5EF4-FFF2-40B4-BE49-F238E27FC236}">
                <a16:creationId xmlns:a16="http://schemas.microsoft.com/office/drawing/2014/main" id="{98DA5B0C-E768-9EE4-25AB-9503457385E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6232DCD-C659-4251-AE5F-5EA929BABCBA}" type="datetime1">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23-02-2026</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0CE69524-0977-7786-3A58-76A976409C5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rPr>
              <a:t>IT_2222 Design and Analysis of Algorithms- 2024</a:t>
            </a:r>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2640F38C-9B1C-DF7C-01E0-06115E326E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BEA51C-495D-44A2-B925-9AAC4BD9F0A2}" type="slidenum">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A066C1E2-DECD-A1A0-4DBB-70B15F91BBC8}"/>
              </a:ext>
            </a:extLst>
          </p:cNvPr>
          <p:cNvPicPr>
            <a:picLocks noChangeAspect="1"/>
          </p:cNvPicPr>
          <p:nvPr/>
        </p:nvPicPr>
        <p:blipFill>
          <a:blip r:embed="rId3"/>
          <a:stretch>
            <a:fillRect/>
          </a:stretch>
        </p:blipFill>
        <p:spPr>
          <a:xfrm>
            <a:off x="598849" y="3486182"/>
            <a:ext cx="8179021" cy="2102576"/>
          </a:xfrm>
          <a:prstGeom prst="rect">
            <a:avLst/>
          </a:prstGeom>
        </p:spPr>
      </p:pic>
    </p:spTree>
    <p:extLst>
      <p:ext uri="{BB962C8B-B14F-4D97-AF65-F5344CB8AC3E}">
        <p14:creationId xmlns:p14="http://schemas.microsoft.com/office/powerpoint/2010/main" val="82096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87FE6-CE2A-68A6-3AB0-75C22AFE965A}"/>
              </a:ext>
            </a:extLst>
          </p:cNvPr>
          <p:cNvSpPr>
            <a:spLocks noGrp="1"/>
          </p:cNvSpPr>
          <p:nvPr>
            <p:ph type="title"/>
          </p:nvPr>
        </p:nvSpPr>
        <p:spPr/>
        <p:txBody>
          <a:bodyPr>
            <a:normAutofit fontScale="90000"/>
          </a:bodyPr>
          <a:lstStyle/>
          <a:p>
            <a:r>
              <a:rPr lang="en-US"/>
              <a:t>Calculate the least common multiple (LCM) of two numbers using the formula:</a:t>
            </a:r>
            <a:endParaRPr lang="en-IN"/>
          </a:p>
        </p:txBody>
      </p:sp>
      <p:sp>
        <p:nvSpPr>
          <p:cNvPr id="3" name="Content Placeholder 2">
            <a:extLst>
              <a:ext uri="{FF2B5EF4-FFF2-40B4-BE49-F238E27FC236}">
                <a16:creationId xmlns:a16="http://schemas.microsoft.com/office/drawing/2014/main" id="{29CD76A3-2073-98A3-76EC-2F4D33E1DF7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E9BE69BE-E952-3534-FF4A-507A0FE7AB2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6232DCD-C659-4251-AE5F-5EA929BABCBA}" type="datetime1">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23-02-2026</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8512C380-3C1C-3900-5324-22F896E7C13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rPr>
              <a:t>IT_2222 Design and Analysis of Algorithms- 2024</a:t>
            </a:r>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1BE3C9DC-BA85-5E36-69E4-831333EE5A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BEA51C-495D-44A2-B925-9AAC4BD9F0A2}" type="slidenum">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C34030E4-046E-0F90-F41D-2F6E399CCE27}"/>
              </a:ext>
            </a:extLst>
          </p:cNvPr>
          <p:cNvPicPr>
            <a:picLocks noChangeAspect="1"/>
          </p:cNvPicPr>
          <p:nvPr/>
        </p:nvPicPr>
        <p:blipFill>
          <a:blip r:embed="rId2"/>
          <a:stretch>
            <a:fillRect/>
          </a:stretch>
        </p:blipFill>
        <p:spPr>
          <a:xfrm>
            <a:off x="359392" y="3185733"/>
            <a:ext cx="11832608" cy="1654021"/>
          </a:xfrm>
          <a:prstGeom prst="rect">
            <a:avLst/>
          </a:prstGeom>
        </p:spPr>
      </p:pic>
    </p:spTree>
    <p:extLst>
      <p:ext uri="{BB962C8B-B14F-4D97-AF65-F5344CB8AC3E}">
        <p14:creationId xmlns:p14="http://schemas.microsoft.com/office/powerpoint/2010/main" val="18768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C5686-208D-DFA6-0A8C-D8E4D097CC58}"/>
              </a:ext>
            </a:extLst>
          </p:cNvPr>
          <p:cNvSpPr>
            <a:spLocks noGrp="1"/>
          </p:cNvSpPr>
          <p:nvPr>
            <p:ph type="title"/>
          </p:nvPr>
        </p:nvSpPr>
        <p:spPr/>
        <p:txBody>
          <a:bodyPr>
            <a:normAutofit fontScale="90000"/>
          </a:bodyPr>
          <a:lstStyle/>
          <a:p>
            <a:r>
              <a:rPr lang="en-IN"/>
              <a:t>Example:</a:t>
            </a:r>
            <a:br>
              <a:rPr lang="en-IN"/>
            </a:br>
            <a:endParaRPr lang="en-IN"/>
          </a:p>
        </p:txBody>
      </p:sp>
      <p:sp>
        <p:nvSpPr>
          <p:cNvPr id="3" name="Content Placeholder 2">
            <a:extLst>
              <a:ext uri="{FF2B5EF4-FFF2-40B4-BE49-F238E27FC236}">
                <a16:creationId xmlns:a16="http://schemas.microsoft.com/office/drawing/2014/main" id="{58EEBEE6-5F3C-9081-DA63-4A4F80FBAA9D}"/>
              </a:ext>
            </a:extLst>
          </p:cNvPr>
          <p:cNvSpPr>
            <a:spLocks noGrp="1"/>
          </p:cNvSpPr>
          <p:nvPr>
            <p:ph idx="1"/>
          </p:nvPr>
        </p:nvSpPr>
        <p:spPr>
          <a:xfrm>
            <a:off x="718457" y="1031966"/>
            <a:ext cx="11114151" cy="5144997"/>
          </a:xfrm>
        </p:spPr>
        <p:txBody>
          <a:bodyPr/>
          <a:lstStyle/>
          <a:p>
            <a:pPr marL="0" indent="0" algn="l">
              <a:buNone/>
            </a:pPr>
            <a:r>
              <a:rPr lang="en-US" b="0" i="0">
                <a:effectLst/>
                <a:latin typeface="Söhne"/>
              </a:rPr>
              <a:t>First, we need to find the greatest common divisor (GCD) of </a:t>
            </a:r>
            <a:r>
              <a:rPr lang="en-US" b="0" i="1">
                <a:effectLst/>
                <a:latin typeface="KaTeX_Math"/>
              </a:rPr>
              <a:t>m</a:t>
            </a:r>
            <a:r>
              <a:rPr lang="en-US" b="0" i="0">
                <a:effectLst/>
                <a:latin typeface="Söhne"/>
              </a:rPr>
              <a:t> and </a:t>
            </a:r>
            <a:r>
              <a:rPr lang="en-US" b="0" i="1">
                <a:effectLst/>
                <a:latin typeface="KaTeX_Math"/>
              </a:rPr>
              <a:t>n</a:t>
            </a:r>
            <a:r>
              <a:rPr lang="en-US" b="0" i="0">
                <a:effectLst/>
                <a:latin typeface="Söhne"/>
              </a:rPr>
              <a:t>. We can use Euclid's algorithm for this. </a:t>
            </a:r>
            <a:r>
              <a:rPr lang="en-US" b="0" i="0">
                <a:effectLst/>
                <a:latin typeface="KaTeX_Main"/>
              </a:rPr>
              <a:t>LCM(24,60)?</a:t>
            </a:r>
          </a:p>
          <a:p>
            <a:pPr marL="0" indent="0" algn="l">
              <a:buNone/>
            </a:pPr>
            <a:endParaRPr lang="en-US" b="0" i="0">
              <a:effectLst/>
              <a:latin typeface="Söhne"/>
            </a:endParaRPr>
          </a:p>
          <a:p>
            <a:pPr algn="l">
              <a:buFont typeface="+mj-lt"/>
              <a:buAutoNum type="arabicPeriod"/>
            </a:pPr>
            <a:r>
              <a:rPr lang="en-US" b="0" i="0">
                <a:effectLst/>
                <a:latin typeface="Söhne"/>
              </a:rPr>
              <a:t>The GCD of </a:t>
            </a:r>
            <a:r>
              <a:rPr lang="en-US" b="0" i="0">
                <a:effectLst/>
                <a:latin typeface="KaTeX_Main"/>
              </a:rPr>
              <a:t>24</a:t>
            </a:r>
            <a:r>
              <a:rPr lang="en-US" b="0" i="0">
                <a:effectLst/>
                <a:latin typeface="Söhne"/>
              </a:rPr>
              <a:t> and </a:t>
            </a:r>
            <a:r>
              <a:rPr lang="en-US" b="0" i="0">
                <a:effectLst/>
                <a:latin typeface="KaTeX_Main"/>
              </a:rPr>
              <a:t>60</a:t>
            </a:r>
            <a:r>
              <a:rPr lang="en-US" b="0" i="0">
                <a:effectLst/>
                <a:latin typeface="Söhne"/>
              </a:rPr>
              <a:t> is </a:t>
            </a:r>
            <a:r>
              <a:rPr lang="en-US" b="0" i="0">
                <a:effectLst/>
                <a:latin typeface="KaTeX_Main"/>
              </a:rPr>
              <a:t>12</a:t>
            </a:r>
            <a:r>
              <a:rPr lang="en-US" b="0" i="0">
                <a:effectLst/>
                <a:latin typeface="Söhne"/>
              </a:rPr>
              <a:t>.</a:t>
            </a:r>
          </a:p>
          <a:p>
            <a:pPr algn="l">
              <a:buFont typeface="+mj-lt"/>
              <a:buAutoNum type="arabicPeriod"/>
            </a:pPr>
            <a:r>
              <a:rPr lang="en-US" b="0" i="0">
                <a:effectLst/>
                <a:latin typeface="Söhne"/>
              </a:rPr>
              <a:t>Now, plug the values into the formula for LCM:</a:t>
            </a:r>
          </a:p>
          <a:p>
            <a:pPr lvl="1"/>
            <a:r>
              <a:rPr lang="en-US" b="0" i="0">
                <a:effectLst/>
                <a:latin typeface="KaTeX_Main"/>
              </a:rPr>
              <a:t>LCM(24,60)=(24×60)/12 = 120</a:t>
            </a:r>
          </a:p>
          <a:p>
            <a:endParaRPr lang="en-IN"/>
          </a:p>
        </p:txBody>
      </p:sp>
      <p:sp>
        <p:nvSpPr>
          <p:cNvPr id="4" name="Date Placeholder 3">
            <a:extLst>
              <a:ext uri="{FF2B5EF4-FFF2-40B4-BE49-F238E27FC236}">
                <a16:creationId xmlns:a16="http://schemas.microsoft.com/office/drawing/2014/main" id="{EAD80019-0375-D3AE-CF0F-DB47F587369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6232DCD-C659-4251-AE5F-5EA929BABCBA}" type="datetime1">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23-02-2026</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2C9B08EA-19AC-439E-F5CF-34A3245FBD2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rPr>
              <a:t>IT_2222 Design and Analysis of Algorithms- 2024</a:t>
            </a:r>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601C4ACF-38C3-76FD-EFCC-1A8A361C28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BEA51C-495D-44A2-B925-9AAC4BD9F0A2}" type="slidenum">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755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1000"/>
                                        <p:tgtEl>
                                          <p:spTgt spid="3">
                                            <p:txEl>
                                              <p:pRg st="4" end="4"/>
                                            </p:txEl>
                                          </p:spTgt>
                                        </p:tgtEl>
                                      </p:cBhvr>
                                    </p:animEffect>
                                    <p:anim calcmode="lin" valueType="num">
                                      <p:cBhvr>
                                        <p:cTn id="3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BBAF2-30D9-A2C7-AB52-B79B602EF594}"/>
              </a:ext>
            </a:extLst>
          </p:cNvPr>
          <p:cNvSpPr>
            <a:spLocks noGrp="1"/>
          </p:cNvSpPr>
          <p:nvPr>
            <p:ph type="title"/>
          </p:nvPr>
        </p:nvSpPr>
        <p:spPr/>
        <p:txBody>
          <a:bodyPr>
            <a:normAutofit fontScale="90000"/>
          </a:bodyPr>
          <a:lstStyle/>
          <a:p>
            <a:r>
              <a:rPr lang="en-IN"/>
              <a:t>Counting paths in a graph</a:t>
            </a:r>
            <a:br>
              <a:rPr lang="en-IN"/>
            </a:br>
            <a:endParaRPr lang="en-IN"/>
          </a:p>
        </p:txBody>
      </p:sp>
      <p:sp>
        <p:nvSpPr>
          <p:cNvPr id="3" name="Content Placeholder 2">
            <a:extLst>
              <a:ext uri="{FF2B5EF4-FFF2-40B4-BE49-F238E27FC236}">
                <a16:creationId xmlns:a16="http://schemas.microsoft.com/office/drawing/2014/main" id="{985003D0-3BC0-62F7-AC83-8209E3124424}"/>
              </a:ext>
            </a:extLst>
          </p:cNvPr>
          <p:cNvSpPr>
            <a:spLocks noGrp="1"/>
          </p:cNvSpPr>
          <p:nvPr>
            <p:ph idx="1"/>
          </p:nvPr>
        </p:nvSpPr>
        <p:spPr/>
        <p:txBody>
          <a:bodyPr/>
          <a:lstStyle/>
          <a:p>
            <a:r>
              <a:rPr lang="en-US"/>
              <a:t>Problem: Counting paths between two vertices in a graph. </a:t>
            </a:r>
          </a:p>
          <a:p>
            <a:endParaRPr lang="en-US"/>
          </a:p>
          <a:p>
            <a:r>
              <a:rPr lang="en-US"/>
              <a:t>It is not difficult to prove by mathematical induction that the number of different paths of length k &gt; 0 from the </a:t>
            </a:r>
            <a:r>
              <a:rPr lang="en-US" err="1"/>
              <a:t>ith</a:t>
            </a:r>
            <a:r>
              <a:rPr lang="en-US"/>
              <a:t> vertex to the </a:t>
            </a:r>
            <a:r>
              <a:rPr lang="en-US" err="1"/>
              <a:t>jth</a:t>
            </a:r>
            <a:r>
              <a:rPr lang="en-US"/>
              <a:t> vertex of a graph (undirected or directed) equals the (</a:t>
            </a:r>
            <a:r>
              <a:rPr lang="en-US" err="1"/>
              <a:t>i</a:t>
            </a:r>
            <a:r>
              <a:rPr lang="en-US"/>
              <a:t>, j)</a:t>
            </a:r>
            <a:r>
              <a:rPr lang="en-US" err="1"/>
              <a:t>th</a:t>
            </a:r>
            <a:r>
              <a:rPr lang="en-US"/>
              <a:t> element of </a:t>
            </a:r>
            <a:r>
              <a:rPr lang="en-US" err="1"/>
              <a:t>A^k</a:t>
            </a:r>
            <a:r>
              <a:rPr lang="en-US"/>
              <a:t> where A is the adjacency matrix of the graph. </a:t>
            </a:r>
          </a:p>
          <a:p>
            <a:pPr marL="0" indent="0">
              <a:buNone/>
            </a:pPr>
            <a:endParaRPr lang="en-US"/>
          </a:p>
          <a:p>
            <a:r>
              <a:rPr lang="en-US"/>
              <a:t>Thus, the problem of counting a graph's paths can be solved with an algorithm for computing an appropriate power of its adjacency matrix. </a:t>
            </a:r>
            <a:endParaRPr lang="en-IN"/>
          </a:p>
        </p:txBody>
      </p:sp>
      <p:sp>
        <p:nvSpPr>
          <p:cNvPr id="4" name="Date Placeholder 3">
            <a:extLst>
              <a:ext uri="{FF2B5EF4-FFF2-40B4-BE49-F238E27FC236}">
                <a16:creationId xmlns:a16="http://schemas.microsoft.com/office/drawing/2014/main" id="{F4C61D49-A11C-F854-3C87-88F7B3FFBC2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6232DCD-C659-4251-AE5F-5EA929BABCBA}" type="datetime1">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23-02-2026</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46449431-34BE-3E1B-D609-30C0653923C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rPr>
              <a:t>IT_2222 Design and Analysis of Algorithms- 2024</a:t>
            </a:r>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EEF3D71E-ABA5-DCFB-408B-298DFEAFC62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BEA51C-495D-44A2-B925-9AAC4BD9F0A2}" type="slidenum">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973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8652F-26B5-3644-E4E2-9302A226D472}"/>
              </a:ext>
            </a:extLst>
          </p:cNvPr>
          <p:cNvSpPr>
            <a:spLocks noGrp="1"/>
          </p:cNvSpPr>
          <p:nvPr>
            <p:ph type="title"/>
          </p:nvPr>
        </p:nvSpPr>
        <p:spPr>
          <a:xfrm>
            <a:off x="457199" y="136525"/>
            <a:ext cx="11375409" cy="1007039"/>
          </a:xfrm>
        </p:spPr>
        <p:txBody>
          <a:bodyPr>
            <a:normAutofit/>
          </a:bodyPr>
          <a:lstStyle/>
          <a:p>
            <a:r>
              <a:rPr lang="en-IN" sz="2000"/>
              <a:t>Counting paths in a graph</a:t>
            </a:r>
          </a:p>
        </p:txBody>
      </p:sp>
      <p:pic>
        <p:nvPicPr>
          <p:cNvPr id="8" name="Content Placeholder 7">
            <a:extLst>
              <a:ext uri="{FF2B5EF4-FFF2-40B4-BE49-F238E27FC236}">
                <a16:creationId xmlns:a16="http://schemas.microsoft.com/office/drawing/2014/main" id="{D15AED15-89EA-9BF5-BDB1-18417D4C10DE}"/>
              </a:ext>
            </a:extLst>
          </p:cNvPr>
          <p:cNvPicPr>
            <a:picLocks noGrp="1" noChangeAspect="1"/>
          </p:cNvPicPr>
          <p:nvPr>
            <p:ph idx="1"/>
          </p:nvPr>
        </p:nvPicPr>
        <p:blipFill>
          <a:blip r:embed="rId2"/>
          <a:stretch>
            <a:fillRect/>
          </a:stretch>
        </p:blipFill>
        <p:spPr>
          <a:xfrm>
            <a:off x="802946" y="1409208"/>
            <a:ext cx="3168357" cy="2265546"/>
          </a:xfrm>
        </p:spPr>
      </p:pic>
      <p:sp>
        <p:nvSpPr>
          <p:cNvPr id="4" name="Date Placeholder 3">
            <a:extLst>
              <a:ext uri="{FF2B5EF4-FFF2-40B4-BE49-F238E27FC236}">
                <a16:creationId xmlns:a16="http://schemas.microsoft.com/office/drawing/2014/main" id="{404AB90C-D5F5-9729-279C-6FAC9B01472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6232DCD-C659-4251-AE5F-5EA929BABCBA}" type="datetime1">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23-02-2026</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B11ADFB-DA1E-6AD9-9899-EB8845B072F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rPr>
              <a:t>IT_2222 Design and Analysis of Algorithms- 2024</a:t>
            </a:r>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2680649D-ED03-C2C3-2BBA-9C11EE17654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BEA51C-495D-44A2-B925-9AAC4BD9F0A2}" type="slidenum">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3A3AD259-1939-243B-4361-A842A2E3B4D3}"/>
              </a:ext>
            </a:extLst>
          </p:cNvPr>
          <p:cNvPicPr>
            <a:picLocks noChangeAspect="1"/>
          </p:cNvPicPr>
          <p:nvPr/>
        </p:nvPicPr>
        <p:blipFill>
          <a:blip r:embed="rId3"/>
          <a:stretch>
            <a:fillRect/>
          </a:stretch>
        </p:blipFill>
        <p:spPr>
          <a:xfrm>
            <a:off x="4644060" y="1513663"/>
            <a:ext cx="3350964" cy="2259952"/>
          </a:xfrm>
          <a:prstGeom prst="rect">
            <a:avLst/>
          </a:prstGeom>
        </p:spPr>
      </p:pic>
      <p:pic>
        <p:nvPicPr>
          <p:cNvPr id="12" name="Picture 11">
            <a:extLst>
              <a:ext uri="{FF2B5EF4-FFF2-40B4-BE49-F238E27FC236}">
                <a16:creationId xmlns:a16="http://schemas.microsoft.com/office/drawing/2014/main" id="{70513EC6-9556-E978-7BFC-517EE24B5EF3}"/>
              </a:ext>
            </a:extLst>
          </p:cNvPr>
          <p:cNvPicPr>
            <a:picLocks noChangeAspect="1"/>
          </p:cNvPicPr>
          <p:nvPr/>
        </p:nvPicPr>
        <p:blipFill>
          <a:blip r:embed="rId4"/>
          <a:stretch>
            <a:fillRect/>
          </a:stretch>
        </p:blipFill>
        <p:spPr>
          <a:xfrm>
            <a:off x="8220698" y="1441099"/>
            <a:ext cx="3685917" cy="2201765"/>
          </a:xfrm>
          <a:prstGeom prst="rect">
            <a:avLst/>
          </a:prstGeom>
        </p:spPr>
      </p:pic>
      <p:sp>
        <p:nvSpPr>
          <p:cNvPr id="14" name="TextBox 13">
            <a:extLst>
              <a:ext uri="{FF2B5EF4-FFF2-40B4-BE49-F238E27FC236}">
                <a16:creationId xmlns:a16="http://schemas.microsoft.com/office/drawing/2014/main" id="{676F2F1D-82D8-BB75-B6A2-28E24B8A8E74}"/>
              </a:ext>
            </a:extLst>
          </p:cNvPr>
          <p:cNvSpPr txBox="1"/>
          <p:nvPr/>
        </p:nvSpPr>
        <p:spPr>
          <a:xfrm>
            <a:off x="457199" y="3940400"/>
            <a:ext cx="11482251" cy="2677656"/>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Its adjacency matrix A and its square A^2 indicate the number of paths of length 1 and 2, respectively, between the corresponding vertices of the graph.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In particular, there are three paths of length 2 that start and end at vertex a: a - b- a, a - c- a, and a - d -a, but only one path of length 2 from a to c: a - d -c.</a:t>
            </a:r>
            <a:endParaRPr kumimoji="0" lang="en-IN"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BF069FE0-D9D1-3D61-23EC-F7FAF872D385}"/>
              </a:ext>
            </a:extLst>
          </p:cNvPr>
          <p:cNvPicPr>
            <a:picLocks noChangeAspect="1"/>
          </p:cNvPicPr>
          <p:nvPr/>
        </p:nvPicPr>
        <p:blipFill>
          <a:blip r:embed="rId5"/>
          <a:stretch>
            <a:fillRect/>
          </a:stretch>
        </p:blipFill>
        <p:spPr>
          <a:xfrm>
            <a:off x="3798049" y="399139"/>
            <a:ext cx="8393951" cy="958526"/>
          </a:xfrm>
          <a:prstGeom prst="rect">
            <a:avLst/>
          </a:prstGeom>
        </p:spPr>
      </p:pic>
    </p:spTree>
    <p:extLst>
      <p:ext uri="{BB962C8B-B14F-4D97-AF65-F5344CB8AC3E}">
        <p14:creationId xmlns:p14="http://schemas.microsoft.com/office/powerpoint/2010/main" val="3126595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1000"/>
                                        <p:tgtEl>
                                          <p:spTgt spid="12"/>
                                        </p:tgtEl>
                                      </p:cBhvr>
                                    </p:animEffect>
                                    <p:anim calcmode="lin" valueType="num">
                                      <p:cBhvr>
                                        <p:cTn id="34" dur="1000" fill="hold"/>
                                        <p:tgtEl>
                                          <p:spTgt spid="12"/>
                                        </p:tgtEl>
                                        <p:attrNameLst>
                                          <p:attrName>ppt_x</p:attrName>
                                        </p:attrNameLst>
                                      </p:cBhvr>
                                      <p:tavLst>
                                        <p:tav tm="0">
                                          <p:val>
                                            <p:strVal val="#ppt_x"/>
                                          </p:val>
                                        </p:tav>
                                        <p:tav tm="100000">
                                          <p:val>
                                            <p:strVal val="#ppt_x"/>
                                          </p:val>
                                        </p:tav>
                                      </p:tavLst>
                                    </p:anim>
                                    <p:anim calcmode="lin" valueType="num">
                                      <p:cBhvr>
                                        <p:cTn id="3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 calcmode="lin" valueType="num">
                                      <p:cBhvr additive="base">
                                        <p:cTn id="40"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4">
                                            <p:txEl>
                                              <p:pRg st="1" end="1"/>
                                            </p:txEl>
                                          </p:spTgt>
                                        </p:tgtEl>
                                        <p:attrNameLst>
                                          <p:attrName>style.visibility</p:attrName>
                                        </p:attrNameLst>
                                      </p:cBhvr>
                                      <p:to>
                                        <p:strVal val="visible"/>
                                      </p:to>
                                    </p:set>
                                    <p:anim calcmode="lin" valueType="num">
                                      <p:cBhvr additive="base">
                                        <p:cTn id="46"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3DF5-BCEF-4912-743E-40362BACED68}"/>
              </a:ext>
            </a:extLst>
          </p:cNvPr>
          <p:cNvSpPr>
            <a:spLocks noGrp="1"/>
          </p:cNvSpPr>
          <p:nvPr>
            <p:ph type="title"/>
          </p:nvPr>
        </p:nvSpPr>
        <p:spPr/>
        <p:txBody>
          <a:bodyPr>
            <a:normAutofit fontScale="90000"/>
          </a:bodyPr>
          <a:lstStyle/>
          <a:p>
            <a:r>
              <a:rPr lang="en-IN"/>
              <a:t>Reduction to Graph Problems</a:t>
            </a:r>
          </a:p>
        </p:txBody>
      </p:sp>
      <p:sp>
        <p:nvSpPr>
          <p:cNvPr id="3" name="Content Placeholder 2">
            <a:extLst>
              <a:ext uri="{FF2B5EF4-FFF2-40B4-BE49-F238E27FC236}">
                <a16:creationId xmlns:a16="http://schemas.microsoft.com/office/drawing/2014/main" id="{B495511E-3CA1-DECE-DEB5-C120E97964B1}"/>
              </a:ext>
            </a:extLst>
          </p:cNvPr>
          <p:cNvSpPr>
            <a:spLocks noGrp="1"/>
          </p:cNvSpPr>
          <p:nvPr>
            <p:ph idx="1"/>
          </p:nvPr>
        </p:nvSpPr>
        <p:spPr/>
        <p:txBody>
          <a:bodyPr>
            <a:normAutofit lnSpcReduction="10000"/>
          </a:bodyPr>
          <a:lstStyle/>
          <a:p>
            <a:r>
              <a:rPr lang="en-IN"/>
              <a:t>Using State space graph.</a:t>
            </a:r>
          </a:p>
          <a:p>
            <a:r>
              <a:rPr lang="en-US"/>
              <a:t>States: Nodes or vertices in the graph represent individual states or configurations of a system. Each state captures relevant information about the problem being modeled.</a:t>
            </a:r>
          </a:p>
          <a:p>
            <a:r>
              <a:rPr lang="en-US"/>
              <a:t>Transitions: Directed edges or arcs between states represent possible transitions or actions that can be taken to move from one state to another. These transitions typically correspond to allowable moves, decisions, or events in the problem domain.</a:t>
            </a:r>
          </a:p>
          <a:p>
            <a:r>
              <a:rPr lang="en-US"/>
              <a:t>Initial State: One of the states in the graph is designated as the initial state, representing the starting point of the system or problem.</a:t>
            </a:r>
          </a:p>
          <a:p>
            <a:r>
              <a:rPr lang="en-US"/>
              <a:t>Goal State(s): One or more states in the graph are designated as goal states, representing the desired outcomes or solutions of the problem.</a:t>
            </a:r>
            <a:endParaRPr lang="en-IN"/>
          </a:p>
        </p:txBody>
      </p:sp>
      <p:sp>
        <p:nvSpPr>
          <p:cNvPr id="4" name="Date Placeholder 3">
            <a:extLst>
              <a:ext uri="{FF2B5EF4-FFF2-40B4-BE49-F238E27FC236}">
                <a16:creationId xmlns:a16="http://schemas.microsoft.com/office/drawing/2014/main" id="{D8D17EE3-F761-298C-3D8A-37F887B6AB7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6232DCD-C659-4251-AE5F-5EA929BABCBA}" type="datetime1">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23-02-2026</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E857D1E3-5802-1ECA-AF0C-4958CECA056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rPr>
              <a:t>IT_2222 Design and Analysis of Algorithms- 2024</a:t>
            </a:r>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6949F909-570C-7EC2-6366-59C304FA041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BEA51C-495D-44A2-B925-9AAC4BD9F0A2}" type="slidenum">
              <a:rPr kumimoji="0" lang="en-IN" sz="12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IN"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6511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SUC2018 Template" id="{93EF96F5-E747-46F5-91A5-49A1A8F17C25}" vid="{65C9EF66-907A-46B3-BC73-6E107B4F2626}"/>
    </a:ext>
  </a:extLst>
</a:theme>
</file>

<file path=ppt/theme/theme2.xml><?xml version="1.0" encoding="utf-8"?>
<a:theme xmlns:a="http://schemas.openxmlformats.org/drawingml/2006/main" name="Double Lines">
  <a:themeElements>
    <a:clrScheme name="">
      <a:dk1>
        <a:srgbClr val="000000"/>
      </a:dk1>
      <a:lt1>
        <a:srgbClr val="FFFFFF"/>
      </a:lt1>
      <a:dk2>
        <a:srgbClr val="660066"/>
      </a:dk2>
      <a:lt2>
        <a:srgbClr val="00CCCC"/>
      </a:lt2>
      <a:accent1>
        <a:srgbClr val="D60093"/>
      </a:accent1>
      <a:accent2>
        <a:srgbClr val="FFFF66"/>
      </a:accent2>
      <a:accent3>
        <a:srgbClr val="B8AAB8"/>
      </a:accent3>
      <a:accent4>
        <a:srgbClr val="DADADA"/>
      </a:accent4>
      <a:accent5>
        <a:srgbClr val="E8AAC8"/>
      </a:accent5>
      <a:accent6>
        <a:srgbClr val="E7E75C"/>
      </a:accent6>
      <a:hlink>
        <a:srgbClr val="FF9933"/>
      </a:hlink>
      <a:folHlink>
        <a:srgbClr val="FFCCFF"/>
      </a:folHlink>
    </a:clrScheme>
    <a:fontScheme name="Double Line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FFFF00"/>
        </a:solidFill>
        <a:ln w="31750" cap="flat" cmpd="sng" algn="ctr">
          <a:solidFill>
            <a:srgbClr val="FF0000"/>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Char char="l"/>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rgbClr val="FFFF00"/>
        </a:solidFill>
        <a:ln w="31750" cap="flat" cmpd="sng" algn="ctr">
          <a:solidFill>
            <a:srgbClr val="FF0000"/>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Char char="l"/>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ouble Lines 1">
        <a:dk1>
          <a:srgbClr val="000000"/>
        </a:dk1>
        <a:lt1>
          <a:srgbClr val="FFFFFF"/>
        </a:lt1>
        <a:dk2>
          <a:srgbClr val="990066"/>
        </a:dk2>
        <a:lt2>
          <a:srgbClr val="00CCCC"/>
        </a:lt2>
        <a:accent1>
          <a:srgbClr val="D60093"/>
        </a:accent1>
        <a:accent2>
          <a:srgbClr val="FFFF66"/>
        </a:accent2>
        <a:accent3>
          <a:srgbClr val="CAAAB8"/>
        </a:accent3>
        <a:accent4>
          <a:srgbClr val="DADADA"/>
        </a:accent4>
        <a:accent5>
          <a:srgbClr val="E8AAC8"/>
        </a:accent5>
        <a:accent6>
          <a:srgbClr val="E7E75C"/>
        </a:accent6>
        <a:hlink>
          <a:srgbClr val="FF9933"/>
        </a:hlink>
        <a:folHlink>
          <a:srgbClr val="FFCCFF"/>
        </a:folHlink>
      </a:clrScheme>
      <a:clrMap bg1="dk2" tx1="lt1" bg2="dk1" tx2="lt2" accent1="accent1" accent2="accent2" accent3="accent3" accent4="accent4" accent5="accent5" accent6="accent6" hlink="hlink" folHlink="folHlink"/>
    </a:extraClrScheme>
    <a:extraClrScheme>
      <a:clrScheme name="Double Lines 2">
        <a:dk1>
          <a:srgbClr val="000000"/>
        </a:dk1>
        <a:lt1>
          <a:srgbClr val="FFFFCC"/>
        </a:lt1>
        <a:dk2>
          <a:srgbClr val="996600"/>
        </a:dk2>
        <a:lt2>
          <a:srgbClr val="FFFFCC"/>
        </a:lt2>
        <a:accent1>
          <a:srgbClr val="FFCC00"/>
        </a:accent1>
        <a:accent2>
          <a:srgbClr val="6666FF"/>
        </a:accent2>
        <a:accent3>
          <a:srgbClr val="FFFFE2"/>
        </a:accent3>
        <a:accent4>
          <a:srgbClr val="000000"/>
        </a:accent4>
        <a:accent5>
          <a:srgbClr val="FFE2AA"/>
        </a:accent5>
        <a:accent6>
          <a:srgbClr val="5C5CE7"/>
        </a:accent6>
        <a:hlink>
          <a:srgbClr val="999933"/>
        </a:hlink>
        <a:folHlink>
          <a:srgbClr val="990066"/>
        </a:folHlink>
      </a:clrScheme>
      <a:clrMap bg1="lt1" tx1="dk1" bg2="lt2" tx2="dk2" accent1="accent1" accent2="accent2" accent3="accent3" accent4="accent4" accent5="accent5" accent6="accent6" hlink="hlink" folHlink="folHlink"/>
    </a:extraClrScheme>
    <a:extraClrScheme>
      <a:clrScheme name="Double Lines 3">
        <a:dk1>
          <a:srgbClr val="000000"/>
        </a:dk1>
        <a:lt1>
          <a:srgbClr val="FFFFFF"/>
        </a:lt1>
        <a:dk2>
          <a:srgbClr val="000000"/>
        </a:dk2>
        <a:lt2>
          <a:srgbClr val="FFFFFF"/>
        </a:lt2>
        <a:accent1>
          <a:srgbClr val="EAEAEA"/>
        </a:accent1>
        <a:accent2>
          <a:srgbClr val="969696"/>
        </a:accent2>
        <a:accent3>
          <a:srgbClr val="FFFFFF"/>
        </a:accent3>
        <a:accent4>
          <a:srgbClr val="000000"/>
        </a:accent4>
        <a:accent5>
          <a:srgbClr val="F3F3F3"/>
        </a:accent5>
        <a:accent6>
          <a:srgbClr val="878787"/>
        </a:accent6>
        <a:hlink>
          <a:srgbClr val="5F5F5F"/>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smgLectures2">
  <a:themeElements>
    <a:clrScheme name="smgLectures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mgLectures2">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altLang="en-GB" sz="20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altLang="en-GB" sz="20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smgLectures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mgLectures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mgLectures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mgLectures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mgLectures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mgLectures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mgLectures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E43E693C199CF44B3A6975921D0F689" ma:contentTypeVersion="3" ma:contentTypeDescription="Create a new document." ma:contentTypeScope="" ma:versionID="38742c52d44fd473e9dca385532a6d2f">
  <xsd:schema xmlns:xsd="http://www.w3.org/2001/XMLSchema" xmlns:xs="http://www.w3.org/2001/XMLSchema" xmlns:p="http://schemas.microsoft.com/office/2006/metadata/properties" xmlns:ns2="b62ff48e-8443-4465-a36d-a78aeab23289" targetNamespace="http://schemas.microsoft.com/office/2006/metadata/properties" ma:root="true" ma:fieldsID="a9a4cf4713a447e7aa620ea8aa66ee6d" ns2:_="">
    <xsd:import namespace="b62ff48e-8443-4465-a36d-a78aeab2328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2ff48e-8443-4465-a36d-a78aeab232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31D213-E2F5-4703-94FA-755C27A0C03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F8C2C17-6209-4E2C-BE9A-7D22C191DAE3}">
  <ds:schemaRefs>
    <ds:schemaRef ds:uri="http://schemas.microsoft.com/sharepoint/v3/contenttype/forms"/>
  </ds:schemaRefs>
</ds:datastoreItem>
</file>

<file path=customXml/itemProps3.xml><?xml version="1.0" encoding="utf-8"?>
<ds:datastoreItem xmlns:ds="http://schemas.openxmlformats.org/officeDocument/2006/customXml" ds:itemID="{7BDEA631-C893-4486-AA16-AE863AEFEFAE}">
  <ds:schemaRefs>
    <ds:schemaRef ds:uri="b62ff48e-8443-4465-a36d-a78aeab2328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PSUC2018 Template</Template>
  <TotalTime>79</TotalTime>
  <Words>4648</Words>
  <Application>Microsoft Office PowerPoint</Application>
  <PresentationFormat>Widescreen</PresentationFormat>
  <Paragraphs>903</Paragraphs>
  <Slides>76</Slides>
  <Notes>2</Notes>
  <HiddenSlides>1</HiddenSlides>
  <MMClips>0</MMClips>
  <ScaleCrop>false</ScaleCrop>
  <HeadingPairs>
    <vt:vector size="8" baseType="variant">
      <vt:variant>
        <vt:lpstr>Fonts Used</vt:lpstr>
      </vt:variant>
      <vt:variant>
        <vt:i4>10</vt:i4>
      </vt:variant>
      <vt:variant>
        <vt:lpstr>Theme</vt:lpstr>
      </vt:variant>
      <vt:variant>
        <vt:i4>5</vt:i4>
      </vt:variant>
      <vt:variant>
        <vt:lpstr>Embedded OLE Servers</vt:lpstr>
      </vt:variant>
      <vt:variant>
        <vt:i4>1</vt:i4>
      </vt:variant>
      <vt:variant>
        <vt:lpstr>Slide Titles</vt:lpstr>
      </vt:variant>
      <vt:variant>
        <vt:i4>76</vt:i4>
      </vt:variant>
    </vt:vector>
  </HeadingPairs>
  <TitlesOfParts>
    <vt:vector size="92" baseType="lpstr">
      <vt:lpstr>Arial</vt:lpstr>
      <vt:lpstr>Calibri</vt:lpstr>
      <vt:lpstr>KaTeX_Main</vt:lpstr>
      <vt:lpstr>KaTeX_Math</vt:lpstr>
      <vt:lpstr>Monotype Sorts</vt:lpstr>
      <vt:lpstr>Söhne</vt:lpstr>
      <vt:lpstr>Symbol</vt:lpstr>
      <vt:lpstr>Times</vt:lpstr>
      <vt:lpstr>Times New Roman</vt:lpstr>
      <vt:lpstr>Wingdings</vt:lpstr>
      <vt:lpstr>Office Theme</vt:lpstr>
      <vt:lpstr>Double Lines</vt:lpstr>
      <vt:lpstr>Default Design</vt:lpstr>
      <vt:lpstr>smgLectures2</vt:lpstr>
      <vt:lpstr>Office Theme</vt:lpstr>
      <vt:lpstr>Bitmap Image</vt:lpstr>
      <vt:lpstr>Transform and Conquer</vt:lpstr>
      <vt:lpstr>PowerPoint Presentation</vt:lpstr>
      <vt:lpstr>Objectives</vt:lpstr>
      <vt:lpstr>Session outcome</vt:lpstr>
      <vt:lpstr>PowerPoint Presentation</vt:lpstr>
      <vt:lpstr>Presorting</vt:lpstr>
      <vt:lpstr>Presorting</vt:lpstr>
      <vt:lpstr>Presorting</vt:lpstr>
      <vt:lpstr>Presorting</vt:lpstr>
      <vt:lpstr>Presorting</vt:lpstr>
      <vt:lpstr>Presorting - TRY</vt:lpstr>
      <vt:lpstr>Representation Change</vt:lpstr>
      <vt:lpstr>Introduction to Binary Search Trees</vt:lpstr>
      <vt:lpstr>Structure of a BST</vt:lpstr>
      <vt:lpstr>Properties of BST</vt:lpstr>
      <vt:lpstr>Searching in a BST</vt:lpstr>
      <vt:lpstr>Insertion in a BST</vt:lpstr>
      <vt:lpstr>Deletion in a BST</vt:lpstr>
      <vt:lpstr>Deletion in a BST</vt:lpstr>
      <vt:lpstr>Deletion in a BST</vt:lpstr>
      <vt:lpstr>Applications of BST</vt:lpstr>
      <vt:lpstr>Balanced Search Trees</vt:lpstr>
      <vt:lpstr>Balanced binary tree</vt:lpstr>
      <vt:lpstr>AVL-Trees (Adelson-Velskii and Landis-Trees)</vt:lpstr>
      <vt:lpstr>AVL tree</vt:lpstr>
      <vt:lpstr>AVL tree</vt:lpstr>
      <vt:lpstr>AVL tree</vt:lpstr>
      <vt:lpstr>Rotations</vt:lpstr>
      <vt:lpstr>Rotations</vt:lpstr>
      <vt:lpstr>Insertion</vt:lpstr>
      <vt:lpstr>Insertion </vt:lpstr>
      <vt:lpstr>Single rotation</vt:lpstr>
      <vt:lpstr>Single rotation</vt:lpstr>
      <vt:lpstr>PowerPoint Presentation</vt:lpstr>
      <vt:lpstr>Double rotation</vt:lpstr>
      <vt:lpstr>Double rotation</vt:lpstr>
      <vt:lpstr>PowerPoint Presentation</vt:lpstr>
      <vt:lpstr>An Extended Example</vt:lpstr>
      <vt:lpstr>PowerPoint Presentation</vt:lpstr>
      <vt:lpstr>PowerPoint Presentation</vt:lpstr>
      <vt:lpstr>PowerPoint Presentation</vt:lpstr>
      <vt:lpstr>AVL Tree : Deletion </vt:lpstr>
      <vt:lpstr>AVL Tree : Deletion</vt:lpstr>
      <vt:lpstr>AVL Tree : Deletion</vt:lpstr>
      <vt:lpstr>PowerPoint Presentation</vt:lpstr>
      <vt:lpstr>PowerPoint Presentation</vt:lpstr>
      <vt:lpstr>Definition of a B-tree</vt:lpstr>
      <vt:lpstr>An example B-Tree</vt:lpstr>
      <vt:lpstr>Analysis of B-Trees</vt:lpstr>
      <vt:lpstr>Comparing Trees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Balanced Search Trees - TRY</vt:lpstr>
      <vt:lpstr>Heap and Heap Sort : Refer another ppt</vt:lpstr>
      <vt:lpstr>Problem Reduction</vt:lpstr>
      <vt:lpstr>Problem Reduction</vt:lpstr>
      <vt:lpstr>Computing the Least Common Multiple</vt:lpstr>
      <vt:lpstr>Calculate the least common multiple (LCM) of two numbers using the formula:</vt:lpstr>
      <vt:lpstr>Example: </vt:lpstr>
      <vt:lpstr>Counting paths in a graph </vt:lpstr>
      <vt:lpstr>Counting paths in a graph</vt:lpstr>
      <vt:lpstr>Reduction to Graph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dc:creator>
  <cp:lastModifiedBy>Ajitha Shenoy K B [MAHE-MIT]</cp:lastModifiedBy>
  <cp:revision>8</cp:revision>
  <dcterms:created xsi:type="dcterms:W3CDTF">2018-07-10T10:58:03Z</dcterms:created>
  <dcterms:modified xsi:type="dcterms:W3CDTF">2026-02-23T11:27:16Z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0x0101002E43E693C199CF44B3A6975921D0F689</vt:lpwstr>
  </property>
</Properties>
</file>